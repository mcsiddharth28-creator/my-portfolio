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7"/>
  </p:notesMasterIdLst>
  <p:handoutMasterIdLst>
    <p:handoutMasterId r:id="rId18"/>
  </p:handoutMasterIdLst>
  <p:sldIdLst>
    <p:sldId id="1006" r:id="rId5"/>
    <p:sldId id="985" r:id="rId6"/>
    <p:sldId id="1002" r:id="rId7"/>
    <p:sldId id="1013" r:id="rId8"/>
    <p:sldId id="1009" r:id="rId9"/>
    <p:sldId id="999" r:id="rId10"/>
    <p:sldId id="1001" r:id="rId11"/>
    <p:sldId id="997" r:id="rId12"/>
    <p:sldId id="991" r:id="rId13"/>
    <p:sldId id="998" r:id="rId14"/>
    <p:sldId id="1012" r:id="rId15"/>
    <p:sldId id="1004" r:id="rId16"/>
  </p:sldIdLst>
  <p:sldSz cx="12192000"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6BB7"/>
    <a:srgbClr val="FFC700"/>
    <a:srgbClr val="410099"/>
    <a:srgbClr val="221551"/>
    <a:srgbClr val="E8E100"/>
    <a:srgbClr val="FA527D"/>
    <a:srgbClr val="61AFDE"/>
    <a:srgbClr val="009999"/>
    <a:srgbClr val="004489"/>
    <a:srgbClr val="5550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190" autoAdjust="0"/>
    <p:restoredTop sz="94660"/>
  </p:normalViewPr>
  <p:slideViewPr>
    <p:cSldViewPr snapToGrid="0">
      <p:cViewPr>
        <p:scale>
          <a:sx n="88" d="100"/>
          <a:sy n="88" d="100"/>
        </p:scale>
        <p:origin x="1728" y="1632"/>
      </p:cViewPr>
      <p:guideLst/>
    </p:cSldViewPr>
  </p:slideViewPr>
  <p:notesTextViewPr>
    <p:cViewPr>
      <p:scale>
        <a:sx n="3" d="2"/>
        <a:sy n="3" d="2"/>
      </p:scale>
      <p:origin x="0" y="0"/>
    </p:cViewPr>
  </p:notesTextViewPr>
  <p:sorterViewPr>
    <p:cViewPr>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F1064F4-AADD-41D6-C493-D3A4B52959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E385D59-8CDE-1FFB-6DE6-DC50D5B9370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BE9C1D-F668-49E1-BB05-E11ABEDF0F63}" type="datetimeFigureOut">
              <a:rPr lang="en-IN" smtClean="0"/>
              <a:t>16/05/26</a:t>
            </a:fld>
            <a:endParaRPr lang="en-IN"/>
          </a:p>
        </p:txBody>
      </p:sp>
      <p:sp>
        <p:nvSpPr>
          <p:cNvPr id="4" name="Footer Placeholder 3">
            <a:extLst>
              <a:ext uri="{FF2B5EF4-FFF2-40B4-BE49-F238E27FC236}">
                <a16:creationId xmlns:a16="http://schemas.microsoft.com/office/drawing/2014/main" id="{327DADCB-DEE0-5D1D-B3B5-7ADE884DF73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C1C9455B-6EAB-745D-7FA0-BC6C318E3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C90DA24-D6F4-46F4-A8C3-CEE6C8FA2337}" type="slidenum">
              <a:rPr lang="en-IN" smtClean="0"/>
              <a:t>‹#›</a:t>
            </a:fld>
            <a:endParaRPr lang="en-IN"/>
          </a:p>
        </p:txBody>
      </p:sp>
    </p:spTree>
    <p:extLst>
      <p:ext uri="{BB962C8B-B14F-4D97-AF65-F5344CB8AC3E}">
        <p14:creationId xmlns:p14="http://schemas.microsoft.com/office/powerpoint/2010/main" val="2171148715"/>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558B8C-BBBC-422C-94EE-6DA8595A45DB}" type="datetimeFigureOut">
              <a:rPr lang="en-IN" smtClean="0"/>
              <a:t>16/05/26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68C5EC-8D67-4B25-9063-6319196293CC}" type="slidenum">
              <a:rPr lang="en-IN" smtClean="0"/>
              <a:t>‹#›</a:t>
            </a:fld>
            <a:endParaRPr lang="en-IN"/>
          </a:p>
        </p:txBody>
      </p:sp>
    </p:spTree>
    <p:extLst>
      <p:ext uri="{BB962C8B-B14F-4D97-AF65-F5344CB8AC3E}">
        <p14:creationId xmlns:p14="http://schemas.microsoft.com/office/powerpoint/2010/main" val="407840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E2C42-3C47-03A0-55A7-E8F11B0D90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3D04B4-3E6D-EF0F-77FF-7634B29B8D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212738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483F8-EC99-6E68-3E3B-CA3310ACF321}"/>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5C7014E8-F511-7C91-29BF-1B06A4EA4B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Slide Number Placeholder 4">
            <a:extLst>
              <a:ext uri="{FF2B5EF4-FFF2-40B4-BE49-F238E27FC236}">
                <a16:creationId xmlns:a16="http://schemas.microsoft.com/office/drawing/2014/main" id="{E27570BB-D686-80F6-A075-F70E4F9F998C}"/>
              </a:ext>
            </a:extLst>
          </p:cNvPr>
          <p:cNvSpPr>
            <a:spLocks noGrp="1"/>
          </p:cNvSpPr>
          <p:nvPr>
            <p:ph type="sldNum" sz="quarter" idx="10"/>
          </p:nvPr>
        </p:nvSpPr>
        <p:spPr/>
        <p:txBody>
          <a:bodyPr/>
          <a:lstStyle/>
          <a:p>
            <a:fld id="{9A131BC9-40DA-43B6-B58E-D925B527BF77}" type="slidenum">
              <a:rPr lang="en-IN" smtClean="0"/>
              <a:pPr/>
              <a:t>‹#›</a:t>
            </a:fld>
            <a:endParaRPr lang="en-IN"/>
          </a:p>
        </p:txBody>
      </p:sp>
    </p:spTree>
    <p:extLst>
      <p:ext uri="{BB962C8B-B14F-4D97-AF65-F5344CB8AC3E}">
        <p14:creationId xmlns:p14="http://schemas.microsoft.com/office/powerpoint/2010/main" val="4133419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B8032-7EB5-65A5-D4EF-F0B6A5EC2C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23CFD9E-BC37-E441-8E49-9B5E4CB04F5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287045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366E87-45A7-7A8A-4981-6816C12062A4}"/>
              </a:ext>
            </a:extLst>
          </p:cNvPr>
          <p:cNvSpPr>
            <a:spLocks noGrp="1"/>
          </p:cNvSpPr>
          <p:nvPr>
            <p:ph type="title"/>
          </p:nvPr>
        </p:nvSpPr>
        <p:spPr/>
        <p:txBody>
          <a:bodyPr/>
          <a:lstStyle/>
          <a:p>
            <a:r>
              <a:rPr lang="en-US" dirty="0"/>
              <a:t>Click to edit Master title style</a:t>
            </a:r>
            <a:endParaRPr lang="en-IN" dirty="0"/>
          </a:p>
        </p:txBody>
      </p:sp>
      <p:sp>
        <p:nvSpPr>
          <p:cNvPr id="2" name="Slide Number Placeholder 2">
            <a:extLst>
              <a:ext uri="{FF2B5EF4-FFF2-40B4-BE49-F238E27FC236}">
                <a16:creationId xmlns:a16="http://schemas.microsoft.com/office/drawing/2014/main" id="{B311CEBF-DCCA-DF8A-D5EF-E794B204E283}"/>
              </a:ext>
            </a:extLst>
          </p:cNvPr>
          <p:cNvSpPr>
            <a:spLocks noGrp="1"/>
          </p:cNvSpPr>
          <p:nvPr>
            <p:ph type="sldNum" sz="quarter" idx="4"/>
          </p:nvPr>
        </p:nvSpPr>
        <p:spPr>
          <a:xfrm>
            <a:off x="11602792" y="6418900"/>
            <a:ext cx="217732" cy="164592"/>
          </a:xfrm>
          <a:prstGeom prst="rect">
            <a:avLst/>
          </a:prstGeom>
        </p:spPr>
        <p:txBody>
          <a:bodyPr lIns="0" tIns="0" rIns="0" bIns="0" anchor="ctr">
            <a:noAutofit/>
          </a:bodyPr>
          <a:lstStyle>
            <a:lvl1pPr algn="r">
              <a:defRPr lang="en-IN" sz="1000" b="1" smtClean="0">
                <a:solidFill>
                  <a:schemeClr val="bg1"/>
                </a:solidFill>
              </a:defRPr>
            </a:lvl1pPr>
          </a:lstStyle>
          <a:p>
            <a:fld id="{9A131BC9-40DA-43B6-B58E-D925B527BF77}" type="slidenum">
              <a:rPr lang="en-IN" smtClean="0"/>
              <a:pPr/>
              <a:t>‹#›</a:t>
            </a:fld>
            <a:endParaRPr lang="en-IN"/>
          </a:p>
        </p:txBody>
      </p:sp>
    </p:spTree>
    <p:extLst>
      <p:ext uri="{BB962C8B-B14F-4D97-AF65-F5344CB8AC3E}">
        <p14:creationId xmlns:p14="http://schemas.microsoft.com/office/powerpoint/2010/main" val="20134274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Only">
    <p:bg>
      <p:bgPr>
        <a:solidFill>
          <a:schemeClr val="accent2"/>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4138E81D-861C-282D-59CE-E9D493ADFE9F}"/>
              </a:ext>
            </a:extLst>
          </p:cNvPr>
          <p:cNvGrpSpPr/>
          <p:nvPr userDrawn="1"/>
        </p:nvGrpSpPr>
        <p:grpSpPr>
          <a:xfrm>
            <a:off x="-1" y="6181725"/>
            <a:ext cx="12192002" cy="676275"/>
            <a:chOff x="-2" y="6080760"/>
            <a:chExt cx="12217867" cy="777240"/>
          </a:xfrm>
        </p:grpSpPr>
        <p:grpSp>
          <p:nvGrpSpPr>
            <p:cNvPr id="27" name="Group 26">
              <a:extLst>
                <a:ext uri="{FF2B5EF4-FFF2-40B4-BE49-F238E27FC236}">
                  <a16:creationId xmlns:a16="http://schemas.microsoft.com/office/drawing/2014/main" id="{F3D9D2D5-E667-EF65-596A-E9D501C5F25F}"/>
                </a:ext>
              </a:extLst>
            </p:cNvPr>
            <p:cNvGrpSpPr/>
            <p:nvPr userDrawn="1"/>
          </p:nvGrpSpPr>
          <p:grpSpPr>
            <a:xfrm>
              <a:off x="-1" y="6080760"/>
              <a:ext cx="12217865" cy="722969"/>
              <a:chOff x="-1" y="6104238"/>
              <a:chExt cx="12217865" cy="699491"/>
            </a:xfrm>
          </p:grpSpPr>
          <p:sp>
            <p:nvSpPr>
              <p:cNvPr id="30" name="Freeform: Shape 29">
                <a:extLst>
                  <a:ext uri="{FF2B5EF4-FFF2-40B4-BE49-F238E27FC236}">
                    <a16:creationId xmlns:a16="http://schemas.microsoft.com/office/drawing/2014/main" id="{97BB756C-04FD-E807-8BAB-A3160428E63A}"/>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1" name="Right Triangle 30">
                <a:extLst>
                  <a:ext uri="{FF2B5EF4-FFF2-40B4-BE49-F238E27FC236}">
                    <a16:creationId xmlns:a16="http://schemas.microsoft.com/office/drawing/2014/main" id="{46343CD3-C7FC-7D00-84FB-D98EFEF01B80}"/>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8" name="Freeform: Shape 27">
              <a:extLst>
                <a:ext uri="{FF2B5EF4-FFF2-40B4-BE49-F238E27FC236}">
                  <a16:creationId xmlns:a16="http://schemas.microsoft.com/office/drawing/2014/main" id="{4781D1BA-5BC9-3FC4-FBBB-A6B44BEE2FFA}"/>
                </a:ext>
              </a:extLst>
            </p:cNvPr>
            <p:cNvSpPr/>
            <p:nvPr userDrawn="1"/>
          </p:nvSpPr>
          <p:spPr>
            <a:xfrm>
              <a:off x="-2" y="6175737"/>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9" name="Right Triangle 28">
              <a:extLst>
                <a:ext uri="{FF2B5EF4-FFF2-40B4-BE49-F238E27FC236}">
                  <a16:creationId xmlns:a16="http://schemas.microsoft.com/office/drawing/2014/main" id="{D900630C-243F-96C2-4A47-4F920863FC64}"/>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9" name="Title 68">
            <a:extLst>
              <a:ext uri="{FF2B5EF4-FFF2-40B4-BE49-F238E27FC236}">
                <a16:creationId xmlns:a16="http://schemas.microsoft.com/office/drawing/2014/main" id="{4CF27719-773A-E10A-AEB0-A29594ACDF32}"/>
              </a:ext>
            </a:extLst>
          </p:cNvPr>
          <p:cNvSpPr>
            <a:spLocks noGrp="1"/>
          </p:cNvSpPr>
          <p:nvPr>
            <p:ph type="title"/>
          </p:nvPr>
        </p:nvSpPr>
        <p:spPr>
          <a:xfrm>
            <a:off x="381000" y="300000"/>
            <a:ext cx="8686800" cy="502920"/>
          </a:xfrm>
        </p:spPr>
        <p:txBody>
          <a:bodyPr/>
          <a:lstStyle>
            <a:lvl1pPr>
              <a:defRPr>
                <a:solidFill>
                  <a:schemeClr val="bg1"/>
                </a:solidFill>
              </a:defRPr>
            </a:lvl1pPr>
          </a:lstStyle>
          <a:p>
            <a:r>
              <a:rPr lang="en-US" dirty="0"/>
              <a:t>Click to edit Master title style</a:t>
            </a:r>
            <a:endParaRPr lang="en-IN" dirty="0"/>
          </a:p>
        </p:txBody>
      </p:sp>
      <p:sp>
        <p:nvSpPr>
          <p:cNvPr id="101" name="Slide Number Placeholder 2">
            <a:extLst>
              <a:ext uri="{FF2B5EF4-FFF2-40B4-BE49-F238E27FC236}">
                <a16:creationId xmlns:a16="http://schemas.microsoft.com/office/drawing/2014/main" id="{FD92CFC3-0C86-453E-A9DC-5A9562B6491E}"/>
              </a:ext>
            </a:extLst>
          </p:cNvPr>
          <p:cNvSpPr>
            <a:spLocks noGrp="1"/>
          </p:cNvSpPr>
          <p:nvPr>
            <p:ph type="sldNum" sz="quarter" idx="4"/>
          </p:nvPr>
        </p:nvSpPr>
        <p:spPr>
          <a:xfrm>
            <a:off x="11602792" y="6483657"/>
            <a:ext cx="217732" cy="164592"/>
          </a:xfrm>
          <a:prstGeom prst="rect">
            <a:avLst/>
          </a:prstGeom>
        </p:spPr>
        <p:txBody>
          <a:bodyPr lIns="0" tIns="0" rIns="0" bIns="0" anchor="ctr">
            <a:noAutofit/>
          </a:bodyPr>
          <a:lstStyle>
            <a:lvl1pPr algn="r">
              <a:defRPr lang="en-IN" sz="1000" b="1" smtClean="0">
                <a:solidFill>
                  <a:schemeClr val="bg1"/>
                </a:solidFill>
              </a:defRPr>
            </a:lvl1pPr>
          </a:lstStyle>
          <a:p>
            <a:fld id="{9A131BC9-40DA-43B6-B58E-D925B527BF77}" type="slidenum">
              <a:rPr lang="en-IN" smtClean="0"/>
              <a:pPr/>
              <a:t>‹#›</a:t>
            </a:fld>
            <a:endParaRPr lang="en-IN"/>
          </a:p>
        </p:txBody>
      </p:sp>
    </p:spTree>
    <p:custDataLst>
      <p:tags r:id="rId1"/>
    </p:custDataLst>
    <p:extLst>
      <p:ext uri="{BB962C8B-B14F-4D97-AF65-F5344CB8AC3E}">
        <p14:creationId xmlns:p14="http://schemas.microsoft.com/office/powerpoint/2010/main" val="20704857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_Title Only">
    <p:bg>
      <p:bgPr>
        <a:solidFill>
          <a:schemeClr val="accent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F7BDCDE-8F35-5384-C526-7A312B78C55A}"/>
              </a:ext>
            </a:extLst>
          </p:cNvPr>
          <p:cNvGrpSpPr/>
          <p:nvPr userDrawn="1"/>
        </p:nvGrpSpPr>
        <p:grpSpPr>
          <a:xfrm>
            <a:off x="-1" y="6181724"/>
            <a:ext cx="12192002" cy="676275"/>
            <a:chOff x="-2" y="6080760"/>
            <a:chExt cx="12217867" cy="777240"/>
          </a:xfrm>
        </p:grpSpPr>
        <p:grpSp>
          <p:nvGrpSpPr>
            <p:cNvPr id="20" name="Group 19">
              <a:extLst>
                <a:ext uri="{FF2B5EF4-FFF2-40B4-BE49-F238E27FC236}">
                  <a16:creationId xmlns:a16="http://schemas.microsoft.com/office/drawing/2014/main" id="{2CFDBF4F-47C0-4A84-170D-045064DBAC0F}"/>
                </a:ext>
              </a:extLst>
            </p:cNvPr>
            <p:cNvGrpSpPr/>
            <p:nvPr userDrawn="1"/>
          </p:nvGrpSpPr>
          <p:grpSpPr>
            <a:xfrm>
              <a:off x="-1" y="6080760"/>
              <a:ext cx="12217865" cy="722969"/>
              <a:chOff x="-1" y="6104238"/>
              <a:chExt cx="12217865" cy="699491"/>
            </a:xfrm>
          </p:grpSpPr>
          <p:sp>
            <p:nvSpPr>
              <p:cNvPr id="24" name="Freeform: Shape 23">
                <a:extLst>
                  <a:ext uri="{FF2B5EF4-FFF2-40B4-BE49-F238E27FC236}">
                    <a16:creationId xmlns:a16="http://schemas.microsoft.com/office/drawing/2014/main" id="{8F7A8AFA-3ECF-7A3B-3292-CE56A98EB14A}"/>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5" name="Right Triangle 24">
                <a:extLst>
                  <a:ext uri="{FF2B5EF4-FFF2-40B4-BE49-F238E27FC236}">
                    <a16:creationId xmlns:a16="http://schemas.microsoft.com/office/drawing/2014/main" id="{8FD77D77-4F42-D061-0498-74367BF158E9}"/>
                  </a:ext>
                </a:extLst>
              </p:cNvPr>
              <p:cNvSpPr/>
              <p:nvPr/>
            </p:nvSpPr>
            <p:spPr>
              <a:xfrm flipH="1">
                <a:off x="6788150" y="6104238"/>
                <a:ext cx="5429714" cy="699491"/>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2" name="Freeform: Shape 21">
              <a:extLst>
                <a:ext uri="{FF2B5EF4-FFF2-40B4-BE49-F238E27FC236}">
                  <a16:creationId xmlns:a16="http://schemas.microsoft.com/office/drawing/2014/main" id="{35DD2EA3-97FC-6ED1-5A6A-8783F4730882}"/>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3" name="Right Triangle 22">
              <a:extLst>
                <a:ext uri="{FF2B5EF4-FFF2-40B4-BE49-F238E27FC236}">
                  <a16:creationId xmlns:a16="http://schemas.microsoft.com/office/drawing/2014/main" id="{00E9A8C8-65F2-F5A4-FD8A-89436CCD5B80}"/>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9" name="Title 68">
            <a:extLst>
              <a:ext uri="{FF2B5EF4-FFF2-40B4-BE49-F238E27FC236}">
                <a16:creationId xmlns:a16="http://schemas.microsoft.com/office/drawing/2014/main" id="{4CF27719-773A-E10A-AEB0-A29594ACDF32}"/>
              </a:ext>
            </a:extLst>
          </p:cNvPr>
          <p:cNvSpPr>
            <a:spLocks noGrp="1"/>
          </p:cNvSpPr>
          <p:nvPr>
            <p:ph type="title"/>
          </p:nvPr>
        </p:nvSpPr>
        <p:spPr>
          <a:xfrm>
            <a:off x="381000" y="300000"/>
            <a:ext cx="8686800" cy="502920"/>
          </a:xfrm>
        </p:spPr>
        <p:txBody>
          <a:bodyPr/>
          <a:lstStyle>
            <a:lvl1pPr>
              <a:defRPr>
                <a:solidFill>
                  <a:schemeClr val="bg1"/>
                </a:solidFill>
              </a:defRPr>
            </a:lvl1pPr>
          </a:lstStyle>
          <a:p>
            <a:r>
              <a:rPr lang="en-US" dirty="0"/>
              <a:t>Click to edit Master title style</a:t>
            </a:r>
            <a:endParaRPr lang="en-IN" dirty="0"/>
          </a:p>
        </p:txBody>
      </p:sp>
      <p:sp>
        <p:nvSpPr>
          <p:cNvPr id="101" name="Slide Number Placeholder 2">
            <a:extLst>
              <a:ext uri="{FF2B5EF4-FFF2-40B4-BE49-F238E27FC236}">
                <a16:creationId xmlns:a16="http://schemas.microsoft.com/office/drawing/2014/main" id="{FD92CFC3-0C86-453E-A9DC-5A9562B6491E}"/>
              </a:ext>
            </a:extLst>
          </p:cNvPr>
          <p:cNvSpPr>
            <a:spLocks noGrp="1"/>
          </p:cNvSpPr>
          <p:nvPr>
            <p:ph type="sldNum" sz="quarter" idx="4"/>
          </p:nvPr>
        </p:nvSpPr>
        <p:spPr>
          <a:xfrm>
            <a:off x="11602792" y="6483657"/>
            <a:ext cx="217732" cy="164592"/>
          </a:xfrm>
          <a:prstGeom prst="rect">
            <a:avLst/>
          </a:prstGeom>
        </p:spPr>
        <p:txBody>
          <a:bodyPr lIns="0" tIns="0" rIns="0" bIns="0" anchor="ctr">
            <a:noAutofit/>
          </a:bodyPr>
          <a:lstStyle>
            <a:lvl1pPr algn="r">
              <a:defRPr lang="en-IN" sz="1000" b="1" smtClean="0">
                <a:solidFill>
                  <a:schemeClr val="bg1"/>
                </a:solidFill>
              </a:defRPr>
            </a:lvl1pPr>
          </a:lstStyle>
          <a:p>
            <a:fld id="{9A131BC9-40DA-43B6-B58E-D925B527BF77}" type="slidenum">
              <a:rPr lang="en-IN" smtClean="0"/>
              <a:pPr/>
              <a:t>‹#›</a:t>
            </a:fld>
            <a:endParaRPr lang="en-IN"/>
          </a:p>
        </p:txBody>
      </p:sp>
    </p:spTree>
    <p:custDataLst>
      <p:tags r:id="rId1"/>
    </p:custDataLst>
    <p:extLst>
      <p:ext uri="{BB962C8B-B14F-4D97-AF65-F5344CB8AC3E}">
        <p14:creationId xmlns:p14="http://schemas.microsoft.com/office/powerpoint/2010/main" val="8383963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Title Only">
    <p:bg>
      <p:bgPr>
        <a:solidFill>
          <a:schemeClr val="accent1"/>
        </a:solidFill>
        <a:effectLst/>
      </p:bgPr>
    </p:bg>
    <p:spTree>
      <p:nvGrpSpPr>
        <p:cNvPr id="1" name=""/>
        <p:cNvGrpSpPr/>
        <p:nvPr/>
      </p:nvGrpSpPr>
      <p:grpSpPr>
        <a:xfrm>
          <a:off x="0" y="0"/>
          <a:ext cx="0" cy="0"/>
          <a:chOff x="0" y="0"/>
          <a:chExt cx="0" cy="0"/>
        </a:xfrm>
      </p:grpSpPr>
      <p:sp>
        <p:nvSpPr>
          <p:cNvPr id="69" name="Title 68">
            <a:extLst>
              <a:ext uri="{FF2B5EF4-FFF2-40B4-BE49-F238E27FC236}">
                <a16:creationId xmlns:a16="http://schemas.microsoft.com/office/drawing/2014/main" id="{4CF27719-773A-E10A-AEB0-A29594ACDF32}"/>
              </a:ext>
            </a:extLst>
          </p:cNvPr>
          <p:cNvSpPr>
            <a:spLocks noGrp="1"/>
          </p:cNvSpPr>
          <p:nvPr>
            <p:ph type="title"/>
          </p:nvPr>
        </p:nvSpPr>
        <p:spPr>
          <a:xfrm>
            <a:off x="381000" y="300000"/>
            <a:ext cx="8686800" cy="502920"/>
          </a:xfrm>
        </p:spPr>
        <p:txBody>
          <a:bodyPr/>
          <a:lstStyle>
            <a:lvl1pPr>
              <a:defRPr>
                <a:solidFill>
                  <a:schemeClr val="bg1"/>
                </a:solidFill>
              </a:defRPr>
            </a:lvl1pPr>
          </a:lstStyle>
          <a:p>
            <a:r>
              <a:rPr lang="en-US" dirty="0"/>
              <a:t>Click to edit Master title style</a:t>
            </a:r>
            <a:endParaRPr lang="en-IN" dirty="0"/>
          </a:p>
        </p:txBody>
      </p:sp>
      <p:sp>
        <p:nvSpPr>
          <p:cNvPr id="101" name="Slide Number Placeholder 2">
            <a:extLst>
              <a:ext uri="{FF2B5EF4-FFF2-40B4-BE49-F238E27FC236}">
                <a16:creationId xmlns:a16="http://schemas.microsoft.com/office/drawing/2014/main" id="{FD92CFC3-0C86-453E-A9DC-5A9562B6491E}"/>
              </a:ext>
            </a:extLst>
          </p:cNvPr>
          <p:cNvSpPr>
            <a:spLocks noGrp="1"/>
          </p:cNvSpPr>
          <p:nvPr>
            <p:ph type="sldNum" sz="quarter" idx="4"/>
          </p:nvPr>
        </p:nvSpPr>
        <p:spPr>
          <a:xfrm>
            <a:off x="11602792" y="6483657"/>
            <a:ext cx="217732" cy="164592"/>
          </a:xfrm>
          <a:prstGeom prst="rect">
            <a:avLst/>
          </a:prstGeom>
        </p:spPr>
        <p:txBody>
          <a:bodyPr lIns="0" tIns="0" rIns="0" bIns="0" anchor="ctr">
            <a:noAutofit/>
          </a:bodyPr>
          <a:lstStyle>
            <a:lvl1pPr algn="r">
              <a:defRPr lang="en-IN" sz="1000" b="1" smtClean="0">
                <a:solidFill>
                  <a:schemeClr val="bg1"/>
                </a:solidFill>
              </a:defRPr>
            </a:lvl1pPr>
          </a:lstStyle>
          <a:p>
            <a:fld id="{9A131BC9-40DA-43B6-B58E-D925B527BF77}" type="slidenum">
              <a:rPr lang="en-IN" smtClean="0"/>
              <a:pPr/>
              <a:t>‹#›</a:t>
            </a:fld>
            <a:endParaRPr lang="en-IN"/>
          </a:p>
        </p:txBody>
      </p:sp>
      <p:grpSp>
        <p:nvGrpSpPr>
          <p:cNvPr id="36" name="Group 35">
            <a:extLst>
              <a:ext uri="{FF2B5EF4-FFF2-40B4-BE49-F238E27FC236}">
                <a16:creationId xmlns:a16="http://schemas.microsoft.com/office/drawing/2014/main" id="{C7304226-A123-812C-AE48-0CC8F9190B38}"/>
              </a:ext>
            </a:extLst>
          </p:cNvPr>
          <p:cNvGrpSpPr/>
          <p:nvPr userDrawn="1"/>
        </p:nvGrpSpPr>
        <p:grpSpPr>
          <a:xfrm>
            <a:off x="-1" y="6181725"/>
            <a:ext cx="12192002" cy="676275"/>
            <a:chOff x="-2" y="6080760"/>
            <a:chExt cx="12217867" cy="777240"/>
          </a:xfrm>
        </p:grpSpPr>
        <p:grpSp>
          <p:nvGrpSpPr>
            <p:cNvPr id="37" name="Group 36">
              <a:extLst>
                <a:ext uri="{FF2B5EF4-FFF2-40B4-BE49-F238E27FC236}">
                  <a16:creationId xmlns:a16="http://schemas.microsoft.com/office/drawing/2014/main" id="{1AE45943-01A6-2463-918D-BEE5BD083934}"/>
                </a:ext>
              </a:extLst>
            </p:cNvPr>
            <p:cNvGrpSpPr/>
            <p:nvPr userDrawn="1"/>
          </p:nvGrpSpPr>
          <p:grpSpPr>
            <a:xfrm>
              <a:off x="-1" y="6080760"/>
              <a:ext cx="12217865" cy="722969"/>
              <a:chOff x="-1" y="6104238"/>
              <a:chExt cx="12217865" cy="699491"/>
            </a:xfrm>
          </p:grpSpPr>
          <p:sp>
            <p:nvSpPr>
              <p:cNvPr id="40" name="Freeform: Shape 39">
                <a:extLst>
                  <a:ext uri="{FF2B5EF4-FFF2-40B4-BE49-F238E27FC236}">
                    <a16:creationId xmlns:a16="http://schemas.microsoft.com/office/drawing/2014/main" id="{780F850F-D45A-8A21-0510-2BE43290752E}"/>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1" name="Right Triangle 40">
                <a:extLst>
                  <a:ext uri="{FF2B5EF4-FFF2-40B4-BE49-F238E27FC236}">
                    <a16:creationId xmlns:a16="http://schemas.microsoft.com/office/drawing/2014/main" id="{B52E81FF-4796-1BF8-8F1F-6A827BDC8322}"/>
                  </a:ext>
                </a:extLst>
              </p:cNvPr>
              <p:cNvSpPr/>
              <p:nvPr/>
            </p:nvSpPr>
            <p:spPr>
              <a:xfrm flipH="1">
                <a:off x="6788150" y="6104238"/>
                <a:ext cx="5429714" cy="699491"/>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Freeform: Shape 37">
              <a:extLst>
                <a:ext uri="{FF2B5EF4-FFF2-40B4-BE49-F238E27FC236}">
                  <a16:creationId xmlns:a16="http://schemas.microsoft.com/office/drawing/2014/main" id="{D3FC8BAF-45A3-A057-C0E7-0D85E327B416}"/>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9" name="Right Triangle 38">
              <a:extLst>
                <a:ext uri="{FF2B5EF4-FFF2-40B4-BE49-F238E27FC236}">
                  <a16:creationId xmlns:a16="http://schemas.microsoft.com/office/drawing/2014/main" id="{EF6BE4B1-8E6A-1331-ABAE-392789505B85}"/>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ustDataLst>
      <p:tags r:id="rId1"/>
    </p:custDataLst>
    <p:extLst>
      <p:ext uri="{BB962C8B-B14F-4D97-AF65-F5344CB8AC3E}">
        <p14:creationId xmlns:p14="http://schemas.microsoft.com/office/powerpoint/2010/main" val="10932774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8975479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A71619-754E-F507-598A-F11F44E55393}"/>
              </a:ext>
            </a:extLst>
          </p:cNvPr>
          <p:cNvSpPr>
            <a:spLocks noGrp="1"/>
          </p:cNvSpPr>
          <p:nvPr>
            <p:ph type="title"/>
          </p:nvPr>
        </p:nvSpPr>
        <p:spPr>
          <a:xfrm>
            <a:off x="381000" y="300000"/>
            <a:ext cx="8686800" cy="502920"/>
          </a:xfrm>
          <a:prstGeom prst="rect">
            <a:avLst/>
          </a:prstGeom>
        </p:spPr>
        <p:txBody>
          <a:bodyPr vert="horz" lIns="0" tIns="0" rIns="0" bIns="0" rtlCol="0" anchor="ctr">
            <a:no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91A3CD7-D12A-C020-E466-C42B0EFC0F1A}"/>
              </a:ext>
            </a:extLst>
          </p:cNvPr>
          <p:cNvSpPr>
            <a:spLocks noGrp="1"/>
          </p:cNvSpPr>
          <p:nvPr>
            <p:ph type="body" idx="1"/>
          </p:nvPr>
        </p:nvSpPr>
        <p:spPr>
          <a:xfrm>
            <a:off x="381000" y="1157512"/>
            <a:ext cx="11430000" cy="5029200"/>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grpSp>
        <p:nvGrpSpPr>
          <p:cNvPr id="10" name="Group 9">
            <a:extLst>
              <a:ext uri="{FF2B5EF4-FFF2-40B4-BE49-F238E27FC236}">
                <a16:creationId xmlns:a16="http://schemas.microsoft.com/office/drawing/2014/main" id="{3EEFF00F-F533-060F-95AC-0E2C1524EEC3}"/>
              </a:ext>
            </a:extLst>
          </p:cNvPr>
          <p:cNvGrpSpPr/>
          <p:nvPr userDrawn="1"/>
        </p:nvGrpSpPr>
        <p:grpSpPr>
          <a:xfrm>
            <a:off x="9509125" y="325488"/>
            <a:ext cx="2307308" cy="451943"/>
            <a:chOff x="9509125" y="325488"/>
            <a:chExt cx="2307308" cy="451943"/>
          </a:xfrm>
        </p:grpSpPr>
        <p:grpSp>
          <p:nvGrpSpPr>
            <p:cNvPr id="11" name="Group 10">
              <a:extLst>
                <a:ext uri="{FF2B5EF4-FFF2-40B4-BE49-F238E27FC236}">
                  <a16:creationId xmlns:a16="http://schemas.microsoft.com/office/drawing/2014/main" id="{B80713E9-8961-FF9B-1479-EF2B0AEF167D}"/>
                </a:ext>
              </a:extLst>
            </p:cNvPr>
            <p:cNvGrpSpPr/>
            <p:nvPr/>
          </p:nvGrpSpPr>
          <p:grpSpPr>
            <a:xfrm>
              <a:off x="9509125" y="325488"/>
              <a:ext cx="522025" cy="451943"/>
              <a:chOff x="8264621" y="5479567"/>
              <a:chExt cx="811041" cy="702158"/>
            </a:xfrm>
            <a:solidFill>
              <a:schemeClr val="accent2"/>
            </a:solidFill>
          </p:grpSpPr>
          <p:sp>
            <p:nvSpPr>
              <p:cNvPr id="33" name="Freeform: Shape 32">
                <a:extLst>
                  <a:ext uri="{FF2B5EF4-FFF2-40B4-BE49-F238E27FC236}">
                    <a16:creationId xmlns:a16="http://schemas.microsoft.com/office/drawing/2014/main" id="{04ADDA78-23D7-0334-1D63-69A94DCA2CEA}"/>
                  </a:ext>
                </a:extLst>
              </p:cNvPr>
              <p:cNvSpPr/>
              <p:nvPr/>
            </p:nvSpPr>
            <p:spPr>
              <a:xfrm>
                <a:off x="8546718" y="5479567"/>
                <a:ext cx="528944" cy="702158"/>
              </a:xfrm>
              <a:custGeom>
                <a:avLst/>
                <a:gdLst>
                  <a:gd name="connsiteX0" fmla="*/ 0 w 528944"/>
                  <a:gd name="connsiteY0" fmla="*/ 488458 h 702158"/>
                  <a:gd name="connsiteX1" fmla="*/ 123421 w 528944"/>
                  <a:gd name="connsiteY1" fmla="*/ 374485 h 702158"/>
                  <a:gd name="connsiteX2" fmla="*/ 528945 w 528944"/>
                  <a:gd name="connsiteY2" fmla="*/ 0 h 702158"/>
                  <a:gd name="connsiteX3" fmla="*/ 123421 w 528944"/>
                  <a:gd name="connsiteY3" fmla="*/ 702159 h 702158"/>
                  <a:gd name="connsiteX4" fmla="*/ 0 w 528944"/>
                  <a:gd name="connsiteY4" fmla="*/ 488458 h 702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944" h="702158">
                    <a:moveTo>
                      <a:pt x="0" y="488458"/>
                    </a:moveTo>
                    <a:lnTo>
                      <a:pt x="123421" y="374485"/>
                    </a:lnTo>
                    <a:lnTo>
                      <a:pt x="528945" y="0"/>
                    </a:lnTo>
                    <a:lnTo>
                      <a:pt x="123421" y="702159"/>
                    </a:lnTo>
                    <a:lnTo>
                      <a:pt x="0" y="488458"/>
                    </a:lnTo>
                    <a:close/>
                  </a:path>
                </a:pathLst>
              </a:custGeom>
              <a:grpFill/>
              <a:ln w="5278" cap="flat">
                <a:noFill/>
                <a:prstDash val="solid"/>
                <a:miter/>
              </a:ln>
            </p:spPr>
            <p:txBody>
              <a:bodyPr rtlCol="0" anchor="ctr"/>
              <a:lstStyle/>
              <a:p>
                <a:endParaRPr lang="en-IN">
                  <a:solidFill>
                    <a:schemeClr val="bg1"/>
                  </a:solidFill>
                </a:endParaRPr>
              </a:p>
            </p:txBody>
          </p:sp>
          <p:sp>
            <p:nvSpPr>
              <p:cNvPr id="34" name="Freeform: Shape 33">
                <a:extLst>
                  <a:ext uri="{FF2B5EF4-FFF2-40B4-BE49-F238E27FC236}">
                    <a16:creationId xmlns:a16="http://schemas.microsoft.com/office/drawing/2014/main" id="{4B335DDE-1ADC-61AB-276B-FED6C836BF1F}"/>
                  </a:ext>
                </a:extLst>
              </p:cNvPr>
              <p:cNvSpPr/>
              <p:nvPr/>
            </p:nvSpPr>
            <p:spPr>
              <a:xfrm>
                <a:off x="8264621" y="5479567"/>
                <a:ext cx="282097" cy="374485"/>
              </a:xfrm>
              <a:custGeom>
                <a:avLst/>
                <a:gdLst>
                  <a:gd name="connsiteX0" fmla="*/ 282097 w 282097"/>
                  <a:gd name="connsiteY0" fmla="*/ 260513 h 374485"/>
                  <a:gd name="connsiteX1" fmla="*/ 216277 w 282097"/>
                  <a:gd name="connsiteY1" fmla="*/ 374485 h 374485"/>
                  <a:gd name="connsiteX2" fmla="*/ 0 w 282097"/>
                  <a:gd name="connsiteY2" fmla="*/ 0 h 374485"/>
                  <a:gd name="connsiteX3" fmla="*/ 282097 w 282097"/>
                  <a:gd name="connsiteY3" fmla="*/ 260513 h 374485"/>
                </a:gdLst>
                <a:ahLst/>
                <a:cxnLst>
                  <a:cxn ang="0">
                    <a:pos x="connsiteX0" y="connsiteY0"/>
                  </a:cxn>
                  <a:cxn ang="0">
                    <a:pos x="connsiteX1" y="connsiteY1"/>
                  </a:cxn>
                  <a:cxn ang="0">
                    <a:pos x="connsiteX2" y="connsiteY2"/>
                  </a:cxn>
                  <a:cxn ang="0">
                    <a:pos x="connsiteX3" y="connsiteY3"/>
                  </a:cxn>
                </a:cxnLst>
                <a:rect l="l" t="t" r="r" b="b"/>
                <a:pathLst>
                  <a:path w="282097" h="374485">
                    <a:moveTo>
                      <a:pt x="282097" y="260513"/>
                    </a:moveTo>
                    <a:lnTo>
                      <a:pt x="216277" y="374485"/>
                    </a:lnTo>
                    <a:lnTo>
                      <a:pt x="0" y="0"/>
                    </a:lnTo>
                    <a:lnTo>
                      <a:pt x="282097" y="260513"/>
                    </a:lnTo>
                    <a:close/>
                  </a:path>
                </a:pathLst>
              </a:custGeom>
              <a:grpFill/>
              <a:ln w="5278" cap="flat">
                <a:noFill/>
                <a:prstDash val="solid"/>
                <a:miter/>
              </a:ln>
            </p:spPr>
            <p:txBody>
              <a:bodyPr rtlCol="0" anchor="ctr"/>
              <a:lstStyle/>
              <a:p>
                <a:endParaRPr lang="en-IN">
                  <a:solidFill>
                    <a:schemeClr val="bg1"/>
                  </a:solidFill>
                </a:endParaRPr>
              </a:p>
            </p:txBody>
          </p:sp>
        </p:grpSp>
        <p:sp>
          <p:nvSpPr>
            <p:cNvPr id="12" name="Freeform: Shape 11">
              <a:extLst>
                <a:ext uri="{FF2B5EF4-FFF2-40B4-BE49-F238E27FC236}">
                  <a16:creationId xmlns:a16="http://schemas.microsoft.com/office/drawing/2014/main" id="{6FA84E6D-F10C-CDB4-9A07-1D3F4702B67A}"/>
                </a:ext>
              </a:extLst>
            </p:cNvPr>
            <p:cNvSpPr/>
            <p:nvPr/>
          </p:nvSpPr>
          <p:spPr>
            <a:xfrm>
              <a:off x="10122529" y="395651"/>
              <a:ext cx="251461" cy="207872"/>
            </a:xfrm>
            <a:custGeom>
              <a:avLst/>
              <a:gdLst>
                <a:gd name="connsiteX0" fmla="*/ 0 w 390681"/>
                <a:gd name="connsiteY0" fmla="*/ 0 h 322959"/>
                <a:gd name="connsiteX1" fmla="*/ 58230 w 390681"/>
                <a:gd name="connsiteY1" fmla="*/ 0 h 322959"/>
                <a:gd name="connsiteX2" fmla="*/ 200982 w 390681"/>
                <a:gd name="connsiteY2" fmla="*/ 269130 h 322959"/>
                <a:gd name="connsiteX3" fmla="*/ 337470 w 390681"/>
                <a:gd name="connsiteY3" fmla="*/ 0 h 322959"/>
                <a:gd name="connsiteX4" fmla="*/ 390682 w 390681"/>
                <a:gd name="connsiteY4" fmla="*/ 0 h 322959"/>
                <a:gd name="connsiteX5" fmla="*/ 221638 w 390681"/>
                <a:gd name="connsiteY5" fmla="*/ 322960 h 322959"/>
                <a:gd name="connsiteX6" fmla="*/ 176560 w 390681"/>
                <a:gd name="connsiteY6" fmla="*/ 322960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0681" h="322959">
                  <a:moveTo>
                    <a:pt x="0" y="0"/>
                  </a:moveTo>
                  <a:lnTo>
                    <a:pt x="58230" y="0"/>
                  </a:lnTo>
                  <a:lnTo>
                    <a:pt x="200982" y="269130"/>
                  </a:lnTo>
                  <a:lnTo>
                    <a:pt x="337470" y="0"/>
                  </a:lnTo>
                  <a:lnTo>
                    <a:pt x="390682" y="0"/>
                  </a:lnTo>
                  <a:lnTo>
                    <a:pt x="221638" y="322960"/>
                  </a:lnTo>
                  <a:lnTo>
                    <a:pt x="176560" y="32296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3" name="Freeform: Shape 12">
              <a:extLst>
                <a:ext uri="{FF2B5EF4-FFF2-40B4-BE49-F238E27FC236}">
                  <a16:creationId xmlns:a16="http://schemas.microsoft.com/office/drawing/2014/main" id="{46957FB9-F129-84A8-FEE8-BC296900EBBA}"/>
                </a:ext>
              </a:extLst>
            </p:cNvPr>
            <p:cNvSpPr/>
            <p:nvPr/>
          </p:nvSpPr>
          <p:spPr>
            <a:xfrm>
              <a:off x="10483088" y="395651"/>
              <a:ext cx="266375" cy="207872"/>
            </a:xfrm>
            <a:custGeom>
              <a:avLst/>
              <a:gdLst>
                <a:gd name="connsiteX0" fmla="*/ 176554 w 413852"/>
                <a:gd name="connsiteY0" fmla="*/ 0 h 322959"/>
                <a:gd name="connsiteX1" fmla="*/ 234161 w 413852"/>
                <a:gd name="connsiteY1" fmla="*/ 0 h 322959"/>
                <a:gd name="connsiteX2" fmla="*/ 413853 w 413852"/>
                <a:gd name="connsiteY2" fmla="*/ 322960 h 322959"/>
                <a:gd name="connsiteX3" fmla="*/ 354376 w 413852"/>
                <a:gd name="connsiteY3" fmla="*/ 322960 h 322959"/>
                <a:gd name="connsiteX4" fmla="*/ 313047 w 413852"/>
                <a:gd name="connsiteY4" fmla="*/ 243475 h 322959"/>
                <a:gd name="connsiteX5" fmla="*/ 94541 w 413852"/>
                <a:gd name="connsiteY5" fmla="*/ 243475 h 322959"/>
                <a:gd name="connsiteX6" fmla="*/ 53223 w 413852"/>
                <a:gd name="connsiteY6" fmla="*/ 322960 h 322959"/>
                <a:gd name="connsiteX7" fmla="*/ 0 w 413852"/>
                <a:gd name="connsiteY7" fmla="*/ 322960 h 322959"/>
                <a:gd name="connsiteX8" fmla="*/ 291134 w 413852"/>
                <a:gd name="connsiteY8" fmla="*/ 202165 h 322959"/>
                <a:gd name="connsiteX9" fmla="*/ 204103 w 413852"/>
                <a:gd name="connsiteY9" fmla="*/ 36930 h 322959"/>
                <a:gd name="connsiteX10" fmla="*/ 117083 w 413852"/>
                <a:gd name="connsiteY10" fmla="*/ 202165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852" h="322959">
                  <a:moveTo>
                    <a:pt x="176554" y="0"/>
                  </a:moveTo>
                  <a:lnTo>
                    <a:pt x="234161" y="0"/>
                  </a:lnTo>
                  <a:lnTo>
                    <a:pt x="413853" y="322960"/>
                  </a:lnTo>
                  <a:lnTo>
                    <a:pt x="354376" y="322960"/>
                  </a:lnTo>
                  <a:lnTo>
                    <a:pt x="313047" y="243475"/>
                  </a:lnTo>
                  <a:lnTo>
                    <a:pt x="94541" y="243475"/>
                  </a:lnTo>
                  <a:lnTo>
                    <a:pt x="53223" y="322960"/>
                  </a:lnTo>
                  <a:lnTo>
                    <a:pt x="0" y="322960"/>
                  </a:lnTo>
                  <a:close/>
                  <a:moveTo>
                    <a:pt x="291134" y="202165"/>
                  </a:moveTo>
                  <a:lnTo>
                    <a:pt x="204103" y="36930"/>
                  </a:lnTo>
                  <a:lnTo>
                    <a:pt x="117083" y="202165"/>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4" name="Freeform: Shape 13">
              <a:extLst>
                <a:ext uri="{FF2B5EF4-FFF2-40B4-BE49-F238E27FC236}">
                  <a16:creationId xmlns:a16="http://schemas.microsoft.com/office/drawing/2014/main" id="{9249155C-EDF4-3BB3-0A81-740734B00272}"/>
                </a:ext>
              </a:extLst>
            </p:cNvPr>
            <p:cNvSpPr/>
            <p:nvPr/>
          </p:nvSpPr>
          <p:spPr>
            <a:xfrm>
              <a:off x="10868235" y="395651"/>
              <a:ext cx="232115" cy="207872"/>
            </a:xfrm>
            <a:custGeom>
              <a:avLst/>
              <a:gdLst>
                <a:gd name="connsiteX0" fmla="*/ 0 w 360624"/>
                <a:gd name="connsiteY0" fmla="*/ 0 h 322959"/>
                <a:gd name="connsiteX1" fmla="*/ 260437 w 360624"/>
                <a:gd name="connsiteY1" fmla="*/ 0 h 322959"/>
                <a:gd name="connsiteX2" fmla="*/ 312419 w 360624"/>
                <a:gd name="connsiteY2" fmla="*/ 14397 h 322959"/>
                <a:gd name="connsiteX3" fmla="*/ 328697 w 360624"/>
                <a:gd name="connsiteY3" fmla="*/ 62588 h 322959"/>
                <a:gd name="connsiteX4" fmla="*/ 328697 w 360624"/>
                <a:gd name="connsiteY4" fmla="*/ 134571 h 322959"/>
                <a:gd name="connsiteX5" fmla="*/ 312419 w 360624"/>
                <a:gd name="connsiteY5" fmla="*/ 182761 h 322959"/>
                <a:gd name="connsiteX6" fmla="*/ 260437 w 360624"/>
                <a:gd name="connsiteY6" fmla="*/ 197160 h 322959"/>
                <a:gd name="connsiteX7" fmla="*/ 212855 w 360624"/>
                <a:gd name="connsiteY7" fmla="*/ 197160 h 322959"/>
                <a:gd name="connsiteX8" fmla="*/ 360624 w 360624"/>
                <a:gd name="connsiteY8" fmla="*/ 322960 h 322959"/>
                <a:gd name="connsiteX9" fmla="*/ 280491 w 360624"/>
                <a:gd name="connsiteY9" fmla="*/ 322960 h 322959"/>
                <a:gd name="connsiteX10" fmla="*/ 148995 w 360624"/>
                <a:gd name="connsiteY10" fmla="*/ 197160 h 322959"/>
                <a:gd name="connsiteX11" fmla="*/ 53830 w 360624"/>
                <a:gd name="connsiteY11" fmla="*/ 197160 h 322959"/>
                <a:gd name="connsiteX12" fmla="*/ 53830 w 360624"/>
                <a:gd name="connsiteY12" fmla="*/ 322960 h 322959"/>
                <a:gd name="connsiteX13" fmla="*/ 0 w 360624"/>
                <a:gd name="connsiteY13" fmla="*/ 322960 h 322959"/>
                <a:gd name="connsiteX14" fmla="*/ 53830 w 360624"/>
                <a:gd name="connsiteY14" fmla="*/ 41936 h 322959"/>
                <a:gd name="connsiteX15" fmla="*/ 53830 w 360624"/>
                <a:gd name="connsiteY15" fmla="*/ 155221 h 322959"/>
                <a:gd name="connsiteX16" fmla="*/ 239157 w 360624"/>
                <a:gd name="connsiteY16" fmla="*/ 155221 h 322959"/>
                <a:gd name="connsiteX17" fmla="*/ 265761 w 360624"/>
                <a:gd name="connsiteY17" fmla="*/ 148964 h 322959"/>
                <a:gd name="connsiteX18" fmla="*/ 274212 w 360624"/>
                <a:gd name="connsiteY18" fmla="*/ 122053 h 322959"/>
                <a:gd name="connsiteX19" fmla="*/ 274212 w 360624"/>
                <a:gd name="connsiteY19" fmla="*/ 75112 h 322959"/>
                <a:gd name="connsiteX20" fmla="*/ 265761 w 360624"/>
                <a:gd name="connsiteY20" fmla="*/ 48511 h 322959"/>
                <a:gd name="connsiteX21" fmla="*/ 239157 w 360624"/>
                <a:gd name="connsiteY21" fmla="*/ 41936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60624" h="322959">
                  <a:moveTo>
                    <a:pt x="0" y="0"/>
                  </a:moveTo>
                  <a:lnTo>
                    <a:pt x="260437" y="0"/>
                  </a:lnTo>
                  <a:cubicBezTo>
                    <a:pt x="284241" y="0"/>
                    <a:pt x="301565" y="4799"/>
                    <a:pt x="312419" y="14397"/>
                  </a:cubicBezTo>
                  <a:cubicBezTo>
                    <a:pt x="323262" y="24000"/>
                    <a:pt x="328686" y="40065"/>
                    <a:pt x="328697" y="62588"/>
                  </a:cubicBezTo>
                  <a:lnTo>
                    <a:pt x="328697" y="134571"/>
                  </a:lnTo>
                  <a:cubicBezTo>
                    <a:pt x="328697" y="157106"/>
                    <a:pt x="323272" y="173167"/>
                    <a:pt x="312419" y="182761"/>
                  </a:cubicBezTo>
                  <a:cubicBezTo>
                    <a:pt x="301549" y="192360"/>
                    <a:pt x="284220" y="197160"/>
                    <a:pt x="260437" y="197160"/>
                  </a:cubicBezTo>
                  <a:lnTo>
                    <a:pt x="212855" y="197160"/>
                  </a:lnTo>
                  <a:lnTo>
                    <a:pt x="360624" y="322960"/>
                  </a:lnTo>
                  <a:lnTo>
                    <a:pt x="280491" y="322960"/>
                  </a:lnTo>
                  <a:lnTo>
                    <a:pt x="148995" y="197160"/>
                  </a:lnTo>
                  <a:lnTo>
                    <a:pt x="53830" y="197160"/>
                  </a:lnTo>
                  <a:lnTo>
                    <a:pt x="53830" y="322960"/>
                  </a:lnTo>
                  <a:lnTo>
                    <a:pt x="0" y="322960"/>
                  </a:lnTo>
                  <a:close/>
                  <a:moveTo>
                    <a:pt x="53830" y="41936"/>
                  </a:moveTo>
                  <a:lnTo>
                    <a:pt x="53830" y="155221"/>
                  </a:lnTo>
                  <a:lnTo>
                    <a:pt x="239157" y="155221"/>
                  </a:lnTo>
                  <a:cubicBezTo>
                    <a:pt x="248458" y="155939"/>
                    <a:pt x="257754" y="153753"/>
                    <a:pt x="265761" y="148964"/>
                  </a:cubicBezTo>
                  <a:cubicBezTo>
                    <a:pt x="271386" y="144798"/>
                    <a:pt x="274201" y="135822"/>
                    <a:pt x="274212" y="122053"/>
                  </a:cubicBezTo>
                  <a:lnTo>
                    <a:pt x="274212" y="75112"/>
                  </a:lnTo>
                  <a:cubicBezTo>
                    <a:pt x="274212" y="61760"/>
                    <a:pt x="271396" y="52892"/>
                    <a:pt x="265761" y="48511"/>
                  </a:cubicBezTo>
                  <a:cubicBezTo>
                    <a:pt x="257838" y="43502"/>
                    <a:pt x="248506" y="41195"/>
                    <a:pt x="239157" y="41936"/>
                  </a:cubicBez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5" name="Freeform: Shape 14">
              <a:extLst>
                <a:ext uri="{FF2B5EF4-FFF2-40B4-BE49-F238E27FC236}">
                  <a16:creationId xmlns:a16="http://schemas.microsoft.com/office/drawing/2014/main" id="{E3216162-A934-9D75-3DEA-52F4D09DA825}"/>
                </a:ext>
              </a:extLst>
            </p:cNvPr>
            <p:cNvSpPr/>
            <p:nvPr/>
          </p:nvSpPr>
          <p:spPr>
            <a:xfrm>
              <a:off x="11251363" y="395651"/>
              <a:ext cx="201890" cy="207872"/>
            </a:xfrm>
            <a:custGeom>
              <a:avLst/>
              <a:gdLst>
                <a:gd name="connsiteX0" fmla="*/ 0 w 313665"/>
                <a:gd name="connsiteY0" fmla="*/ 0 h 322959"/>
                <a:gd name="connsiteX1" fmla="*/ 311167 w 313665"/>
                <a:gd name="connsiteY1" fmla="*/ 0 h 322959"/>
                <a:gd name="connsiteX2" fmla="*/ 311167 w 313665"/>
                <a:gd name="connsiteY2" fmla="*/ 43185 h 322959"/>
                <a:gd name="connsiteX3" fmla="*/ 53857 w 313665"/>
                <a:gd name="connsiteY3" fmla="*/ 43185 h 322959"/>
                <a:gd name="connsiteX4" fmla="*/ 53857 w 313665"/>
                <a:gd name="connsiteY4" fmla="*/ 133320 h 322959"/>
                <a:gd name="connsiteX5" fmla="*/ 211001 w 313665"/>
                <a:gd name="connsiteY5" fmla="*/ 133320 h 322959"/>
                <a:gd name="connsiteX6" fmla="*/ 211001 w 313665"/>
                <a:gd name="connsiteY6" fmla="*/ 175876 h 322959"/>
                <a:gd name="connsiteX7" fmla="*/ 53857 w 313665"/>
                <a:gd name="connsiteY7" fmla="*/ 175876 h 322959"/>
                <a:gd name="connsiteX8" fmla="*/ 53857 w 313665"/>
                <a:gd name="connsiteY8" fmla="*/ 278529 h 322959"/>
                <a:gd name="connsiteX9" fmla="*/ 313665 w 313665"/>
                <a:gd name="connsiteY9" fmla="*/ 278529 h 322959"/>
                <a:gd name="connsiteX10" fmla="*/ 313665 w 313665"/>
                <a:gd name="connsiteY10" fmla="*/ 322960 h 322959"/>
                <a:gd name="connsiteX11" fmla="*/ 0 w 313665"/>
                <a:gd name="connsiteY11" fmla="*/ 322960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665" h="322959">
                  <a:moveTo>
                    <a:pt x="0" y="0"/>
                  </a:moveTo>
                  <a:lnTo>
                    <a:pt x="311167" y="0"/>
                  </a:lnTo>
                  <a:lnTo>
                    <a:pt x="311167" y="43185"/>
                  </a:lnTo>
                  <a:lnTo>
                    <a:pt x="53857" y="43185"/>
                  </a:lnTo>
                  <a:lnTo>
                    <a:pt x="53857" y="133320"/>
                  </a:lnTo>
                  <a:lnTo>
                    <a:pt x="211001" y="133320"/>
                  </a:lnTo>
                  <a:lnTo>
                    <a:pt x="211001" y="175876"/>
                  </a:lnTo>
                  <a:lnTo>
                    <a:pt x="53857" y="175876"/>
                  </a:lnTo>
                  <a:lnTo>
                    <a:pt x="53857" y="278529"/>
                  </a:lnTo>
                  <a:lnTo>
                    <a:pt x="313665" y="278529"/>
                  </a:lnTo>
                  <a:lnTo>
                    <a:pt x="313665" y="322960"/>
                  </a:lnTo>
                  <a:lnTo>
                    <a:pt x="0" y="32296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6" name="Freeform: Shape 15">
              <a:extLst>
                <a:ext uri="{FF2B5EF4-FFF2-40B4-BE49-F238E27FC236}">
                  <a16:creationId xmlns:a16="http://schemas.microsoft.com/office/drawing/2014/main" id="{258B1296-F7E8-AA37-D6EC-720D933836BE}"/>
                </a:ext>
              </a:extLst>
            </p:cNvPr>
            <p:cNvSpPr/>
            <p:nvPr/>
          </p:nvSpPr>
          <p:spPr>
            <a:xfrm>
              <a:off x="11624215" y="395651"/>
              <a:ext cx="192218" cy="207872"/>
            </a:xfrm>
            <a:custGeom>
              <a:avLst/>
              <a:gdLst>
                <a:gd name="connsiteX0" fmla="*/ 0 w 298639"/>
                <a:gd name="connsiteY0" fmla="*/ 0 h 322959"/>
                <a:gd name="connsiteX1" fmla="*/ 53830 w 298639"/>
                <a:gd name="connsiteY1" fmla="*/ 0 h 322959"/>
                <a:gd name="connsiteX2" fmla="*/ 53830 w 298639"/>
                <a:gd name="connsiteY2" fmla="*/ 277890 h 322959"/>
                <a:gd name="connsiteX3" fmla="*/ 298639 w 298639"/>
                <a:gd name="connsiteY3" fmla="*/ 277890 h 322959"/>
                <a:gd name="connsiteX4" fmla="*/ 298639 w 298639"/>
                <a:gd name="connsiteY4" fmla="*/ 322960 h 322959"/>
                <a:gd name="connsiteX5" fmla="*/ 0 w 298639"/>
                <a:gd name="connsiteY5" fmla="*/ 322960 h 322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639" h="322959">
                  <a:moveTo>
                    <a:pt x="0" y="0"/>
                  </a:moveTo>
                  <a:lnTo>
                    <a:pt x="53830" y="0"/>
                  </a:lnTo>
                  <a:lnTo>
                    <a:pt x="53830" y="277890"/>
                  </a:lnTo>
                  <a:lnTo>
                    <a:pt x="298639" y="277890"/>
                  </a:lnTo>
                  <a:lnTo>
                    <a:pt x="298639" y="322960"/>
                  </a:lnTo>
                  <a:lnTo>
                    <a:pt x="0" y="32296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7" name="Freeform: Shape 16">
              <a:extLst>
                <a:ext uri="{FF2B5EF4-FFF2-40B4-BE49-F238E27FC236}">
                  <a16:creationId xmlns:a16="http://schemas.microsoft.com/office/drawing/2014/main" id="{57552E98-C2FA-3E44-7FCF-224C9797C8E9}"/>
                </a:ext>
              </a:extLst>
            </p:cNvPr>
            <p:cNvSpPr/>
            <p:nvPr/>
          </p:nvSpPr>
          <p:spPr>
            <a:xfrm>
              <a:off x="10122529" y="638548"/>
              <a:ext cx="67490" cy="69508"/>
            </a:xfrm>
            <a:custGeom>
              <a:avLst/>
              <a:gdLst>
                <a:gd name="connsiteX0" fmla="*/ 0 w 104856"/>
                <a:gd name="connsiteY0" fmla="*/ 107991 h 107990"/>
                <a:gd name="connsiteX1" fmla="*/ 0 w 104856"/>
                <a:gd name="connsiteY1" fmla="*/ 0 h 107990"/>
                <a:gd name="connsiteX2" fmla="*/ 104043 w 104856"/>
                <a:gd name="connsiteY2" fmla="*/ 0 h 107990"/>
                <a:gd name="connsiteX3" fmla="*/ 104043 w 104856"/>
                <a:gd name="connsiteY3" fmla="*/ 14509 h 107990"/>
                <a:gd name="connsiteX4" fmla="*/ 18090 w 104856"/>
                <a:gd name="connsiteY4" fmla="*/ 14509 h 107990"/>
                <a:gd name="connsiteX5" fmla="*/ 18090 w 104856"/>
                <a:gd name="connsiteY5" fmla="*/ 44542 h 107990"/>
                <a:gd name="connsiteX6" fmla="*/ 70621 w 104856"/>
                <a:gd name="connsiteY6" fmla="*/ 44542 h 107990"/>
                <a:gd name="connsiteX7" fmla="*/ 70621 w 104856"/>
                <a:gd name="connsiteY7" fmla="*/ 58845 h 107990"/>
                <a:gd name="connsiteX8" fmla="*/ 18090 w 104856"/>
                <a:gd name="connsiteY8" fmla="*/ 58845 h 107990"/>
                <a:gd name="connsiteX9" fmla="*/ 18090 w 104856"/>
                <a:gd name="connsiteY9" fmla="*/ 93175 h 107990"/>
                <a:gd name="connsiteX10" fmla="*/ 104856 w 104856"/>
                <a:gd name="connsiteY10" fmla="*/ 93175 h 107990"/>
                <a:gd name="connsiteX11" fmla="*/ 104856 w 104856"/>
                <a:gd name="connsiteY11"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4856" h="107990">
                  <a:moveTo>
                    <a:pt x="0" y="107991"/>
                  </a:moveTo>
                  <a:lnTo>
                    <a:pt x="0" y="0"/>
                  </a:lnTo>
                  <a:lnTo>
                    <a:pt x="104043" y="0"/>
                  </a:lnTo>
                  <a:lnTo>
                    <a:pt x="104043" y="14509"/>
                  </a:lnTo>
                  <a:lnTo>
                    <a:pt x="18090" y="14509"/>
                  </a:lnTo>
                  <a:lnTo>
                    <a:pt x="18090" y="44542"/>
                  </a:lnTo>
                  <a:lnTo>
                    <a:pt x="70621" y="44542"/>
                  </a:lnTo>
                  <a:lnTo>
                    <a:pt x="70621" y="58845"/>
                  </a:lnTo>
                  <a:lnTo>
                    <a:pt x="18090" y="58845"/>
                  </a:lnTo>
                  <a:lnTo>
                    <a:pt x="18090" y="93175"/>
                  </a:lnTo>
                  <a:lnTo>
                    <a:pt x="104856" y="93175"/>
                  </a:lnTo>
                  <a:lnTo>
                    <a:pt x="104856"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8" name="Freeform: Shape 17">
              <a:extLst>
                <a:ext uri="{FF2B5EF4-FFF2-40B4-BE49-F238E27FC236}">
                  <a16:creationId xmlns:a16="http://schemas.microsoft.com/office/drawing/2014/main" id="{7745C1A3-E3CB-1D67-6DD3-3A9044B3B1FD}"/>
                </a:ext>
              </a:extLst>
            </p:cNvPr>
            <p:cNvSpPr/>
            <p:nvPr/>
          </p:nvSpPr>
          <p:spPr>
            <a:xfrm>
              <a:off x="10231120" y="638548"/>
              <a:ext cx="76832" cy="69508"/>
            </a:xfrm>
            <a:custGeom>
              <a:avLst/>
              <a:gdLst>
                <a:gd name="connsiteX0" fmla="*/ 0 w 119369"/>
                <a:gd name="connsiteY0" fmla="*/ 107991 h 107990"/>
                <a:gd name="connsiteX1" fmla="*/ 0 w 119369"/>
                <a:gd name="connsiteY1" fmla="*/ 0 h 107990"/>
                <a:gd name="connsiteX2" fmla="*/ 11345 w 119369"/>
                <a:gd name="connsiteY2" fmla="*/ 0 h 107990"/>
                <a:gd name="connsiteX3" fmla="*/ 92185 w 119369"/>
                <a:gd name="connsiteY3" fmla="*/ 72235 h 107990"/>
                <a:gd name="connsiteX4" fmla="*/ 98059 w 119369"/>
                <a:gd name="connsiteY4" fmla="*/ 78159 h 107990"/>
                <a:gd name="connsiteX5" fmla="*/ 104449 w 119369"/>
                <a:gd name="connsiteY5" fmla="*/ 85820 h 107990"/>
                <a:gd name="connsiteX6" fmla="*/ 103224 w 119369"/>
                <a:gd name="connsiteY6" fmla="*/ 74944 h 107990"/>
                <a:gd name="connsiteX7" fmla="*/ 102817 w 119369"/>
                <a:gd name="connsiteY7" fmla="*/ 59257 h 107990"/>
                <a:gd name="connsiteX8" fmla="*/ 102817 w 119369"/>
                <a:gd name="connsiteY8" fmla="*/ 0 h 107990"/>
                <a:gd name="connsiteX9" fmla="*/ 119370 w 119369"/>
                <a:gd name="connsiteY9" fmla="*/ 0 h 107990"/>
                <a:gd name="connsiteX10" fmla="*/ 119370 w 119369"/>
                <a:gd name="connsiteY10" fmla="*/ 107991 h 107990"/>
                <a:gd name="connsiteX11" fmla="*/ 109250 w 119369"/>
                <a:gd name="connsiteY11" fmla="*/ 107991 h 107990"/>
                <a:gd name="connsiteX12" fmla="*/ 26265 w 119369"/>
                <a:gd name="connsiteY12" fmla="*/ 32899 h 107990"/>
                <a:gd name="connsiteX13" fmla="*/ 24428 w 119369"/>
                <a:gd name="connsiteY13" fmla="*/ 31263 h 107990"/>
                <a:gd name="connsiteX14" fmla="*/ 15332 w 119369"/>
                <a:gd name="connsiteY14" fmla="*/ 20740 h 107990"/>
                <a:gd name="connsiteX15" fmla="*/ 16252 w 119369"/>
                <a:gd name="connsiteY15" fmla="*/ 31215 h 107990"/>
                <a:gd name="connsiteX16" fmla="*/ 16558 w 119369"/>
                <a:gd name="connsiteY16" fmla="*/ 44341 h 107990"/>
                <a:gd name="connsiteX17" fmla="*/ 16558 w 119369"/>
                <a:gd name="connsiteY17"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369" h="107990">
                  <a:moveTo>
                    <a:pt x="0" y="107991"/>
                  </a:moveTo>
                  <a:lnTo>
                    <a:pt x="0" y="0"/>
                  </a:lnTo>
                  <a:lnTo>
                    <a:pt x="11345" y="0"/>
                  </a:lnTo>
                  <a:lnTo>
                    <a:pt x="92185" y="72235"/>
                  </a:lnTo>
                  <a:cubicBezTo>
                    <a:pt x="94251" y="74099"/>
                    <a:pt x="96215" y="76073"/>
                    <a:pt x="98059" y="78159"/>
                  </a:cubicBezTo>
                  <a:cubicBezTo>
                    <a:pt x="100134" y="80472"/>
                    <a:pt x="102268" y="83027"/>
                    <a:pt x="104449" y="85820"/>
                  </a:cubicBezTo>
                  <a:cubicBezTo>
                    <a:pt x="103905" y="82351"/>
                    <a:pt x="103499" y="78724"/>
                    <a:pt x="103224" y="74944"/>
                  </a:cubicBezTo>
                  <a:cubicBezTo>
                    <a:pt x="102949" y="71158"/>
                    <a:pt x="102817" y="65931"/>
                    <a:pt x="102817" y="59257"/>
                  </a:cubicBezTo>
                  <a:lnTo>
                    <a:pt x="102817" y="0"/>
                  </a:lnTo>
                  <a:lnTo>
                    <a:pt x="119370" y="0"/>
                  </a:lnTo>
                  <a:lnTo>
                    <a:pt x="119370" y="107991"/>
                  </a:lnTo>
                  <a:lnTo>
                    <a:pt x="109250" y="107991"/>
                  </a:lnTo>
                  <a:lnTo>
                    <a:pt x="26265" y="32899"/>
                  </a:lnTo>
                  <a:cubicBezTo>
                    <a:pt x="25859" y="32561"/>
                    <a:pt x="25241" y="32018"/>
                    <a:pt x="24428" y="31263"/>
                  </a:cubicBezTo>
                  <a:cubicBezTo>
                    <a:pt x="20889" y="28227"/>
                    <a:pt x="17820" y="24679"/>
                    <a:pt x="15332" y="20740"/>
                  </a:cubicBezTo>
                  <a:cubicBezTo>
                    <a:pt x="15739" y="24008"/>
                    <a:pt x="16046" y="27498"/>
                    <a:pt x="16252" y="31215"/>
                  </a:cubicBezTo>
                  <a:cubicBezTo>
                    <a:pt x="16452" y="34927"/>
                    <a:pt x="16558" y="39304"/>
                    <a:pt x="16558" y="44341"/>
                  </a:cubicBezTo>
                  <a:lnTo>
                    <a:pt x="16558"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19" name="Freeform: Shape 18">
              <a:extLst>
                <a:ext uri="{FF2B5EF4-FFF2-40B4-BE49-F238E27FC236}">
                  <a16:creationId xmlns:a16="http://schemas.microsoft.com/office/drawing/2014/main" id="{D123D190-430D-3181-664E-08E1C39EF32B}"/>
                </a:ext>
              </a:extLst>
            </p:cNvPr>
            <p:cNvSpPr/>
            <p:nvPr/>
          </p:nvSpPr>
          <p:spPr>
            <a:xfrm>
              <a:off x="10369112" y="638548"/>
              <a:ext cx="55847" cy="69508"/>
            </a:xfrm>
            <a:custGeom>
              <a:avLst/>
              <a:gdLst>
                <a:gd name="connsiteX0" fmla="*/ 0 w 86766"/>
                <a:gd name="connsiteY0" fmla="*/ 107991 h 107990"/>
                <a:gd name="connsiteX1" fmla="*/ 0 w 86766"/>
                <a:gd name="connsiteY1" fmla="*/ 0 h 107990"/>
                <a:gd name="connsiteX2" fmla="*/ 86091 w 86766"/>
                <a:gd name="connsiteY2" fmla="*/ 0 h 107990"/>
                <a:gd name="connsiteX3" fmla="*/ 86091 w 86766"/>
                <a:gd name="connsiteY3" fmla="*/ 14509 h 107990"/>
                <a:gd name="connsiteX4" fmla="*/ 14968 w 86766"/>
                <a:gd name="connsiteY4" fmla="*/ 14509 h 107990"/>
                <a:gd name="connsiteX5" fmla="*/ 14968 w 86766"/>
                <a:gd name="connsiteY5" fmla="*/ 44542 h 107990"/>
                <a:gd name="connsiteX6" fmla="*/ 58436 w 86766"/>
                <a:gd name="connsiteY6" fmla="*/ 44542 h 107990"/>
                <a:gd name="connsiteX7" fmla="*/ 58436 w 86766"/>
                <a:gd name="connsiteY7" fmla="*/ 58845 h 107990"/>
                <a:gd name="connsiteX8" fmla="*/ 14968 w 86766"/>
                <a:gd name="connsiteY8" fmla="*/ 58845 h 107990"/>
                <a:gd name="connsiteX9" fmla="*/ 14968 w 86766"/>
                <a:gd name="connsiteY9" fmla="*/ 93175 h 107990"/>
                <a:gd name="connsiteX10" fmla="*/ 86767 w 86766"/>
                <a:gd name="connsiteY10" fmla="*/ 93175 h 107990"/>
                <a:gd name="connsiteX11" fmla="*/ 86767 w 86766"/>
                <a:gd name="connsiteY11"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6766" h="107990">
                  <a:moveTo>
                    <a:pt x="0" y="107991"/>
                  </a:moveTo>
                  <a:lnTo>
                    <a:pt x="0" y="0"/>
                  </a:lnTo>
                  <a:lnTo>
                    <a:pt x="86091" y="0"/>
                  </a:lnTo>
                  <a:lnTo>
                    <a:pt x="86091" y="14509"/>
                  </a:lnTo>
                  <a:lnTo>
                    <a:pt x="14968" y="14509"/>
                  </a:lnTo>
                  <a:lnTo>
                    <a:pt x="14968" y="44542"/>
                  </a:lnTo>
                  <a:lnTo>
                    <a:pt x="58436" y="44542"/>
                  </a:lnTo>
                  <a:lnTo>
                    <a:pt x="58436" y="58845"/>
                  </a:lnTo>
                  <a:lnTo>
                    <a:pt x="14968" y="58845"/>
                  </a:lnTo>
                  <a:lnTo>
                    <a:pt x="14968" y="93175"/>
                  </a:lnTo>
                  <a:lnTo>
                    <a:pt x="86767" y="93175"/>
                  </a:lnTo>
                  <a:lnTo>
                    <a:pt x="86767"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0" name="Freeform: Shape 19">
              <a:extLst>
                <a:ext uri="{FF2B5EF4-FFF2-40B4-BE49-F238E27FC236}">
                  <a16:creationId xmlns:a16="http://schemas.microsoft.com/office/drawing/2014/main" id="{99DD64C0-8B87-18EC-9245-6673B8FED21D}"/>
                </a:ext>
              </a:extLst>
            </p:cNvPr>
            <p:cNvSpPr/>
            <p:nvPr/>
          </p:nvSpPr>
          <p:spPr>
            <a:xfrm>
              <a:off x="10466060" y="638481"/>
              <a:ext cx="77621" cy="69575"/>
            </a:xfrm>
            <a:custGeom>
              <a:avLst/>
              <a:gdLst>
                <a:gd name="connsiteX0" fmla="*/ 0 w 120595"/>
                <a:gd name="connsiteY0" fmla="*/ 108096 h 108095"/>
                <a:gd name="connsiteX1" fmla="*/ 0 w 120595"/>
                <a:gd name="connsiteY1" fmla="*/ 105 h 108095"/>
                <a:gd name="connsiteX2" fmla="*/ 87078 w 120595"/>
                <a:gd name="connsiteY2" fmla="*/ 105 h 108095"/>
                <a:gd name="connsiteX3" fmla="*/ 104603 w 120595"/>
                <a:gd name="connsiteY3" fmla="*/ 5063 h 108095"/>
                <a:gd name="connsiteX4" fmla="*/ 109969 w 120595"/>
                <a:gd name="connsiteY4" fmla="*/ 21051 h 108095"/>
                <a:gd name="connsiteX5" fmla="*/ 109969 w 120595"/>
                <a:gd name="connsiteY5" fmla="*/ 45164 h 108095"/>
                <a:gd name="connsiteX6" fmla="*/ 104603 w 120595"/>
                <a:gd name="connsiteY6" fmla="*/ 61046 h 108095"/>
                <a:gd name="connsiteX7" fmla="*/ 87078 w 120595"/>
                <a:gd name="connsiteY7" fmla="*/ 66004 h 108095"/>
                <a:gd name="connsiteX8" fmla="*/ 71233 w 120595"/>
                <a:gd name="connsiteY8" fmla="*/ 66004 h 108095"/>
                <a:gd name="connsiteX9" fmla="*/ 120595 w 120595"/>
                <a:gd name="connsiteY9" fmla="*/ 108096 h 108095"/>
                <a:gd name="connsiteX10" fmla="*/ 93818 w 120595"/>
                <a:gd name="connsiteY10" fmla="*/ 108096 h 108095"/>
                <a:gd name="connsiteX11" fmla="*/ 49874 w 120595"/>
                <a:gd name="connsiteY11" fmla="*/ 66004 h 108095"/>
                <a:gd name="connsiteX12" fmla="*/ 18095 w 120595"/>
                <a:gd name="connsiteY12" fmla="*/ 66004 h 108095"/>
                <a:gd name="connsiteX13" fmla="*/ 18095 w 120595"/>
                <a:gd name="connsiteY13" fmla="*/ 108096 h 108095"/>
                <a:gd name="connsiteX14" fmla="*/ 80022 w 120595"/>
                <a:gd name="connsiteY14" fmla="*/ 14102 h 108095"/>
                <a:gd name="connsiteX15" fmla="*/ 18090 w 120595"/>
                <a:gd name="connsiteY15" fmla="*/ 14102 h 108095"/>
                <a:gd name="connsiteX16" fmla="*/ 18090 w 120595"/>
                <a:gd name="connsiteY16" fmla="*/ 52007 h 108095"/>
                <a:gd name="connsiteX17" fmla="*/ 80022 w 120595"/>
                <a:gd name="connsiteY17" fmla="*/ 52007 h 108095"/>
                <a:gd name="connsiteX18" fmla="*/ 89223 w 120595"/>
                <a:gd name="connsiteY18" fmla="*/ 49552 h 108095"/>
                <a:gd name="connsiteX19" fmla="*/ 91673 w 120595"/>
                <a:gd name="connsiteY19" fmla="*/ 40972 h 108095"/>
                <a:gd name="connsiteX20" fmla="*/ 91673 w 120595"/>
                <a:gd name="connsiteY20" fmla="*/ 25243 h 108095"/>
                <a:gd name="connsiteX21" fmla="*/ 89175 w 120595"/>
                <a:gd name="connsiteY21" fmla="*/ 16605 h 108095"/>
                <a:gd name="connsiteX22" fmla="*/ 80022 w 120595"/>
                <a:gd name="connsiteY22" fmla="*/ 14102 h 10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0595" h="108095">
                  <a:moveTo>
                    <a:pt x="0" y="108096"/>
                  </a:moveTo>
                  <a:lnTo>
                    <a:pt x="0" y="105"/>
                  </a:lnTo>
                  <a:lnTo>
                    <a:pt x="87078" y="105"/>
                  </a:lnTo>
                  <a:cubicBezTo>
                    <a:pt x="93332" y="-465"/>
                    <a:pt x="99575" y="1298"/>
                    <a:pt x="104603" y="5063"/>
                  </a:cubicBezTo>
                  <a:cubicBezTo>
                    <a:pt x="108564" y="9398"/>
                    <a:pt x="110508" y="15201"/>
                    <a:pt x="109969" y="21051"/>
                  </a:cubicBezTo>
                  <a:lnTo>
                    <a:pt x="109969" y="45164"/>
                  </a:lnTo>
                  <a:cubicBezTo>
                    <a:pt x="110502" y="50977"/>
                    <a:pt x="108553" y="56748"/>
                    <a:pt x="104603" y="61046"/>
                  </a:cubicBezTo>
                  <a:cubicBezTo>
                    <a:pt x="99575" y="64811"/>
                    <a:pt x="93332" y="66574"/>
                    <a:pt x="87078" y="66004"/>
                  </a:cubicBezTo>
                  <a:lnTo>
                    <a:pt x="71233" y="66004"/>
                  </a:lnTo>
                  <a:lnTo>
                    <a:pt x="120595" y="108096"/>
                  </a:lnTo>
                  <a:lnTo>
                    <a:pt x="93818" y="108096"/>
                  </a:lnTo>
                  <a:lnTo>
                    <a:pt x="49874" y="66004"/>
                  </a:lnTo>
                  <a:lnTo>
                    <a:pt x="18095" y="66004"/>
                  </a:lnTo>
                  <a:lnTo>
                    <a:pt x="18095" y="108096"/>
                  </a:lnTo>
                  <a:close/>
                  <a:moveTo>
                    <a:pt x="80022" y="14102"/>
                  </a:moveTo>
                  <a:lnTo>
                    <a:pt x="18090" y="14102"/>
                  </a:lnTo>
                  <a:lnTo>
                    <a:pt x="18090" y="52007"/>
                  </a:lnTo>
                  <a:lnTo>
                    <a:pt x="80022" y="52007"/>
                  </a:lnTo>
                  <a:cubicBezTo>
                    <a:pt x="83291" y="52371"/>
                    <a:pt x="86576" y="51500"/>
                    <a:pt x="89223" y="49552"/>
                  </a:cubicBezTo>
                  <a:cubicBezTo>
                    <a:pt x="91119" y="47112"/>
                    <a:pt x="91995" y="44040"/>
                    <a:pt x="91673" y="40972"/>
                  </a:cubicBezTo>
                  <a:lnTo>
                    <a:pt x="91673" y="25243"/>
                  </a:lnTo>
                  <a:cubicBezTo>
                    <a:pt x="91990" y="22149"/>
                    <a:pt x="91092" y="19055"/>
                    <a:pt x="89175" y="16605"/>
                  </a:cubicBezTo>
                  <a:cubicBezTo>
                    <a:pt x="86550" y="14641"/>
                    <a:pt x="83281" y="13743"/>
                    <a:pt x="80022" y="14102"/>
                  </a:cubicBez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1" name="Freeform: Shape 20">
              <a:extLst>
                <a:ext uri="{FF2B5EF4-FFF2-40B4-BE49-F238E27FC236}">
                  <a16:creationId xmlns:a16="http://schemas.microsoft.com/office/drawing/2014/main" id="{78B77D01-344E-7F03-7421-8D55F07AE21A}"/>
                </a:ext>
              </a:extLst>
            </p:cNvPr>
            <p:cNvSpPr/>
            <p:nvPr/>
          </p:nvSpPr>
          <p:spPr>
            <a:xfrm>
              <a:off x="10581293" y="638548"/>
              <a:ext cx="77621" cy="69508"/>
            </a:xfrm>
            <a:custGeom>
              <a:avLst/>
              <a:gdLst>
                <a:gd name="connsiteX0" fmla="*/ 102606 w 120595"/>
                <a:gd name="connsiteY0" fmla="*/ 14710 h 107990"/>
                <a:gd name="connsiteX1" fmla="*/ 17989 w 120595"/>
                <a:gd name="connsiteY1" fmla="*/ 14710 h 107990"/>
                <a:gd name="connsiteX2" fmla="*/ 17989 w 120595"/>
                <a:gd name="connsiteY2" fmla="*/ 92975 h 107990"/>
                <a:gd name="connsiteX3" fmla="*/ 102606 w 120595"/>
                <a:gd name="connsiteY3" fmla="*/ 92975 h 107990"/>
                <a:gd name="connsiteX4" fmla="*/ 102606 w 120595"/>
                <a:gd name="connsiteY4" fmla="*/ 61295 h 107990"/>
                <a:gd name="connsiteX5" fmla="*/ 58869 w 120595"/>
                <a:gd name="connsiteY5" fmla="*/ 61295 h 107990"/>
                <a:gd name="connsiteX6" fmla="*/ 58869 w 120595"/>
                <a:gd name="connsiteY6" fmla="*/ 47509 h 107990"/>
                <a:gd name="connsiteX7" fmla="*/ 120595 w 120595"/>
                <a:gd name="connsiteY7" fmla="*/ 47509 h 107990"/>
                <a:gd name="connsiteX8" fmla="*/ 120595 w 120595"/>
                <a:gd name="connsiteY8" fmla="*/ 82452 h 107990"/>
                <a:gd name="connsiteX9" fmla="*/ 115282 w 120595"/>
                <a:gd name="connsiteY9" fmla="*/ 102626 h 107990"/>
                <a:gd name="connsiteX10" fmla="*/ 95249 w 120595"/>
                <a:gd name="connsiteY10" fmla="*/ 107991 h 107990"/>
                <a:gd name="connsiteX11" fmla="*/ 25347 w 120595"/>
                <a:gd name="connsiteY11" fmla="*/ 107991 h 107990"/>
                <a:gd name="connsiteX12" fmla="*/ 5261 w 120595"/>
                <a:gd name="connsiteY12" fmla="*/ 102574 h 107990"/>
                <a:gd name="connsiteX13" fmla="*/ 0 w 120595"/>
                <a:gd name="connsiteY13" fmla="*/ 82452 h 107990"/>
                <a:gd name="connsiteX14" fmla="*/ 0 w 120595"/>
                <a:gd name="connsiteY14" fmla="*/ 25544 h 107990"/>
                <a:gd name="connsiteX15" fmla="*/ 5261 w 120595"/>
                <a:gd name="connsiteY15" fmla="*/ 5417 h 107990"/>
                <a:gd name="connsiteX16" fmla="*/ 25347 w 120595"/>
                <a:gd name="connsiteY16" fmla="*/ 0 h 107990"/>
                <a:gd name="connsiteX17" fmla="*/ 95249 w 120595"/>
                <a:gd name="connsiteY17" fmla="*/ 0 h 107990"/>
                <a:gd name="connsiteX18" fmla="*/ 115177 w 120595"/>
                <a:gd name="connsiteY18" fmla="*/ 5264 h 107990"/>
                <a:gd name="connsiteX19" fmla="*/ 120595 w 120595"/>
                <a:gd name="connsiteY19" fmla="*/ 24319 h 107990"/>
                <a:gd name="connsiteX20" fmla="*/ 120595 w 120595"/>
                <a:gd name="connsiteY20" fmla="*/ 26970 h 107990"/>
                <a:gd name="connsiteX21" fmla="*/ 102606 w 120595"/>
                <a:gd name="connsiteY21" fmla="*/ 30550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595" h="107990">
                  <a:moveTo>
                    <a:pt x="102606" y="14710"/>
                  </a:moveTo>
                  <a:lnTo>
                    <a:pt x="17989" y="14710"/>
                  </a:lnTo>
                  <a:lnTo>
                    <a:pt x="17989" y="92975"/>
                  </a:lnTo>
                  <a:lnTo>
                    <a:pt x="102606" y="92975"/>
                  </a:lnTo>
                  <a:lnTo>
                    <a:pt x="102606" y="61295"/>
                  </a:lnTo>
                  <a:lnTo>
                    <a:pt x="58869" y="61295"/>
                  </a:lnTo>
                  <a:lnTo>
                    <a:pt x="58869" y="47509"/>
                  </a:lnTo>
                  <a:lnTo>
                    <a:pt x="120595" y="47509"/>
                  </a:lnTo>
                  <a:lnTo>
                    <a:pt x="120595" y="82452"/>
                  </a:lnTo>
                  <a:cubicBezTo>
                    <a:pt x="120595" y="92325"/>
                    <a:pt x="118821" y="99052"/>
                    <a:pt x="115282" y="102626"/>
                  </a:cubicBezTo>
                  <a:cubicBezTo>
                    <a:pt x="111738" y="106201"/>
                    <a:pt x="105062" y="107991"/>
                    <a:pt x="95249" y="107991"/>
                  </a:cubicBezTo>
                  <a:lnTo>
                    <a:pt x="25347" y="107991"/>
                  </a:lnTo>
                  <a:cubicBezTo>
                    <a:pt x="15470" y="107991"/>
                    <a:pt x="8778" y="106185"/>
                    <a:pt x="5261" y="102574"/>
                  </a:cubicBezTo>
                  <a:cubicBezTo>
                    <a:pt x="1759" y="98967"/>
                    <a:pt x="5" y="92262"/>
                    <a:pt x="0" y="82452"/>
                  </a:cubicBezTo>
                  <a:lnTo>
                    <a:pt x="0" y="25544"/>
                  </a:lnTo>
                  <a:cubicBezTo>
                    <a:pt x="0" y="15740"/>
                    <a:pt x="1754" y="9029"/>
                    <a:pt x="5261" y="5417"/>
                  </a:cubicBezTo>
                  <a:cubicBezTo>
                    <a:pt x="8768" y="1806"/>
                    <a:pt x="15465" y="0"/>
                    <a:pt x="25347" y="0"/>
                  </a:cubicBezTo>
                  <a:lnTo>
                    <a:pt x="95249" y="0"/>
                  </a:lnTo>
                  <a:cubicBezTo>
                    <a:pt x="104925" y="0"/>
                    <a:pt x="111564" y="1753"/>
                    <a:pt x="115177" y="5264"/>
                  </a:cubicBezTo>
                  <a:cubicBezTo>
                    <a:pt x="118794" y="8770"/>
                    <a:pt x="120601" y="15122"/>
                    <a:pt x="120595" y="24319"/>
                  </a:cubicBezTo>
                  <a:lnTo>
                    <a:pt x="120595" y="26970"/>
                  </a:lnTo>
                  <a:lnTo>
                    <a:pt x="102606" y="3055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2" name="Freeform: Shape 21">
              <a:extLst>
                <a:ext uri="{FF2B5EF4-FFF2-40B4-BE49-F238E27FC236}">
                  <a16:creationId xmlns:a16="http://schemas.microsoft.com/office/drawing/2014/main" id="{89446392-7767-8F44-04E5-DC1FD33E9098}"/>
                </a:ext>
              </a:extLst>
            </p:cNvPr>
            <p:cNvSpPr/>
            <p:nvPr/>
          </p:nvSpPr>
          <p:spPr>
            <a:xfrm>
              <a:off x="10692055" y="638548"/>
              <a:ext cx="81768" cy="69508"/>
            </a:xfrm>
            <a:custGeom>
              <a:avLst/>
              <a:gdLst>
                <a:gd name="connsiteX0" fmla="*/ 54781 w 127039"/>
                <a:gd name="connsiteY0" fmla="*/ 107991 h 107990"/>
                <a:gd name="connsiteX1" fmla="*/ 54781 w 127039"/>
                <a:gd name="connsiteY1" fmla="*/ 60888 h 107990"/>
                <a:gd name="connsiteX2" fmla="*/ 0 w 127039"/>
                <a:gd name="connsiteY2" fmla="*/ 0 h 107990"/>
                <a:gd name="connsiteX3" fmla="*/ 22384 w 127039"/>
                <a:gd name="connsiteY3" fmla="*/ 0 h 107990"/>
                <a:gd name="connsiteX4" fmla="*/ 64589 w 127039"/>
                <a:gd name="connsiteY4" fmla="*/ 48122 h 107990"/>
                <a:gd name="connsiteX5" fmla="*/ 105062 w 127039"/>
                <a:gd name="connsiteY5" fmla="*/ 0 h 107990"/>
                <a:gd name="connsiteX6" fmla="*/ 127039 w 127039"/>
                <a:gd name="connsiteY6" fmla="*/ 0 h 107990"/>
                <a:gd name="connsiteX7" fmla="*/ 72765 w 127039"/>
                <a:gd name="connsiteY7" fmla="*/ 60482 h 107990"/>
                <a:gd name="connsiteX8" fmla="*/ 72765 w 127039"/>
                <a:gd name="connsiteY8"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039" h="107990">
                  <a:moveTo>
                    <a:pt x="54781" y="107991"/>
                  </a:moveTo>
                  <a:lnTo>
                    <a:pt x="54781" y="60888"/>
                  </a:lnTo>
                  <a:lnTo>
                    <a:pt x="0" y="0"/>
                  </a:lnTo>
                  <a:lnTo>
                    <a:pt x="22384" y="0"/>
                  </a:lnTo>
                  <a:lnTo>
                    <a:pt x="64589" y="48122"/>
                  </a:lnTo>
                  <a:lnTo>
                    <a:pt x="105062" y="0"/>
                  </a:lnTo>
                  <a:lnTo>
                    <a:pt x="127039" y="0"/>
                  </a:lnTo>
                  <a:lnTo>
                    <a:pt x="72765" y="60482"/>
                  </a:lnTo>
                  <a:lnTo>
                    <a:pt x="72765"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3" name="Freeform: Shape 22">
              <a:extLst>
                <a:ext uri="{FF2B5EF4-FFF2-40B4-BE49-F238E27FC236}">
                  <a16:creationId xmlns:a16="http://schemas.microsoft.com/office/drawing/2014/main" id="{8DBF9E47-238D-1766-C186-C33B0D1384DA}"/>
                </a:ext>
              </a:extLst>
            </p:cNvPr>
            <p:cNvSpPr/>
            <p:nvPr/>
          </p:nvSpPr>
          <p:spPr>
            <a:xfrm>
              <a:off x="10870492" y="638548"/>
              <a:ext cx="73011" cy="69508"/>
            </a:xfrm>
            <a:custGeom>
              <a:avLst/>
              <a:gdLst>
                <a:gd name="connsiteX0" fmla="*/ 96781 w 113433"/>
                <a:gd name="connsiteY0" fmla="*/ 14710 h 107990"/>
                <a:gd name="connsiteX1" fmla="*/ 20334 w 113433"/>
                <a:gd name="connsiteY1" fmla="*/ 14710 h 107990"/>
                <a:gd name="connsiteX2" fmla="*/ 20334 w 113433"/>
                <a:gd name="connsiteY2" fmla="*/ 44853 h 107990"/>
                <a:gd name="connsiteX3" fmla="*/ 88399 w 113433"/>
                <a:gd name="connsiteY3" fmla="*/ 44853 h 107990"/>
                <a:gd name="connsiteX4" fmla="*/ 108120 w 113433"/>
                <a:gd name="connsiteY4" fmla="*/ 50165 h 107990"/>
                <a:gd name="connsiteX5" fmla="*/ 113434 w 113433"/>
                <a:gd name="connsiteY5" fmla="*/ 70292 h 107990"/>
                <a:gd name="connsiteX6" fmla="*/ 113434 w 113433"/>
                <a:gd name="connsiteY6" fmla="*/ 82452 h 107990"/>
                <a:gd name="connsiteX7" fmla="*/ 108226 w 113433"/>
                <a:gd name="connsiteY7" fmla="*/ 102679 h 107990"/>
                <a:gd name="connsiteX8" fmla="*/ 88399 w 113433"/>
                <a:gd name="connsiteY8" fmla="*/ 107991 h 107990"/>
                <a:gd name="connsiteX9" fmla="*/ 25347 w 113433"/>
                <a:gd name="connsiteY9" fmla="*/ 107991 h 107990"/>
                <a:gd name="connsiteX10" fmla="*/ 5313 w 113433"/>
                <a:gd name="connsiteY10" fmla="*/ 102626 h 107990"/>
                <a:gd name="connsiteX11" fmla="*/ 0 w 113433"/>
                <a:gd name="connsiteY11" fmla="*/ 82452 h 107990"/>
                <a:gd name="connsiteX12" fmla="*/ 0 w 113433"/>
                <a:gd name="connsiteY12" fmla="*/ 79490 h 107990"/>
                <a:gd name="connsiteX13" fmla="*/ 16759 w 113433"/>
                <a:gd name="connsiteY13" fmla="*/ 75604 h 107990"/>
                <a:gd name="connsiteX14" fmla="*/ 16759 w 113433"/>
                <a:gd name="connsiteY14" fmla="*/ 92975 h 107990"/>
                <a:gd name="connsiteX15" fmla="*/ 97187 w 113433"/>
                <a:gd name="connsiteY15" fmla="*/ 92975 h 107990"/>
                <a:gd name="connsiteX16" fmla="*/ 97187 w 113433"/>
                <a:gd name="connsiteY16" fmla="*/ 60482 h 107990"/>
                <a:gd name="connsiteX17" fmla="*/ 29329 w 113433"/>
                <a:gd name="connsiteY17" fmla="*/ 60482 h 107990"/>
                <a:gd name="connsiteX18" fmla="*/ 9401 w 113433"/>
                <a:gd name="connsiteY18" fmla="*/ 55123 h 107990"/>
                <a:gd name="connsiteX19" fmla="*/ 4188 w 113433"/>
                <a:gd name="connsiteY19" fmla="*/ 34943 h 107990"/>
                <a:gd name="connsiteX20" fmla="*/ 4188 w 113433"/>
                <a:gd name="connsiteY20" fmla="*/ 25544 h 107990"/>
                <a:gd name="connsiteX21" fmla="*/ 9401 w 113433"/>
                <a:gd name="connsiteY21" fmla="*/ 5364 h 107990"/>
                <a:gd name="connsiteX22" fmla="*/ 29329 w 113433"/>
                <a:gd name="connsiteY22" fmla="*/ 0 h 107990"/>
                <a:gd name="connsiteX23" fmla="*/ 86862 w 113433"/>
                <a:gd name="connsiteY23" fmla="*/ 0 h 107990"/>
                <a:gd name="connsiteX24" fmla="*/ 106742 w 113433"/>
                <a:gd name="connsiteY24" fmla="*/ 5264 h 107990"/>
                <a:gd name="connsiteX25" fmla="*/ 112208 w 113433"/>
                <a:gd name="connsiteY25" fmla="*/ 23702 h 107990"/>
                <a:gd name="connsiteX26" fmla="*/ 112208 w 113433"/>
                <a:gd name="connsiteY26" fmla="*/ 25956 h 107990"/>
                <a:gd name="connsiteX27" fmla="*/ 96781 w 113433"/>
                <a:gd name="connsiteY27" fmla="*/ 30349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3433" h="107990">
                  <a:moveTo>
                    <a:pt x="96781" y="14710"/>
                  </a:moveTo>
                  <a:lnTo>
                    <a:pt x="20334" y="14710"/>
                  </a:lnTo>
                  <a:lnTo>
                    <a:pt x="20334" y="44853"/>
                  </a:lnTo>
                  <a:lnTo>
                    <a:pt x="88399" y="44853"/>
                  </a:lnTo>
                  <a:cubicBezTo>
                    <a:pt x="98006" y="44853"/>
                    <a:pt x="104582" y="46622"/>
                    <a:pt x="108120" y="50165"/>
                  </a:cubicBezTo>
                  <a:cubicBezTo>
                    <a:pt x="111664" y="53708"/>
                    <a:pt x="113434" y="60413"/>
                    <a:pt x="113434" y="70292"/>
                  </a:cubicBezTo>
                  <a:lnTo>
                    <a:pt x="113434" y="82452"/>
                  </a:lnTo>
                  <a:cubicBezTo>
                    <a:pt x="113434" y="92394"/>
                    <a:pt x="111701" y="99136"/>
                    <a:pt x="108226" y="102679"/>
                  </a:cubicBezTo>
                  <a:cubicBezTo>
                    <a:pt x="104756" y="106222"/>
                    <a:pt x="98143" y="107991"/>
                    <a:pt x="88399" y="107991"/>
                  </a:cubicBezTo>
                  <a:lnTo>
                    <a:pt x="25347" y="107991"/>
                  </a:lnTo>
                  <a:cubicBezTo>
                    <a:pt x="15533" y="107991"/>
                    <a:pt x="8857" y="106201"/>
                    <a:pt x="5313" y="102626"/>
                  </a:cubicBezTo>
                  <a:cubicBezTo>
                    <a:pt x="1769" y="99052"/>
                    <a:pt x="0" y="92325"/>
                    <a:pt x="0" y="82452"/>
                  </a:cubicBezTo>
                  <a:lnTo>
                    <a:pt x="0" y="79490"/>
                  </a:lnTo>
                  <a:lnTo>
                    <a:pt x="16759" y="75604"/>
                  </a:lnTo>
                  <a:lnTo>
                    <a:pt x="16759" y="92975"/>
                  </a:lnTo>
                  <a:lnTo>
                    <a:pt x="97187" y="92975"/>
                  </a:lnTo>
                  <a:lnTo>
                    <a:pt x="97187" y="60482"/>
                  </a:lnTo>
                  <a:lnTo>
                    <a:pt x="29329" y="60482"/>
                  </a:lnTo>
                  <a:cubicBezTo>
                    <a:pt x="19516" y="60482"/>
                    <a:pt x="12877" y="58697"/>
                    <a:pt x="9401" y="55123"/>
                  </a:cubicBezTo>
                  <a:cubicBezTo>
                    <a:pt x="5921" y="51543"/>
                    <a:pt x="4183" y="44816"/>
                    <a:pt x="4188" y="34943"/>
                  </a:cubicBezTo>
                  <a:lnTo>
                    <a:pt x="4188" y="25544"/>
                  </a:lnTo>
                  <a:cubicBezTo>
                    <a:pt x="4188" y="15671"/>
                    <a:pt x="5926" y="8944"/>
                    <a:pt x="9401" y="5364"/>
                  </a:cubicBezTo>
                  <a:cubicBezTo>
                    <a:pt x="12871" y="1790"/>
                    <a:pt x="19516" y="5"/>
                    <a:pt x="29329" y="0"/>
                  </a:cubicBezTo>
                  <a:lnTo>
                    <a:pt x="86862" y="0"/>
                  </a:lnTo>
                  <a:cubicBezTo>
                    <a:pt x="96474" y="0"/>
                    <a:pt x="103103" y="1753"/>
                    <a:pt x="106742" y="5264"/>
                  </a:cubicBezTo>
                  <a:cubicBezTo>
                    <a:pt x="110946" y="10438"/>
                    <a:pt x="112916" y="17075"/>
                    <a:pt x="112208" y="23702"/>
                  </a:cubicBezTo>
                  <a:lnTo>
                    <a:pt x="112208" y="25956"/>
                  </a:lnTo>
                  <a:lnTo>
                    <a:pt x="96781" y="30349"/>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4" name="Freeform: Shape 23">
              <a:extLst>
                <a:ext uri="{FF2B5EF4-FFF2-40B4-BE49-F238E27FC236}">
                  <a16:creationId xmlns:a16="http://schemas.microsoft.com/office/drawing/2014/main" id="{E36B5DD0-6678-EBF2-9B46-15335C597E44}"/>
                </a:ext>
              </a:extLst>
            </p:cNvPr>
            <p:cNvSpPr/>
            <p:nvPr/>
          </p:nvSpPr>
          <p:spPr>
            <a:xfrm>
              <a:off x="10991185" y="638548"/>
              <a:ext cx="80582" cy="69508"/>
            </a:xfrm>
            <a:custGeom>
              <a:avLst/>
              <a:gdLst>
                <a:gd name="connsiteX0" fmla="*/ 0 w 125195"/>
                <a:gd name="connsiteY0" fmla="*/ 25544 h 107990"/>
                <a:gd name="connsiteX1" fmla="*/ 5261 w 125195"/>
                <a:gd name="connsiteY1" fmla="*/ 5417 h 107990"/>
                <a:gd name="connsiteX2" fmla="*/ 25341 w 125195"/>
                <a:gd name="connsiteY2" fmla="*/ 0 h 107990"/>
                <a:gd name="connsiteX3" fmla="*/ 100050 w 125195"/>
                <a:gd name="connsiteY3" fmla="*/ 0 h 107990"/>
                <a:gd name="connsiteX4" fmla="*/ 119925 w 125195"/>
                <a:gd name="connsiteY4" fmla="*/ 5364 h 107990"/>
                <a:gd name="connsiteX5" fmla="*/ 125196 w 125195"/>
                <a:gd name="connsiteY5" fmla="*/ 25544 h 107990"/>
                <a:gd name="connsiteX6" fmla="*/ 125196 w 125195"/>
                <a:gd name="connsiteY6" fmla="*/ 82452 h 107990"/>
                <a:gd name="connsiteX7" fmla="*/ 119925 w 125195"/>
                <a:gd name="connsiteY7" fmla="*/ 102679 h 107990"/>
                <a:gd name="connsiteX8" fmla="*/ 100050 w 125195"/>
                <a:gd name="connsiteY8" fmla="*/ 107991 h 107990"/>
                <a:gd name="connsiteX9" fmla="*/ 25341 w 125195"/>
                <a:gd name="connsiteY9" fmla="*/ 107991 h 107990"/>
                <a:gd name="connsiteX10" fmla="*/ 5261 w 125195"/>
                <a:gd name="connsiteY10" fmla="*/ 102574 h 107990"/>
                <a:gd name="connsiteX11" fmla="*/ 0 w 125195"/>
                <a:gd name="connsiteY11" fmla="*/ 82452 h 107990"/>
                <a:gd name="connsiteX12" fmla="*/ 17984 w 125195"/>
                <a:gd name="connsiteY12" fmla="*/ 92975 h 107990"/>
                <a:gd name="connsiteX13" fmla="*/ 107407 w 125195"/>
                <a:gd name="connsiteY13" fmla="*/ 92975 h 107990"/>
                <a:gd name="connsiteX14" fmla="*/ 107407 w 125195"/>
                <a:gd name="connsiteY14" fmla="*/ 14710 h 107990"/>
                <a:gd name="connsiteX15" fmla="*/ 17984 w 125195"/>
                <a:gd name="connsiteY15" fmla="*/ 14710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95" h="107990">
                  <a:moveTo>
                    <a:pt x="0" y="25544"/>
                  </a:moveTo>
                  <a:cubicBezTo>
                    <a:pt x="0" y="15740"/>
                    <a:pt x="1754" y="9029"/>
                    <a:pt x="5261" y="5417"/>
                  </a:cubicBezTo>
                  <a:cubicBezTo>
                    <a:pt x="8768" y="1806"/>
                    <a:pt x="15464" y="0"/>
                    <a:pt x="25341" y="0"/>
                  </a:cubicBezTo>
                  <a:lnTo>
                    <a:pt x="100050" y="0"/>
                  </a:lnTo>
                  <a:cubicBezTo>
                    <a:pt x="109789" y="0"/>
                    <a:pt x="116418" y="1785"/>
                    <a:pt x="119925" y="5364"/>
                  </a:cubicBezTo>
                  <a:cubicBezTo>
                    <a:pt x="123437" y="8939"/>
                    <a:pt x="125190" y="15666"/>
                    <a:pt x="125196" y="25544"/>
                  </a:cubicBezTo>
                  <a:lnTo>
                    <a:pt x="125196" y="82452"/>
                  </a:lnTo>
                  <a:cubicBezTo>
                    <a:pt x="125196" y="92394"/>
                    <a:pt x="123437" y="99136"/>
                    <a:pt x="119925" y="102679"/>
                  </a:cubicBezTo>
                  <a:cubicBezTo>
                    <a:pt x="116418" y="106222"/>
                    <a:pt x="109789" y="107991"/>
                    <a:pt x="100050" y="107991"/>
                  </a:cubicBezTo>
                  <a:lnTo>
                    <a:pt x="25341" y="107991"/>
                  </a:lnTo>
                  <a:cubicBezTo>
                    <a:pt x="15464" y="107991"/>
                    <a:pt x="8768" y="106185"/>
                    <a:pt x="5261" y="102574"/>
                  </a:cubicBezTo>
                  <a:cubicBezTo>
                    <a:pt x="1754" y="98967"/>
                    <a:pt x="0" y="92262"/>
                    <a:pt x="0" y="82452"/>
                  </a:cubicBezTo>
                  <a:close/>
                  <a:moveTo>
                    <a:pt x="17984" y="92975"/>
                  </a:moveTo>
                  <a:lnTo>
                    <a:pt x="107407" y="92975"/>
                  </a:lnTo>
                  <a:lnTo>
                    <a:pt x="107407" y="14710"/>
                  </a:lnTo>
                  <a:lnTo>
                    <a:pt x="17984" y="1471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5" name="Freeform: Shape 24">
              <a:extLst>
                <a:ext uri="{FF2B5EF4-FFF2-40B4-BE49-F238E27FC236}">
                  <a16:creationId xmlns:a16="http://schemas.microsoft.com/office/drawing/2014/main" id="{83343FCF-75EB-A778-FDA1-472C335C80C6}"/>
                </a:ext>
              </a:extLst>
            </p:cNvPr>
            <p:cNvSpPr/>
            <p:nvPr/>
          </p:nvSpPr>
          <p:spPr>
            <a:xfrm>
              <a:off x="11120496" y="638548"/>
              <a:ext cx="64264" cy="69508"/>
            </a:xfrm>
            <a:custGeom>
              <a:avLst/>
              <a:gdLst>
                <a:gd name="connsiteX0" fmla="*/ 0 w 99844"/>
                <a:gd name="connsiteY0" fmla="*/ 107991 h 107990"/>
                <a:gd name="connsiteX1" fmla="*/ 0 w 99844"/>
                <a:gd name="connsiteY1" fmla="*/ 0 h 107990"/>
                <a:gd name="connsiteX2" fmla="*/ 18084 w 99844"/>
                <a:gd name="connsiteY2" fmla="*/ 0 h 107990"/>
                <a:gd name="connsiteX3" fmla="*/ 18084 w 99844"/>
                <a:gd name="connsiteY3" fmla="*/ 92975 h 107990"/>
                <a:gd name="connsiteX4" fmla="*/ 99844 w 99844"/>
                <a:gd name="connsiteY4" fmla="*/ 92975 h 107990"/>
                <a:gd name="connsiteX5" fmla="*/ 99844 w 99844"/>
                <a:gd name="connsiteY5"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44" h="107990">
                  <a:moveTo>
                    <a:pt x="0" y="107991"/>
                  </a:moveTo>
                  <a:lnTo>
                    <a:pt x="0" y="0"/>
                  </a:lnTo>
                  <a:lnTo>
                    <a:pt x="18084" y="0"/>
                  </a:lnTo>
                  <a:lnTo>
                    <a:pt x="18084" y="92975"/>
                  </a:lnTo>
                  <a:lnTo>
                    <a:pt x="99844" y="92975"/>
                  </a:lnTo>
                  <a:lnTo>
                    <a:pt x="99844"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6" name="Freeform: Shape 25">
              <a:extLst>
                <a:ext uri="{FF2B5EF4-FFF2-40B4-BE49-F238E27FC236}">
                  <a16:creationId xmlns:a16="http://schemas.microsoft.com/office/drawing/2014/main" id="{A8E201B5-518C-AF68-DAE1-81C2FBF07115}"/>
                </a:ext>
              </a:extLst>
            </p:cNvPr>
            <p:cNvSpPr/>
            <p:nvPr/>
          </p:nvSpPr>
          <p:spPr>
            <a:xfrm>
              <a:off x="11215203" y="638548"/>
              <a:ext cx="73739" cy="69508"/>
            </a:xfrm>
            <a:custGeom>
              <a:avLst/>
              <a:gdLst>
                <a:gd name="connsiteX0" fmla="*/ 18090 w 114564"/>
                <a:gd name="connsiteY0" fmla="*/ 0 h 107990"/>
                <a:gd name="connsiteX1" fmla="*/ 18090 w 114564"/>
                <a:gd name="connsiteY1" fmla="*/ 92975 h 107990"/>
                <a:gd name="connsiteX2" fmla="*/ 96786 w 114564"/>
                <a:gd name="connsiteY2" fmla="*/ 92975 h 107990"/>
                <a:gd name="connsiteX3" fmla="*/ 96786 w 114564"/>
                <a:gd name="connsiteY3" fmla="*/ 0 h 107990"/>
                <a:gd name="connsiteX4" fmla="*/ 114564 w 114564"/>
                <a:gd name="connsiteY4" fmla="*/ 0 h 107990"/>
                <a:gd name="connsiteX5" fmla="*/ 114564 w 114564"/>
                <a:gd name="connsiteY5" fmla="*/ 82452 h 107990"/>
                <a:gd name="connsiteX6" fmla="*/ 109298 w 114564"/>
                <a:gd name="connsiteY6" fmla="*/ 102679 h 107990"/>
                <a:gd name="connsiteX7" fmla="*/ 89429 w 114564"/>
                <a:gd name="connsiteY7" fmla="*/ 107991 h 107990"/>
                <a:gd name="connsiteX8" fmla="*/ 25347 w 114564"/>
                <a:gd name="connsiteY8" fmla="*/ 107991 h 107990"/>
                <a:gd name="connsiteX9" fmla="*/ 5319 w 114564"/>
                <a:gd name="connsiteY9" fmla="*/ 102574 h 107990"/>
                <a:gd name="connsiteX10" fmla="*/ 0 w 114564"/>
                <a:gd name="connsiteY10" fmla="*/ 82452 h 107990"/>
                <a:gd name="connsiteX11" fmla="*/ 0 w 114564"/>
                <a:gd name="connsiteY11" fmla="*/ 0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564" h="107990">
                  <a:moveTo>
                    <a:pt x="18090" y="0"/>
                  </a:moveTo>
                  <a:lnTo>
                    <a:pt x="18090" y="92975"/>
                  </a:lnTo>
                  <a:lnTo>
                    <a:pt x="96786" y="92975"/>
                  </a:lnTo>
                  <a:lnTo>
                    <a:pt x="96786" y="0"/>
                  </a:lnTo>
                  <a:lnTo>
                    <a:pt x="114564" y="0"/>
                  </a:lnTo>
                  <a:lnTo>
                    <a:pt x="114564" y="82452"/>
                  </a:lnTo>
                  <a:cubicBezTo>
                    <a:pt x="114564" y="92394"/>
                    <a:pt x="112810" y="99136"/>
                    <a:pt x="109298" y="102679"/>
                  </a:cubicBezTo>
                  <a:cubicBezTo>
                    <a:pt x="105791" y="106222"/>
                    <a:pt x="99168" y="107991"/>
                    <a:pt x="89429" y="107991"/>
                  </a:cubicBezTo>
                  <a:lnTo>
                    <a:pt x="25347" y="107991"/>
                  </a:lnTo>
                  <a:cubicBezTo>
                    <a:pt x="15539" y="107991"/>
                    <a:pt x="8857" y="106185"/>
                    <a:pt x="5319" y="102574"/>
                  </a:cubicBezTo>
                  <a:cubicBezTo>
                    <a:pt x="1775" y="98967"/>
                    <a:pt x="0" y="92262"/>
                    <a:pt x="0" y="82452"/>
                  </a:cubicBezTo>
                  <a:lnTo>
                    <a:pt x="0" y="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8" name="Freeform: Shape 27">
              <a:extLst>
                <a:ext uri="{FF2B5EF4-FFF2-40B4-BE49-F238E27FC236}">
                  <a16:creationId xmlns:a16="http://schemas.microsoft.com/office/drawing/2014/main" id="{E422D09B-F9CC-4095-A3A0-4F6002960F50}"/>
                </a:ext>
              </a:extLst>
            </p:cNvPr>
            <p:cNvSpPr/>
            <p:nvPr/>
          </p:nvSpPr>
          <p:spPr>
            <a:xfrm>
              <a:off x="11322216" y="638548"/>
              <a:ext cx="75255" cy="69508"/>
            </a:xfrm>
            <a:custGeom>
              <a:avLst/>
              <a:gdLst>
                <a:gd name="connsiteX0" fmla="*/ 67346 w 116919"/>
                <a:gd name="connsiteY0" fmla="*/ 14710 h 107990"/>
                <a:gd name="connsiteX1" fmla="*/ 67346 w 116919"/>
                <a:gd name="connsiteY1" fmla="*/ 107991 h 107990"/>
                <a:gd name="connsiteX2" fmla="*/ 49362 w 116919"/>
                <a:gd name="connsiteY2" fmla="*/ 107991 h 107990"/>
                <a:gd name="connsiteX3" fmla="*/ 49362 w 116919"/>
                <a:gd name="connsiteY3" fmla="*/ 14710 h 107990"/>
                <a:gd name="connsiteX4" fmla="*/ 0 w 116919"/>
                <a:gd name="connsiteY4" fmla="*/ 14710 h 107990"/>
                <a:gd name="connsiteX5" fmla="*/ 0 w 116919"/>
                <a:gd name="connsiteY5" fmla="*/ 0 h 107990"/>
                <a:gd name="connsiteX6" fmla="*/ 116920 w 116919"/>
                <a:gd name="connsiteY6" fmla="*/ 0 h 107990"/>
                <a:gd name="connsiteX7" fmla="*/ 116920 w 116919"/>
                <a:gd name="connsiteY7" fmla="*/ 14710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6919" h="107990">
                  <a:moveTo>
                    <a:pt x="67346" y="14710"/>
                  </a:moveTo>
                  <a:lnTo>
                    <a:pt x="67346" y="107991"/>
                  </a:lnTo>
                  <a:lnTo>
                    <a:pt x="49362" y="107991"/>
                  </a:lnTo>
                  <a:lnTo>
                    <a:pt x="49362" y="14710"/>
                  </a:lnTo>
                  <a:lnTo>
                    <a:pt x="0" y="14710"/>
                  </a:lnTo>
                  <a:lnTo>
                    <a:pt x="0" y="0"/>
                  </a:lnTo>
                  <a:lnTo>
                    <a:pt x="116920" y="0"/>
                  </a:lnTo>
                  <a:lnTo>
                    <a:pt x="116920" y="1471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29" name="Freeform: Shape 28">
              <a:extLst>
                <a:ext uri="{FF2B5EF4-FFF2-40B4-BE49-F238E27FC236}">
                  <a16:creationId xmlns:a16="http://schemas.microsoft.com/office/drawing/2014/main" id="{F9466A94-D348-CEA0-B068-8A8E7DA91DBE}"/>
                </a:ext>
              </a:extLst>
            </p:cNvPr>
            <p:cNvSpPr/>
            <p:nvPr/>
          </p:nvSpPr>
          <p:spPr>
            <a:xfrm>
              <a:off x="11430477" y="638548"/>
              <a:ext cx="11643" cy="69508"/>
            </a:xfrm>
            <a:custGeom>
              <a:avLst/>
              <a:gdLst>
                <a:gd name="connsiteX0" fmla="*/ 0 w 18089"/>
                <a:gd name="connsiteY0" fmla="*/ 107991 h 107990"/>
                <a:gd name="connsiteX1" fmla="*/ 0 w 18089"/>
                <a:gd name="connsiteY1" fmla="*/ 0 h 107990"/>
                <a:gd name="connsiteX2" fmla="*/ 18090 w 18089"/>
                <a:gd name="connsiteY2" fmla="*/ 0 h 107990"/>
                <a:gd name="connsiteX3" fmla="*/ 18090 w 18089"/>
                <a:gd name="connsiteY3" fmla="*/ 107991 h 107990"/>
              </a:gdLst>
              <a:ahLst/>
              <a:cxnLst>
                <a:cxn ang="0">
                  <a:pos x="connsiteX0" y="connsiteY0"/>
                </a:cxn>
                <a:cxn ang="0">
                  <a:pos x="connsiteX1" y="connsiteY1"/>
                </a:cxn>
                <a:cxn ang="0">
                  <a:pos x="connsiteX2" y="connsiteY2"/>
                </a:cxn>
                <a:cxn ang="0">
                  <a:pos x="connsiteX3" y="connsiteY3"/>
                </a:cxn>
              </a:cxnLst>
              <a:rect l="l" t="t" r="r" b="b"/>
              <a:pathLst>
                <a:path w="18089" h="107990">
                  <a:moveTo>
                    <a:pt x="0" y="107991"/>
                  </a:moveTo>
                  <a:lnTo>
                    <a:pt x="0" y="0"/>
                  </a:lnTo>
                  <a:lnTo>
                    <a:pt x="18090" y="0"/>
                  </a:lnTo>
                  <a:lnTo>
                    <a:pt x="18090"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30" name="Freeform: Shape 29">
              <a:extLst>
                <a:ext uri="{FF2B5EF4-FFF2-40B4-BE49-F238E27FC236}">
                  <a16:creationId xmlns:a16="http://schemas.microsoft.com/office/drawing/2014/main" id="{268E4C70-0B23-D5BD-CAEB-A899B6BD7A34}"/>
                </a:ext>
              </a:extLst>
            </p:cNvPr>
            <p:cNvSpPr/>
            <p:nvPr/>
          </p:nvSpPr>
          <p:spPr>
            <a:xfrm>
              <a:off x="11490719" y="638548"/>
              <a:ext cx="80582" cy="69508"/>
            </a:xfrm>
            <a:custGeom>
              <a:avLst/>
              <a:gdLst>
                <a:gd name="connsiteX0" fmla="*/ 0 w 125195"/>
                <a:gd name="connsiteY0" fmla="*/ 25544 h 107990"/>
                <a:gd name="connsiteX1" fmla="*/ 5260 w 125195"/>
                <a:gd name="connsiteY1" fmla="*/ 5417 h 107990"/>
                <a:gd name="connsiteX2" fmla="*/ 25347 w 125195"/>
                <a:gd name="connsiteY2" fmla="*/ 0 h 107990"/>
                <a:gd name="connsiteX3" fmla="*/ 100050 w 125195"/>
                <a:gd name="connsiteY3" fmla="*/ 0 h 107990"/>
                <a:gd name="connsiteX4" fmla="*/ 119925 w 125195"/>
                <a:gd name="connsiteY4" fmla="*/ 5364 h 107990"/>
                <a:gd name="connsiteX5" fmla="*/ 125196 w 125195"/>
                <a:gd name="connsiteY5" fmla="*/ 25544 h 107990"/>
                <a:gd name="connsiteX6" fmla="*/ 125196 w 125195"/>
                <a:gd name="connsiteY6" fmla="*/ 82452 h 107990"/>
                <a:gd name="connsiteX7" fmla="*/ 119925 w 125195"/>
                <a:gd name="connsiteY7" fmla="*/ 102679 h 107990"/>
                <a:gd name="connsiteX8" fmla="*/ 100050 w 125195"/>
                <a:gd name="connsiteY8" fmla="*/ 107991 h 107990"/>
                <a:gd name="connsiteX9" fmla="*/ 25347 w 125195"/>
                <a:gd name="connsiteY9" fmla="*/ 107991 h 107990"/>
                <a:gd name="connsiteX10" fmla="*/ 5260 w 125195"/>
                <a:gd name="connsiteY10" fmla="*/ 102574 h 107990"/>
                <a:gd name="connsiteX11" fmla="*/ 0 w 125195"/>
                <a:gd name="connsiteY11" fmla="*/ 82452 h 107990"/>
                <a:gd name="connsiteX12" fmla="*/ 17984 w 125195"/>
                <a:gd name="connsiteY12" fmla="*/ 92975 h 107990"/>
                <a:gd name="connsiteX13" fmla="*/ 107407 w 125195"/>
                <a:gd name="connsiteY13" fmla="*/ 92975 h 107990"/>
                <a:gd name="connsiteX14" fmla="*/ 107407 w 125195"/>
                <a:gd name="connsiteY14" fmla="*/ 14710 h 107990"/>
                <a:gd name="connsiteX15" fmla="*/ 17984 w 125195"/>
                <a:gd name="connsiteY15" fmla="*/ 14710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5195" h="107990">
                  <a:moveTo>
                    <a:pt x="0" y="25544"/>
                  </a:moveTo>
                  <a:cubicBezTo>
                    <a:pt x="0" y="15740"/>
                    <a:pt x="1753" y="9029"/>
                    <a:pt x="5260" y="5417"/>
                  </a:cubicBezTo>
                  <a:cubicBezTo>
                    <a:pt x="8767" y="1806"/>
                    <a:pt x="15464" y="0"/>
                    <a:pt x="25347" y="0"/>
                  </a:cubicBezTo>
                  <a:lnTo>
                    <a:pt x="100050" y="0"/>
                  </a:lnTo>
                  <a:cubicBezTo>
                    <a:pt x="109789" y="0"/>
                    <a:pt x="116418" y="1785"/>
                    <a:pt x="119925" y="5364"/>
                  </a:cubicBezTo>
                  <a:cubicBezTo>
                    <a:pt x="123437" y="8939"/>
                    <a:pt x="125190" y="15666"/>
                    <a:pt x="125196" y="25544"/>
                  </a:cubicBezTo>
                  <a:lnTo>
                    <a:pt x="125196" y="82452"/>
                  </a:lnTo>
                  <a:cubicBezTo>
                    <a:pt x="125196" y="92394"/>
                    <a:pt x="123437" y="99136"/>
                    <a:pt x="119925" y="102679"/>
                  </a:cubicBezTo>
                  <a:cubicBezTo>
                    <a:pt x="116423" y="106222"/>
                    <a:pt x="109795" y="107991"/>
                    <a:pt x="100050" y="107991"/>
                  </a:cubicBezTo>
                  <a:lnTo>
                    <a:pt x="25347" y="107991"/>
                  </a:lnTo>
                  <a:cubicBezTo>
                    <a:pt x="15464" y="107991"/>
                    <a:pt x="8773" y="106185"/>
                    <a:pt x="5260" y="102574"/>
                  </a:cubicBezTo>
                  <a:cubicBezTo>
                    <a:pt x="1753" y="98967"/>
                    <a:pt x="0" y="92262"/>
                    <a:pt x="0" y="82452"/>
                  </a:cubicBezTo>
                  <a:close/>
                  <a:moveTo>
                    <a:pt x="17984" y="92975"/>
                  </a:moveTo>
                  <a:lnTo>
                    <a:pt x="107407" y="92975"/>
                  </a:lnTo>
                  <a:lnTo>
                    <a:pt x="107407" y="14710"/>
                  </a:lnTo>
                  <a:lnTo>
                    <a:pt x="17984" y="14710"/>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31" name="Freeform: Shape 30">
              <a:extLst>
                <a:ext uri="{FF2B5EF4-FFF2-40B4-BE49-F238E27FC236}">
                  <a16:creationId xmlns:a16="http://schemas.microsoft.com/office/drawing/2014/main" id="{96BFDF8C-91A4-62D0-1C39-017B5E8323D1}"/>
                </a:ext>
              </a:extLst>
            </p:cNvPr>
            <p:cNvSpPr/>
            <p:nvPr/>
          </p:nvSpPr>
          <p:spPr>
            <a:xfrm>
              <a:off x="11620030" y="638548"/>
              <a:ext cx="76828" cy="69508"/>
            </a:xfrm>
            <a:custGeom>
              <a:avLst/>
              <a:gdLst>
                <a:gd name="connsiteX0" fmla="*/ 0 w 119364"/>
                <a:gd name="connsiteY0" fmla="*/ 107991 h 107990"/>
                <a:gd name="connsiteX1" fmla="*/ 0 w 119364"/>
                <a:gd name="connsiteY1" fmla="*/ 0 h 107990"/>
                <a:gd name="connsiteX2" fmla="*/ 11345 w 119364"/>
                <a:gd name="connsiteY2" fmla="*/ 0 h 107990"/>
                <a:gd name="connsiteX3" fmla="*/ 92185 w 119364"/>
                <a:gd name="connsiteY3" fmla="*/ 72235 h 107990"/>
                <a:gd name="connsiteX4" fmla="*/ 98059 w 119364"/>
                <a:gd name="connsiteY4" fmla="*/ 78159 h 107990"/>
                <a:gd name="connsiteX5" fmla="*/ 104449 w 119364"/>
                <a:gd name="connsiteY5" fmla="*/ 85820 h 107990"/>
                <a:gd name="connsiteX6" fmla="*/ 103224 w 119364"/>
                <a:gd name="connsiteY6" fmla="*/ 74944 h 107990"/>
                <a:gd name="connsiteX7" fmla="*/ 102812 w 119364"/>
                <a:gd name="connsiteY7" fmla="*/ 59257 h 107990"/>
                <a:gd name="connsiteX8" fmla="*/ 102812 w 119364"/>
                <a:gd name="connsiteY8" fmla="*/ 0 h 107990"/>
                <a:gd name="connsiteX9" fmla="*/ 119365 w 119364"/>
                <a:gd name="connsiteY9" fmla="*/ 0 h 107990"/>
                <a:gd name="connsiteX10" fmla="*/ 119365 w 119364"/>
                <a:gd name="connsiteY10" fmla="*/ 107991 h 107990"/>
                <a:gd name="connsiteX11" fmla="*/ 109245 w 119364"/>
                <a:gd name="connsiteY11" fmla="*/ 107991 h 107990"/>
                <a:gd name="connsiteX12" fmla="*/ 26260 w 119364"/>
                <a:gd name="connsiteY12" fmla="*/ 32899 h 107990"/>
                <a:gd name="connsiteX13" fmla="*/ 24428 w 119364"/>
                <a:gd name="connsiteY13" fmla="*/ 31263 h 107990"/>
                <a:gd name="connsiteX14" fmla="*/ 15327 w 119364"/>
                <a:gd name="connsiteY14" fmla="*/ 20740 h 107990"/>
                <a:gd name="connsiteX15" fmla="*/ 16251 w 119364"/>
                <a:gd name="connsiteY15" fmla="*/ 31215 h 107990"/>
                <a:gd name="connsiteX16" fmla="*/ 16552 w 119364"/>
                <a:gd name="connsiteY16" fmla="*/ 44341 h 107990"/>
                <a:gd name="connsiteX17" fmla="*/ 16552 w 119364"/>
                <a:gd name="connsiteY17" fmla="*/ 107991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364" h="107990">
                  <a:moveTo>
                    <a:pt x="0" y="107991"/>
                  </a:moveTo>
                  <a:lnTo>
                    <a:pt x="0" y="0"/>
                  </a:lnTo>
                  <a:lnTo>
                    <a:pt x="11345" y="0"/>
                  </a:lnTo>
                  <a:lnTo>
                    <a:pt x="92185" y="72235"/>
                  </a:lnTo>
                  <a:cubicBezTo>
                    <a:pt x="94251" y="74099"/>
                    <a:pt x="96215" y="76073"/>
                    <a:pt x="98059" y="78159"/>
                  </a:cubicBezTo>
                  <a:cubicBezTo>
                    <a:pt x="100139" y="80472"/>
                    <a:pt x="102268" y="83027"/>
                    <a:pt x="104449" y="85820"/>
                  </a:cubicBezTo>
                  <a:cubicBezTo>
                    <a:pt x="103905" y="82351"/>
                    <a:pt x="103493" y="78724"/>
                    <a:pt x="103224" y="74944"/>
                  </a:cubicBezTo>
                  <a:cubicBezTo>
                    <a:pt x="102950" y="71158"/>
                    <a:pt x="102812" y="65931"/>
                    <a:pt x="102812" y="59257"/>
                  </a:cubicBezTo>
                  <a:lnTo>
                    <a:pt x="102812" y="0"/>
                  </a:lnTo>
                  <a:lnTo>
                    <a:pt x="119365" y="0"/>
                  </a:lnTo>
                  <a:lnTo>
                    <a:pt x="119365" y="107991"/>
                  </a:lnTo>
                  <a:lnTo>
                    <a:pt x="109245" y="107991"/>
                  </a:lnTo>
                  <a:lnTo>
                    <a:pt x="26260" y="32899"/>
                  </a:lnTo>
                  <a:cubicBezTo>
                    <a:pt x="25853" y="32561"/>
                    <a:pt x="25246" y="32018"/>
                    <a:pt x="24428" y="31263"/>
                  </a:cubicBezTo>
                  <a:cubicBezTo>
                    <a:pt x="20883" y="28227"/>
                    <a:pt x="17820" y="24679"/>
                    <a:pt x="15327" y="20740"/>
                  </a:cubicBezTo>
                  <a:cubicBezTo>
                    <a:pt x="15739" y="24008"/>
                    <a:pt x="16045" y="27498"/>
                    <a:pt x="16251" y="31215"/>
                  </a:cubicBezTo>
                  <a:cubicBezTo>
                    <a:pt x="16447" y="34922"/>
                    <a:pt x="16552" y="39299"/>
                    <a:pt x="16552" y="44341"/>
                  </a:cubicBezTo>
                  <a:lnTo>
                    <a:pt x="16552" y="107991"/>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sp>
          <p:nvSpPr>
            <p:cNvPr id="32" name="Freeform: Shape 31">
              <a:extLst>
                <a:ext uri="{FF2B5EF4-FFF2-40B4-BE49-F238E27FC236}">
                  <a16:creationId xmlns:a16="http://schemas.microsoft.com/office/drawing/2014/main" id="{C301D147-C95B-48FD-286C-989268E1C8BE}"/>
                </a:ext>
              </a:extLst>
            </p:cNvPr>
            <p:cNvSpPr/>
            <p:nvPr/>
          </p:nvSpPr>
          <p:spPr>
            <a:xfrm>
              <a:off x="11743421" y="638548"/>
              <a:ext cx="73011" cy="69508"/>
            </a:xfrm>
            <a:custGeom>
              <a:avLst/>
              <a:gdLst>
                <a:gd name="connsiteX0" fmla="*/ 96780 w 113433"/>
                <a:gd name="connsiteY0" fmla="*/ 14710 h 107990"/>
                <a:gd name="connsiteX1" fmla="*/ 20334 w 113433"/>
                <a:gd name="connsiteY1" fmla="*/ 14710 h 107990"/>
                <a:gd name="connsiteX2" fmla="*/ 20334 w 113433"/>
                <a:gd name="connsiteY2" fmla="*/ 44853 h 107990"/>
                <a:gd name="connsiteX3" fmla="*/ 88399 w 113433"/>
                <a:gd name="connsiteY3" fmla="*/ 44853 h 107990"/>
                <a:gd name="connsiteX4" fmla="*/ 108120 w 113433"/>
                <a:gd name="connsiteY4" fmla="*/ 50165 h 107990"/>
                <a:gd name="connsiteX5" fmla="*/ 113433 w 113433"/>
                <a:gd name="connsiteY5" fmla="*/ 70292 h 107990"/>
                <a:gd name="connsiteX6" fmla="*/ 113433 w 113433"/>
                <a:gd name="connsiteY6" fmla="*/ 82452 h 107990"/>
                <a:gd name="connsiteX7" fmla="*/ 108226 w 113433"/>
                <a:gd name="connsiteY7" fmla="*/ 102679 h 107990"/>
                <a:gd name="connsiteX8" fmla="*/ 88399 w 113433"/>
                <a:gd name="connsiteY8" fmla="*/ 107991 h 107990"/>
                <a:gd name="connsiteX9" fmla="*/ 25346 w 113433"/>
                <a:gd name="connsiteY9" fmla="*/ 107991 h 107990"/>
                <a:gd name="connsiteX10" fmla="*/ 5313 w 113433"/>
                <a:gd name="connsiteY10" fmla="*/ 102626 h 107990"/>
                <a:gd name="connsiteX11" fmla="*/ 0 w 113433"/>
                <a:gd name="connsiteY11" fmla="*/ 82452 h 107990"/>
                <a:gd name="connsiteX12" fmla="*/ 0 w 113433"/>
                <a:gd name="connsiteY12" fmla="*/ 79490 h 107990"/>
                <a:gd name="connsiteX13" fmla="*/ 16758 w 113433"/>
                <a:gd name="connsiteY13" fmla="*/ 75604 h 107990"/>
                <a:gd name="connsiteX14" fmla="*/ 16758 w 113433"/>
                <a:gd name="connsiteY14" fmla="*/ 92975 h 107990"/>
                <a:gd name="connsiteX15" fmla="*/ 97187 w 113433"/>
                <a:gd name="connsiteY15" fmla="*/ 92975 h 107990"/>
                <a:gd name="connsiteX16" fmla="*/ 97187 w 113433"/>
                <a:gd name="connsiteY16" fmla="*/ 60482 h 107990"/>
                <a:gd name="connsiteX17" fmla="*/ 29329 w 113433"/>
                <a:gd name="connsiteY17" fmla="*/ 60482 h 107990"/>
                <a:gd name="connsiteX18" fmla="*/ 9401 w 113433"/>
                <a:gd name="connsiteY18" fmla="*/ 55123 h 107990"/>
                <a:gd name="connsiteX19" fmla="*/ 4188 w 113433"/>
                <a:gd name="connsiteY19" fmla="*/ 34943 h 107990"/>
                <a:gd name="connsiteX20" fmla="*/ 4188 w 113433"/>
                <a:gd name="connsiteY20" fmla="*/ 25544 h 107990"/>
                <a:gd name="connsiteX21" fmla="*/ 9401 w 113433"/>
                <a:gd name="connsiteY21" fmla="*/ 5364 h 107990"/>
                <a:gd name="connsiteX22" fmla="*/ 29329 w 113433"/>
                <a:gd name="connsiteY22" fmla="*/ 0 h 107990"/>
                <a:gd name="connsiteX23" fmla="*/ 86862 w 113433"/>
                <a:gd name="connsiteY23" fmla="*/ 0 h 107990"/>
                <a:gd name="connsiteX24" fmla="*/ 106742 w 113433"/>
                <a:gd name="connsiteY24" fmla="*/ 5264 h 107990"/>
                <a:gd name="connsiteX25" fmla="*/ 112208 w 113433"/>
                <a:gd name="connsiteY25" fmla="*/ 23702 h 107990"/>
                <a:gd name="connsiteX26" fmla="*/ 112208 w 113433"/>
                <a:gd name="connsiteY26" fmla="*/ 25956 h 107990"/>
                <a:gd name="connsiteX27" fmla="*/ 96780 w 113433"/>
                <a:gd name="connsiteY27" fmla="*/ 30349 h 10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3433" h="107990">
                  <a:moveTo>
                    <a:pt x="96780" y="14710"/>
                  </a:moveTo>
                  <a:lnTo>
                    <a:pt x="20334" y="14710"/>
                  </a:lnTo>
                  <a:lnTo>
                    <a:pt x="20334" y="44853"/>
                  </a:lnTo>
                  <a:lnTo>
                    <a:pt x="88399" y="44853"/>
                  </a:lnTo>
                  <a:cubicBezTo>
                    <a:pt x="98006" y="44853"/>
                    <a:pt x="104581" y="46622"/>
                    <a:pt x="108120" y="50165"/>
                  </a:cubicBezTo>
                  <a:cubicBezTo>
                    <a:pt x="111664" y="53708"/>
                    <a:pt x="113433" y="60413"/>
                    <a:pt x="113433" y="70292"/>
                  </a:cubicBezTo>
                  <a:lnTo>
                    <a:pt x="113433" y="82452"/>
                  </a:lnTo>
                  <a:cubicBezTo>
                    <a:pt x="113433" y="92394"/>
                    <a:pt x="111701" y="99136"/>
                    <a:pt x="108226" y="102679"/>
                  </a:cubicBezTo>
                  <a:cubicBezTo>
                    <a:pt x="104756" y="106222"/>
                    <a:pt x="98143" y="107991"/>
                    <a:pt x="88399" y="107991"/>
                  </a:cubicBezTo>
                  <a:lnTo>
                    <a:pt x="25346" y="107991"/>
                  </a:lnTo>
                  <a:cubicBezTo>
                    <a:pt x="15533" y="107991"/>
                    <a:pt x="8857" y="106201"/>
                    <a:pt x="5313" y="102626"/>
                  </a:cubicBezTo>
                  <a:cubicBezTo>
                    <a:pt x="1764" y="99052"/>
                    <a:pt x="-5" y="92330"/>
                    <a:pt x="0" y="82452"/>
                  </a:cubicBezTo>
                  <a:lnTo>
                    <a:pt x="0" y="79490"/>
                  </a:lnTo>
                  <a:lnTo>
                    <a:pt x="16758" y="75604"/>
                  </a:lnTo>
                  <a:lnTo>
                    <a:pt x="16758" y="92975"/>
                  </a:lnTo>
                  <a:lnTo>
                    <a:pt x="97187" y="92975"/>
                  </a:lnTo>
                  <a:lnTo>
                    <a:pt x="97187" y="60482"/>
                  </a:lnTo>
                  <a:lnTo>
                    <a:pt x="29329" y="60482"/>
                  </a:lnTo>
                  <a:cubicBezTo>
                    <a:pt x="19516" y="60482"/>
                    <a:pt x="12877" y="58697"/>
                    <a:pt x="9401" y="55123"/>
                  </a:cubicBezTo>
                  <a:cubicBezTo>
                    <a:pt x="5921" y="51543"/>
                    <a:pt x="4183" y="44816"/>
                    <a:pt x="4188" y="34943"/>
                  </a:cubicBezTo>
                  <a:lnTo>
                    <a:pt x="4188" y="25544"/>
                  </a:lnTo>
                  <a:cubicBezTo>
                    <a:pt x="4188" y="15671"/>
                    <a:pt x="5926" y="8944"/>
                    <a:pt x="9401" y="5364"/>
                  </a:cubicBezTo>
                  <a:cubicBezTo>
                    <a:pt x="12871" y="1790"/>
                    <a:pt x="19516" y="5"/>
                    <a:pt x="29329" y="0"/>
                  </a:cubicBezTo>
                  <a:lnTo>
                    <a:pt x="86862" y="0"/>
                  </a:lnTo>
                  <a:cubicBezTo>
                    <a:pt x="96474" y="0"/>
                    <a:pt x="103103" y="1753"/>
                    <a:pt x="106742" y="5264"/>
                  </a:cubicBezTo>
                  <a:cubicBezTo>
                    <a:pt x="110946" y="10438"/>
                    <a:pt x="112916" y="17075"/>
                    <a:pt x="112208" y="23702"/>
                  </a:cubicBezTo>
                  <a:lnTo>
                    <a:pt x="112208" y="25956"/>
                  </a:lnTo>
                  <a:lnTo>
                    <a:pt x="96780" y="30349"/>
                  </a:lnTo>
                  <a:close/>
                </a:path>
              </a:pathLst>
            </a:custGeom>
            <a:solidFill>
              <a:schemeClr val="accent2"/>
            </a:solidFill>
            <a:ln w="5278" cap="flat">
              <a:noFill/>
              <a:prstDash val="solid"/>
              <a:miter/>
            </a:ln>
          </p:spPr>
          <p:txBody>
            <a:bodyPr rtlCol="0" anchor="ctr"/>
            <a:lstStyle/>
            <a:p>
              <a:endParaRPr lang="en-IN">
                <a:solidFill>
                  <a:schemeClr val="bg1"/>
                </a:solidFill>
              </a:endParaRPr>
            </a:p>
          </p:txBody>
        </p:sp>
      </p:grpSp>
      <p:grpSp>
        <p:nvGrpSpPr>
          <p:cNvPr id="4" name="Group 3">
            <a:extLst>
              <a:ext uri="{FF2B5EF4-FFF2-40B4-BE49-F238E27FC236}">
                <a16:creationId xmlns:a16="http://schemas.microsoft.com/office/drawing/2014/main" id="{8B92DEFF-F189-1318-4589-599A9D7358D1}"/>
              </a:ext>
            </a:extLst>
          </p:cNvPr>
          <p:cNvGrpSpPr/>
          <p:nvPr userDrawn="1"/>
        </p:nvGrpSpPr>
        <p:grpSpPr>
          <a:xfrm>
            <a:off x="-1" y="6186712"/>
            <a:ext cx="12192002" cy="676275"/>
            <a:chOff x="-2" y="6080760"/>
            <a:chExt cx="12217867" cy="777240"/>
          </a:xfrm>
        </p:grpSpPr>
        <p:grpSp>
          <p:nvGrpSpPr>
            <p:cNvPr id="35" name="Group 34">
              <a:extLst>
                <a:ext uri="{FF2B5EF4-FFF2-40B4-BE49-F238E27FC236}">
                  <a16:creationId xmlns:a16="http://schemas.microsoft.com/office/drawing/2014/main" id="{7834E6A2-C8D6-16DE-C1D6-6E78D1771294}"/>
                </a:ext>
              </a:extLst>
            </p:cNvPr>
            <p:cNvGrpSpPr/>
            <p:nvPr userDrawn="1"/>
          </p:nvGrpSpPr>
          <p:grpSpPr>
            <a:xfrm>
              <a:off x="-1" y="6080760"/>
              <a:ext cx="12217865" cy="722969"/>
              <a:chOff x="-1" y="6104238"/>
              <a:chExt cx="12217865" cy="699491"/>
            </a:xfrm>
          </p:grpSpPr>
          <p:sp>
            <p:nvSpPr>
              <p:cNvPr id="36" name="Freeform: Shape 35">
                <a:extLst>
                  <a:ext uri="{FF2B5EF4-FFF2-40B4-BE49-F238E27FC236}">
                    <a16:creationId xmlns:a16="http://schemas.microsoft.com/office/drawing/2014/main" id="{88ACFD50-0B84-46B8-564F-0A7C56C27FBC}"/>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37" name="Right Triangle 36">
                <a:extLst>
                  <a:ext uri="{FF2B5EF4-FFF2-40B4-BE49-F238E27FC236}">
                    <a16:creationId xmlns:a16="http://schemas.microsoft.com/office/drawing/2014/main" id="{764D6F4D-9A6C-C456-72D0-3961FAFAF52F}"/>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Freeform: Shape 37">
              <a:extLst>
                <a:ext uri="{FF2B5EF4-FFF2-40B4-BE49-F238E27FC236}">
                  <a16:creationId xmlns:a16="http://schemas.microsoft.com/office/drawing/2014/main" id="{6DD84998-F216-032F-D8D4-B8747FEA5ABD}"/>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9" name="Right Triangle 38">
              <a:extLst>
                <a:ext uri="{FF2B5EF4-FFF2-40B4-BE49-F238E27FC236}">
                  <a16:creationId xmlns:a16="http://schemas.microsoft.com/office/drawing/2014/main" id="{E9E48043-2825-C9D2-3BDE-36931040BB09}"/>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7" name="Slide Number Placeholder 2">
            <a:extLst>
              <a:ext uri="{FF2B5EF4-FFF2-40B4-BE49-F238E27FC236}">
                <a16:creationId xmlns:a16="http://schemas.microsoft.com/office/drawing/2014/main" id="{4161EF3E-879D-341C-280A-B953EB53AB3D}"/>
              </a:ext>
            </a:extLst>
          </p:cNvPr>
          <p:cNvSpPr>
            <a:spLocks noGrp="1"/>
          </p:cNvSpPr>
          <p:nvPr>
            <p:ph type="sldNum" sz="quarter" idx="4"/>
          </p:nvPr>
        </p:nvSpPr>
        <p:spPr>
          <a:xfrm>
            <a:off x="11602792" y="6483657"/>
            <a:ext cx="217732" cy="164592"/>
          </a:xfrm>
          <a:prstGeom prst="rect">
            <a:avLst/>
          </a:prstGeom>
        </p:spPr>
        <p:txBody>
          <a:bodyPr lIns="0" tIns="0" rIns="0" bIns="0" anchor="ctr">
            <a:noAutofit/>
          </a:bodyPr>
          <a:lstStyle>
            <a:lvl1pPr algn="r">
              <a:defRPr lang="en-IN" sz="1000" b="1" smtClean="0">
                <a:solidFill>
                  <a:schemeClr val="bg1"/>
                </a:solidFill>
              </a:defRPr>
            </a:lvl1pPr>
          </a:lstStyle>
          <a:p>
            <a:fld id="{9A131BC9-40DA-43B6-B58E-D925B527BF77}" type="slidenum">
              <a:rPr lang="en-IN" smtClean="0"/>
              <a:pPr/>
              <a:t>‹#›</a:t>
            </a:fld>
            <a:endParaRPr lang="en-IN"/>
          </a:p>
        </p:txBody>
      </p:sp>
    </p:spTree>
    <p:custDataLst>
      <p:tags r:id="rId10"/>
    </p:custDataLst>
    <p:extLst>
      <p:ext uri="{BB962C8B-B14F-4D97-AF65-F5344CB8AC3E}">
        <p14:creationId xmlns:p14="http://schemas.microsoft.com/office/powerpoint/2010/main" val="1027886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56" r:id="rId5"/>
    <p:sldLayoutId id="2147483668" r:id="rId6"/>
    <p:sldLayoutId id="2147483667" r:id="rId7"/>
    <p:sldLayoutId id="2147483655" r:id="rId8"/>
  </p:sldLayoutIdLst>
  <p:hf hdr="0" ftr="0" dt="0"/>
  <p:txStyles>
    <p:titleStyle>
      <a:lvl1pPr algn="l" defTabSz="914400" rtl="0" eaLnBrk="1" latinLnBrk="0" hangingPunct="1">
        <a:lnSpc>
          <a:spcPct val="100000"/>
        </a:lnSpc>
        <a:spcBef>
          <a:spcPts val="0"/>
        </a:spcBef>
        <a:spcAft>
          <a:spcPts val="0"/>
        </a:spcAft>
        <a:buNone/>
        <a:defRPr sz="2800" b="1" kern="1200" baseline="0">
          <a:solidFill>
            <a:schemeClr val="accent2"/>
          </a:solidFill>
          <a:latin typeface="+mj-lt"/>
          <a:ea typeface="+mj-ea"/>
          <a:cs typeface="+mj-cs"/>
        </a:defRPr>
      </a:lvl1pPr>
    </p:titleStyle>
    <p:bodyStyle>
      <a:lvl1pPr marL="2286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22" userDrawn="1">
          <p15:clr>
            <a:srgbClr val="F26B43"/>
          </p15:clr>
        </p15:guide>
        <p15:guide id="2" pos="232" userDrawn="1">
          <p15:clr>
            <a:srgbClr val="F26B43"/>
          </p15:clr>
        </p15:guide>
        <p15:guide id="3" orient="horz" pos="3894" userDrawn="1">
          <p15:clr>
            <a:srgbClr val="F26B43"/>
          </p15:clr>
        </p15:guide>
        <p15:guide id="4" pos="744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92" name="Picture 91">
            <a:extLst>
              <a:ext uri="{FF2B5EF4-FFF2-40B4-BE49-F238E27FC236}">
                <a16:creationId xmlns:a16="http://schemas.microsoft.com/office/drawing/2014/main" id="{FAA6FF9B-5E51-7F5B-1286-60C978D628D9}"/>
              </a:ext>
            </a:extLst>
          </p:cNvPr>
          <p:cNvPicPr>
            <a:picLocks noChangeAspect="1"/>
          </p:cNvPicPr>
          <p:nvPr/>
        </p:nvPicPr>
        <p:blipFill rotWithShape="1">
          <a:blip r:embed="rId2">
            <a:extLst>
              <a:ext uri="{28A0092B-C50C-407E-A947-70E740481C1C}">
                <a14:useLocalDpi xmlns:a14="http://schemas.microsoft.com/office/drawing/2010/main" val="0"/>
              </a:ext>
            </a:extLst>
          </a:blip>
          <a:srcRect l="10012" r="30005" b="6250"/>
          <a:stretch/>
        </p:blipFill>
        <p:spPr>
          <a:xfrm>
            <a:off x="4147607" y="-1"/>
            <a:ext cx="8044394" cy="6857998"/>
          </a:xfrm>
          <a:custGeom>
            <a:avLst/>
            <a:gdLst>
              <a:gd name="connsiteX0" fmla="*/ 0 w 8044394"/>
              <a:gd name="connsiteY0" fmla="*/ 1 h 6857998"/>
              <a:gd name="connsiteX1" fmla="*/ 1653258 w 8044394"/>
              <a:gd name="connsiteY1" fmla="*/ 1 h 6857998"/>
              <a:gd name="connsiteX2" fmla="*/ 826644 w 8044394"/>
              <a:gd name="connsiteY2" fmla="*/ 1431340 h 6857998"/>
              <a:gd name="connsiteX3" fmla="*/ 4413778 w 8044394"/>
              <a:gd name="connsiteY3" fmla="*/ 0 h 6857998"/>
              <a:gd name="connsiteX4" fmla="*/ 8044394 w 8044394"/>
              <a:gd name="connsiteY4" fmla="*/ 0 h 6857998"/>
              <a:gd name="connsiteX5" fmla="*/ 8044394 w 8044394"/>
              <a:gd name="connsiteY5" fmla="*/ 2719034 h 6857998"/>
              <a:gd name="connsiteX6" fmla="*/ 5653980 w 8044394"/>
              <a:gd name="connsiteY6" fmla="*/ 6857998 h 6857998"/>
              <a:gd name="connsiteX7" fmla="*/ 3952283 w 8044394"/>
              <a:gd name="connsiteY7" fmla="*/ 6857998 h 6857998"/>
              <a:gd name="connsiteX8" fmla="*/ 1529681 w 8044394"/>
              <a:gd name="connsiteY8" fmla="*/ 266331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44394" h="6857998">
                <a:moveTo>
                  <a:pt x="0" y="1"/>
                </a:moveTo>
                <a:lnTo>
                  <a:pt x="1653258" y="1"/>
                </a:lnTo>
                <a:lnTo>
                  <a:pt x="826644" y="1431340"/>
                </a:lnTo>
                <a:close/>
                <a:moveTo>
                  <a:pt x="4413778" y="0"/>
                </a:moveTo>
                <a:lnTo>
                  <a:pt x="8044394" y="0"/>
                </a:lnTo>
                <a:lnTo>
                  <a:pt x="8044394" y="2719034"/>
                </a:lnTo>
                <a:lnTo>
                  <a:pt x="5653980" y="6857998"/>
                </a:lnTo>
                <a:lnTo>
                  <a:pt x="3952283" y="6857998"/>
                </a:lnTo>
                <a:lnTo>
                  <a:pt x="1529681" y="2663315"/>
                </a:lnTo>
                <a:close/>
              </a:path>
            </a:pathLst>
          </a:custGeom>
        </p:spPr>
      </p:pic>
      <p:grpSp>
        <p:nvGrpSpPr>
          <p:cNvPr id="93" name="Group 92">
            <a:extLst>
              <a:ext uri="{FF2B5EF4-FFF2-40B4-BE49-F238E27FC236}">
                <a16:creationId xmlns:a16="http://schemas.microsoft.com/office/drawing/2014/main" id="{D7E68C0A-7F13-F71B-A7CC-2FD31D2F4BD8}"/>
              </a:ext>
            </a:extLst>
          </p:cNvPr>
          <p:cNvGrpSpPr/>
          <p:nvPr/>
        </p:nvGrpSpPr>
        <p:grpSpPr>
          <a:xfrm>
            <a:off x="4147607" y="0"/>
            <a:ext cx="8044394" cy="6857998"/>
            <a:chOff x="4147607" y="0"/>
            <a:chExt cx="8044394" cy="6857998"/>
          </a:xfrm>
          <a:solidFill>
            <a:schemeClr val="accent2">
              <a:alpha val="25000"/>
            </a:schemeClr>
          </a:solidFill>
        </p:grpSpPr>
        <p:sp>
          <p:nvSpPr>
            <p:cNvPr id="94" name="Freeform: Shape 93">
              <a:extLst>
                <a:ext uri="{FF2B5EF4-FFF2-40B4-BE49-F238E27FC236}">
                  <a16:creationId xmlns:a16="http://schemas.microsoft.com/office/drawing/2014/main" id="{312444D2-43F8-68E3-56E1-263847869B74}"/>
                </a:ext>
              </a:extLst>
            </p:cNvPr>
            <p:cNvSpPr/>
            <p:nvPr/>
          </p:nvSpPr>
          <p:spPr>
            <a:xfrm>
              <a:off x="4147607" y="1"/>
              <a:ext cx="1653258" cy="1431339"/>
            </a:xfrm>
            <a:custGeom>
              <a:avLst/>
              <a:gdLst>
                <a:gd name="connsiteX0" fmla="*/ 0 w 1653258"/>
                <a:gd name="connsiteY0" fmla="*/ 0 h 1431339"/>
                <a:gd name="connsiteX1" fmla="*/ 1653258 w 1653258"/>
                <a:gd name="connsiteY1" fmla="*/ 0 h 1431339"/>
                <a:gd name="connsiteX2" fmla="*/ 826644 w 1653258"/>
                <a:gd name="connsiteY2" fmla="*/ 1431339 h 1431339"/>
                <a:gd name="connsiteX3" fmla="*/ 0 w 1653258"/>
                <a:gd name="connsiteY3" fmla="*/ 0 h 1431339"/>
              </a:gdLst>
              <a:ahLst/>
              <a:cxnLst>
                <a:cxn ang="0">
                  <a:pos x="connsiteX0" y="connsiteY0"/>
                </a:cxn>
                <a:cxn ang="0">
                  <a:pos x="connsiteX1" y="connsiteY1"/>
                </a:cxn>
                <a:cxn ang="0">
                  <a:pos x="connsiteX2" y="connsiteY2"/>
                </a:cxn>
                <a:cxn ang="0">
                  <a:pos x="connsiteX3" y="connsiteY3"/>
                </a:cxn>
              </a:cxnLst>
              <a:rect l="l" t="t" r="r" b="b"/>
              <a:pathLst>
                <a:path w="1653258" h="1431339">
                  <a:moveTo>
                    <a:pt x="0" y="0"/>
                  </a:moveTo>
                  <a:lnTo>
                    <a:pt x="1653258" y="0"/>
                  </a:lnTo>
                  <a:lnTo>
                    <a:pt x="826644" y="1431339"/>
                  </a:lnTo>
                  <a:lnTo>
                    <a:pt x="0" y="0"/>
                  </a:lnTo>
                  <a:close/>
                </a:path>
              </a:pathLst>
            </a:custGeom>
            <a:grpFill/>
            <a:ln w="5278"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96" name="Freeform: Shape 95">
              <a:extLst>
                <a:ext uri="{FF2B5EF4-FFF2-40B4-BE49-F238E27FC236}">
                  <a16:creationId xmlns:a16="http://schemas.microsoft.com/office/drawing/2014/main" id="{1634A14B-7C71-7BAB-BD28-0F636F748AD2}"/>
                </a:ext>
              </a:extLst>
            </p:cNvPr>
            <p:cNvSpPr/>
            <p:nvPr/>
          </p:nvSpPr>
          <p:spPr>
            <a:xfrm>
              <a:off x="5677288" y="0"/>
              <a:ext cx="6514713" cy="6857998"/>
            </a:xfrm>
            <a:custGeom>
              <a:avLst/>
              <a:gdLst>
                <a:gd name="connsiteX0" fmla="*/ 2884097 w 6514713"/>
                <a:gd name="connsiteY0" fmla="*/ 0 h 6857998"/>
                <a:gd name="connsiteX1" fmla="*/ 6514713 w 6514713"/>
                <a:gd name="connsiteY1" fmla="*/ 0 h 6857998"/>
                <a:gd name="connsiteX2" fmla="*/ 6514713 w 6514713"/>
                <a:gd name="connsiteY2" fmla="*/ 2719034 h 6857998"/>
                <a:gd name="connsiteX3" fmla="*/ 4124299 w 6514713"/>
                <a:gd name="connsiteY3" fmla="*/ 6857998 h 6857998"/>
                <a:gd name="connsiteX4" fmla="*/ 2422602 w 6514713"/>
                <a:gd name="connsiteY4" fmla="*/ 6857998 h 6857998"/>
                <a:gd name="connsiteX5" fmla="*/ 0 w 6514713"/>
                <a:gd name="connsiteY5" fmla="*/ 2663315 h 6857998"/>
                <a:gd name="connsiteX6" fmla="*/ 2884097 w 6514713"/>
                <a:gd name="connsiteY6" fmla="*/ 0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14713" h="6857998">
                  <a:moveTo>
                    <a:pt x="2884097" y="0"/>
                  </a:moveTo>
                  <a:lnTo>
                    <a:pt x="6514713" y="0"/>
                  </a:lnTo>
                  <a:lnTo>
                    <a:pt x="6514713" y="2719034"/>
                  </a:lnTo>
                  <a:lnTo>
                    <a:pt x="4124299" y="6857998"/>
                  </a:lnTo>
                  <a:lnTo>
                    <a:pt x="2422602" y="6857998"/>
                  </a:lnTo>
                  <a:lnTo>
                    <a:pt x="0" y="2663315"/>
                  </a:lnTo>
                  <a:lnTo>
                    <a:pt x="2884097" y="0"/>
                  </a:ln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Gothic"/>
                <a:ea typeface="+mn-ea"/>
                <a:cs typeface="+mn-cs"/>
              </a:endParaRPr>
            </a:p>
          </p:txBody>
        </p:sp>
      </p:grpSp>
      <p:grpSp>
        <p:nvGrpSpPr>
          <p:cNvPr id="97" name="Group 96">
            <a:extLst>
              <a:ext uri="{FF2B5EF4-FFF2-40B4-BE49-F238E27FC236}">
                <a16:creationId xmlns:a16="http://schemas.microsoft.com/office/drawing/2014/main" id="{D7615EAA-F170-6D46-69E4-C864EC78BAAB}"/>
              </a:ext>
            </a:extLst>
          </p:cNvPr>
          <p:cNvGrpSpPr/>
          <p:nvPr/>
        </p:nvGrpSpPr>
        <p:grpSpPr>
          <a:xfrm>
            <a:off x="368299" y="3277463"/>
            <a:ext cx="5432565" cy="1110874"/>
            <a:chOff x="368299" y="3312845"/>
            <a:chExt cx="5432565" cy="1110874"/>
          </a:xfrm>
        </p:grpSpPr>
        <p:sp>
          <p:nvSpPr>
            <p:cNvPr id="28" name="Title 1">
              <a:extLst>
                <a:ext uri="{FF2B5EF4-FFF2-40B4-BE49-F238E27FC236}">
                  <a16:creationId xmlns:a16="http://schemas.microsoft.com/office/drawing/2014/main" id="{5D04CC51-123E-A5BA-F460-E847B8D3F16E}"/>
                </a:ext>
              </a:extLst>
            </p:cNvPr>
            <p:cNvSpPr txBox="1">
              <a:spLocks/>
            </p:cNvSpPr>
            <p:nvPr/>
          </p:nvSpPr>
          <p:spPr>
            <a:xfrm>
              <a:off x="368299" y="3312845"/>
              <a:ext cx="5051425" cy="389361"/>
            </a:xfrm>
            <a:prstGeom prst="rect">
              <a:avLst/>
            </a:prstGeom>
          </p:spPr>
          <p:txBody>
            <a:bodyPr lIns="0" tIns="0" rIns="0" bIns="0" anchor="b">
              <a:noAutofit/>
            </a:bodyPr>
            <a:lst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entury Gothic"/>
                  <a:ea typeface="+mj-lt"/>
                  <a:cs typeface="+mj-lt"/>
                </a:rPr>
                <a:t>Lorem Ipsum</a:t>
              </a:r>
            </a:p>
          </p:txBody>
        </p:sp>
        <p:sp>
          <p:nvSpPr>
            <p:cNvPr id="29" name="Subtitle 2">
              <a:extLst>
                <a:ext uri="{FF2B5EF4-FFF2-40B4-BE49-F238E27FC236}">
                  <a16:creationId xmlns:a16="http://schemas.microsoft.com/office/drawing/2014/main" id="{B2160262-1CD5-59EB-8841-DBAB28F6A93A}"/>
                </a:ext>
              </a:extLst>
            </p:cNvPr>
            <p:cNvSpPr txBox="1">
              <a:spLocks/>
            </p:cNvSpPr>
            <p:nvPr/>
          </p:nvSpPr>
          <p:spPr>
            <a:xfrm>
              <a:off x="368299" y="3892489"/>
              <a:ext cx="5432565" cy="531230"/>
            </a:xfrm>
            <a:prstGeom prst="rect">
              <a:avLst/>
            </a:prstGeom>
          </p:spPr>
          <p:txBody>
            <a:bodyPr lIns="0" tIns="0" rIns="0" bIns="0" anchor="t">
              <a:noAutofit/>
            </a:bodyPr>
            <a:lstStyle>
              <a:lvl1pPr marL="2286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914400" indent="-228600" algn="l" defTabSz="914400" rtl="0" eaLnBrk="1" latinLnBrk="0" hangingPunct="1">
                <a:lnSpc>
                  <a:spcPct val="100000"/>
                </a:lnSpc>
                <a:spcBef>
                  <a:spcPts val="0"/>
                </a:spcBef>
                <a:spcAft>
                  <a:spcPts val="600"/>
                </a:spcAft>
                <a:buFont typeface="Wingdings" panose="05000000000000000000" pitchFamily="2" charset="2"/>
                <a:buChar char="§"/>
                <a:defRPr sz="1800" kern="1200">
                  <a:solidFill>
                    <a:schemeClr val="tx1"/>
                  </a:solidFill>
                  <a:latin typeface="+mn-lt"/>
                  <a:ea typeface="+mn-ea"/>
                  <a:cs typeface="+mn-cs"/>
                </a:defRPr>
              </a:lvl4pPr>
              <a:lvl5pPr marL="1143000" indent="-228600" algn="l" defTabSz="9144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IN" sz="4000" b="1" i="0" u="none" strike="noStrike" kern="1200" cap="none" spc="0" normalizeH="0" baseline="0" noProof="0" dirty="0">
                  <a:ln>
                    <a:noFill/>
                  </a:ln>
                  <a:solidFill>
                    <a:srgbClr val="FFC700"/>
                  </a:solidFill>
                  <a:effectLst/>
                  <a:uLnTx/>
                  <a:uFillTx/>
                  <a:latin typeface="Century Gothic"/>
                  <a:ea typeface="Tahoma" panose="020B0604030504040204" pitchFamily="34" charset="0"/>
                  <a:cs typeface="Tahoma" panose="020B0604030504040204" pitchFamily="34" charset="0"/>
                </a:rPr>
                <a:t>What is Lorem Ipsum?</a:t>
              </a:r>
            </a:p>
          </p:txBody>
        </p:sp>
      </p:grpSp>
    </p:spTree>
    <p:extLst>
      <p:ext uri="{BB962C8B-B14F-4D97-AF65-F5344CB8AC3E}">
        <p14:creationId xmlns:p14="http://schemas.microsoft.com/office/powerpoint/2010/main" val="4015955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061D227B-508D-8B1E-7F99-0B3E987A64E2}"/>
            </a:ext>
          </a:extLst>
        </p:cNvPr>
        <p:cNvGrpSpPr/>
        <p:nvPr/>
      </p:nvGrpSpPr>
      <p:grpSpPr>
        <a:xfrm>
          <a:off x="0" y="0"/>
          <a:ext cx="0" cy="0"/>
          <a:chOff x="0" y="0"/>
          <a:chExt cx="0" cy="0"/>
        </a:xfrm>
      </p:grpSpPr>
      <p:grpSp>
        <p:nvGrpSpPr>
          <p:cNvPr id="67" name="Group 66">
            <a:extLst>
              <a:ext uri="{FF2B5EF4-FFF2-40B4-BE49-F238E27FC236}">
                <a16:creationId xmlns:a16="http://schemas.microsoft.com/office/drawing/2014/main" id="{BD93BB53-A9A3-B24A-F83D-BDCB14DABE20}"/>
              </a:ext>
            </a:extLst>
          </p:cNvPr>
          <p:cNvGrpSpPr/>
          <p:nvPr/>
        </p:nvGrpSpPr>
        <p:grpSpPr>
          <a:xfrm>
            <a:off x="-1525955" y="-578458"/>
            <a:ext cx="7712425" cy="6677025"/>
            <a:chOff x="8264621" y="5479567"/>
            <a:chExt cx="811041" cy="702158"/>
          </a:xfrm>
          <a:solidFill>
            <a:schemeClr val="bg1">
              <a:alpha val="4000"/>
            </a:schemeClr>
          </a:solidFill>
        </p:grpSpPr>
        <p:sp>
          <p:nvSpPr>
            <p:cNvPr id="68" name="Freeform: Shape 67">
              <a:extLst>
                <a:ext uri="{FF2B5EF4-FFF2-40B4-BE49-F238E27FC236}">
                  <a16:creationId xmlns:a16="http://schemas.microsoft.com/office/drawing/2014/main" id="{078926CB-05AA-0264-25D8-EA1F404BAEE0}"/>
                </a:ext>
              </a:extLst>
            </p:cNvPr>
            <p:cNvSpPr/>
            <p:nvPr/>
          </p:nvSpPr>
          <p:spPr>
            <a:xfrm>
              <a:off x="8546718" y="5479567"/>
              <a:ext cx="528944" cy="702158"/>
            </a:xfrm>
            <a:custGeom>
              <a:avLst/>
              <a:gdLst>
                <a:gd name="connsiteX0" fmla="*/ 0 w 528944"/>
                <a:gd name="connsiteY0" fmla="*/ 488458 h 702158"/>
                <a:gd name="connsiteX1" fmla="*/ 123421 w 528944"/>
                <a:gd name="connsiteY1" fmla="*/ 374485 h 702158"/>
                <a:gd name="connsiteX2" fmla="*/ 528945 w 528944"/>
                <a:gd name="connsiteY2" fmla="*/ 0 h 702158"/>
                <a:gd name="connsiteX3" fmla="*/ 123421 w 528944"/>
                <a:gd name="connsiteY3" fmla="*/ 702159 h 702158"/>
                <a:gd name="connsiteX4" fmla="*/ 0 w 528944"/>
                <a:gd name="connsiteY4" fmla="*/ 488458 h 702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944" h="702158">
                  <a:moveTo>
                    <a:pt x="0" y="488458"/>
                  </a:moveTo>
                  <a:lnTo>
                    <a:pt x="123421" y="374485"/>
                  </a:lnTo>
                  <a:lnTo>
                    <a:pt x="528945" y="0"/>
                  </a:lnTo>
                  <a:lnTo>
                    <a:pt x="123421" y="702159"/>
                  </a:lnTo>
                  <a:lnTo>
                    <a:pt x="0" y="488458"/>
                  </a:lnTo>
                  <a:close/>
                </a:path>
              </a:pathLst>
            </a:custGeom>
            <a:grpFill/>
            <a:ln w="5278"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20330CA0-B87E-0CFB-AAB2-B02EA0AF9D6D}"/>
                </a:ext>
              </a:extLst>
            </p:cNvPr>
            <p:cNvSpPr/>
            <p:nvPr/>
          </p:nvSpPr>
          <p:spPr>
            <a:xfrm>
              <a:off x="8264621" y="5479567"/>
              <a:ext cx="282097" cy="374485"/>
            </a:xfrm>
            <a:custGeom>
              <a:avLst/>
              <a:gdLst>
                <a:gd name="connsiteX0" fmla="*/ 282097 w 282097"/>
                <a:gd name="connsiteY0" fmla="*/ 260513 h 374485"/>
                <a:gd name="connsiteX1" fmla="*/ 216277 w 282097"/>
                <a:gd name="connsiteY1" fmla="*/ 374485 h 374485"/>
                <a:gd name="connsiteX2" fmla="*/ 0 w 282097"/>
                <a:gd name="connsiteY2" fmla="*/ 0 h 374485"/>
                <a:gd name="connsiteX3" fmla="*/ 282097 w 282097"/>
                <a:gd name="connsiteY3" fmla="*/ 260513 h 374485"/>
              </a:gdLst>
              <a:ahLst/>
              <a:cxnLst>
                <a:cxn ang="0">
                  <a:pos x="connsiteX0" y="connsiteY0"/>
                </a:cxn>
                <a:cxn ang="0">
                  <a:pos x="connsiteX1" y="connsiteY1"/>
                </a:cxn>
                <a:cxn ang="0">
                  <a:pos x="connsiteX2" y="connsiteY2"/>
                </a:cxn>
                <a:cxn ang="0">
                  <a:pos x="connsiteX3" y="connsiteY3"/>
                </a:cxn>
              </a:cxnLst>
              <a:rect l="l" t="t" r="r" b="b"/>
              <a:pathLst>
                <a:path w="282097" h="374485">
                  <a:moveTo>
                    <a:pt x="282097" y="260513"/>
                  </a:moveTo>
                  <a:lnTo>
                    <a:pt x="216277" y="374485"/>
                  </a:lnTo>
                  <a:lnTo>
                    <a:pt x="0" y="0"/>
                  </a:lnTo>
                  <a:lnTo>
                    <a:pt x="282097" y="260513"/>
                  </a:lnTo>
                  <a:close/>
                </a:path>
              </a:pathLst>
            </a:custGeom>
            <a:grpFill/>
            <a:ln w="5278" cap="flat">
              <a:noFill/>
              <a:prstDash val="solid"/>
              <a:miter/>
            </a:ln>
          </p:spPr>
          <p:txBody>
            <a:bodyPr rtlCol="0" anchor="ctr"/>
            <a:lstStyle/>
            <a:p>
              <a:endParaRPr lang="en-IN"/>
            </a:p>
          </p:txBody>
        </p:sp>
      </p:grpSp>
      <p:sp>
        <p:nvSpPr>
          <p:cNvPr id="71" name="Freeform: Shape 70">
            <a:extLst>
              <a:ext uri="{FF2B5EF4-FFF2-40B4-BE49-F238E27FC236}">
                <a16:creationId xmlns:a16="http://schemas.microsoft.com/office/drawing/2014/main" id="{543DF5CC-09E4-15C7-743A-041151B4D92D}"/>
              </a:ext>
            </a:extLst>
          </p:cNvPr>
          <p:cNvSpPr/>
          <p:nvPr/>
        </p:nvSpPr>
        <p:spPr>
          <a:xfrm>
            <a:off x="6395883" y="0"/>
            <a:ext cx="6169986" cy="6321560"/>
          </a:xfrm>
          <a:custGeom>
            <a:avLst/>
            <a:gdLst>
              <a:gd name="connsiteX0" fmla="*/ 2122364 w 6169986"/>
              <a:gd name="connsiteY0" fmla="*/ 0 h 6321560"/>
              <a:gd name="connsiteX1" fmla="*/ 6169986 w 6169986"/>
              <a:gd name="connsiteY1" fmla="*/ 0 h 6321560"/>
              <a:gd name="connsiteX2" fmla="*/ 2519040 w 6169986"/>
              <a:gd name="connsiteY2" fmla="*/ 6321560 h 6321560"/>
              <a:gd name="connsiteX3" fmla="*/ 0 w 6169986"/>
              <a:gd name="connsiteY3" fmla="*/ 1959894 h 6321560"/>
            </a:gdLst>
            <a:ahLst/>
            <a:cxnLst>
              <a:cxn ang="0">
                <a:pos x="connsiteX0" y="connsiteY0"/>
              </a:cxn>
              <a:cxn ang="0">
                <a:pos x="connsiteX1" y="connsiteY1"/>
              </a:cxn>
              <a:cxn ang="0">
                <a:pos x="connsiteX2" y="connsiteY2"/>
              </a:cxn>
              <a:cxn ang="0">
                <a:pos x="connsiteX3" y="connsiteY3"/>
              </a:cxn>
            </a:cxnLst>
            <a:rect l="l" t="t" r="r" b="b"/>
            <a:pathLst>
              <a:path w="6169986" h="6321560">
                <a:moveTo>
                  <a:pt x="2122364" y="0"/>
                </a:moveTo>
                <a:lnTo>
                  <a:pt x="6169986" y="0"/>
                </a:lnTo>
                <a:lnTo>
                  <a:pt x="2519040" y="6321560"/>
                </a:lnTo>
                <a:lnTo>
                  <a:pt x="0" y="1959894"/>
                </a:lnTo>
                <a:close/>
              </a:path>
            </a:pathLst>
          </a:custGeom>
          <a:solidFill>
            <a:schemeClr val="accent3"/>
          </a:solidFill>
          <a:ln w="5278" cap="flat">
            <a:noFill/>
            <a:prstDash val="solid"/>
            <a:miter/>
          </a:ln>
        </p:spPr>
        <p:txBody>
          <a:bodyPr wrap="square" rtlCol="0" anchor="ctr">
            <a:noAutofit/>
          </a:bodyPr>
          <a:lstStyle/>
          <a:p>
            <a:endParaRPr lang="en-IN"/>
          </a:p>
        </p:txBody>
      </p:sp>
      <p:sp>
        <p:nvSpPr>
          <p:cNvPr id="3" name="Slide Number Placeholder 2">
            <a:extLst>
              <a:ext uri="{FF2B5EF4-FFF2-40B4-BE49-F238E27FC236}">
                <a16:creationId xmlns:a16="http://schemas.microsoft.com/office/drawing/2014/main" id="{3EB68E73-37BE-B1C9-BAF1-4ED5908BC445}"/>
              </a:ext>
            </a:extLst>
          </p:cNvPr>
          <p:cNvSpPr>
            <a:spLocks noGrp="1"/>
          </p:cNvSpPr>
          <p:nvPr>
            <p:ph type="sldNum" sz="quarter" idx="4"/>
          </p:nvPr>
        </p:nvSpPr>
        <p:spPr>
          <a:xfrm>
            <a:off x="11602792" y="6483657"/>
            <a:ext cx="217732" cy="164592"/>
          </a:xfrm>
        </p:spPr>
        <p:txBody>
          <a:bodyPr/>
          <a:lstStyle/>
          <a:p>
            <a:fld id="{9A131BC9-40DA-43B6-B58E-D925B527BF77}" type="slidenum">
              <a:rPr lang="en-IN" smtClean="0"/>
              <a:pPr/>
              <a:t>2</a:t>
            </a:fld>
            <a:endParaRPr lang="en-IN"/>
          </a:p>
        </p:txBody>
      </p:sp>
      <p:pic>
        <p:nvPicPr>
          <p:cNvPr id="34" name="Picture 33" descr="A group of blue and silver objects&#10;&#10;AI-generated content may be incorrect.">
            <a:extLst>
              <a:ext uri="{FF2B5EF4-FFF2-40B4-BE49-F238E27FC236}">
                <a16:creationId xmlns:a16="http://schemas.microsoft.com/office/drawing/2014/main" id="{90F4ECF6-A392-C6B3-222D-A2A11955528F}"/>
              </a:ext>
            </a:extLst>
          </p:cNvPr>
          <p:cNvPicPr>
            <a:picLocks noChangeAspect="1"/>
          </p:cNvPicPr>
          <p:nvPr/>
        </p:nvPicPr>
        <p:blipFill>
          <a:blip r:embed="rId2">
            <a:extLst>
              <a:ext uri="{28A0092B-C50C-407E-A947-70E740481C1C}">
                <a14:useLocalDpi xmlns:a14="http://schemas.microsoft.com/office/drawing/2010/main" val="0"/>
              </a:ext>
            </a:extLst>
          </a:blip>
          <a:srcRect t="16557" b="4080"/>
          <a:stretch>
            <a:fillRect/>
          </a:stretch>
        </p:blipFill>
        <p:spPr>
          <a:xfrm>
            <a:off x="5943068" y="1406829"/>
            <a:ext cx="5963182" cy="4732596"/>
          </a:xfrm>
          <a:prstGeom prst="rect">
            <a:avLst/>
          </a:prstGeom>
        </p:spPr>
      </p:pic>
      <p:sp>
        <p:nvSpPr>
          <p:cNvPr id="2" name="Title 1">
            <a:extLst>
              <a:ext uri="{FF2B5EF4-FFF2-40B4-BE49-F238E27FC236}">
                <a16:creationId xmlns:a16="http://schemas.microsoft.com/office/drawing/2014/main" id="{7A5B0F1C-8D74-8610-388E-D578439F2676}"/>
              </a:ext>
            </a:extLst>
          </p:cNvPr>
          <p:cNvSpPr>
            <a:spLocks noGrp="1"/>
          </p:cNvSpPr>
          <p:nvPr>
            <p:ph type="title"/>
          </p:nvPr>
        </p:nvSpPr>
        <p:spPr>
          <a:xfrm>
            <a:off x="381000" y="300000"/>
            <a:ext cx="8686800" cy="502920"/>
          </a:xfrm>
        </p:spPr>
        <p:txBody>
          <a:bodyPr/>
          <a:lstStyle/>
          <a:p>
            <a:r>
              <a:rPr lang="en-IN" dirty="0">
                <a:solidFill>
                  <a:schemeClr val="bg1"/>
                </a:solidFill>
              </a:rPr>
              <a:t>What is Lorem Ipsum?</a:t>
            </a:r>
          </a:p>
        </p:txBody>
      </p:sp>
      <p:sp>
        <p:nvSpPr>
          <p:cNvPr id="29" name="TextBox 28">
            <a:extLst>
              <a:ext uri="{FF2B5EF4-FFF2-40B4-BE49-F238E27FC236}">
                <a16:creationId xmlns:a16="http://schemas.microsoft.com/office/drawing/2014/main" id="{4D62D443-91C2-B027-C0C9-146DA741D027}"/>
              </a:ext>
            </a:extLst>
          </p:cNvPr>
          <p:cNvSpPr txBox="1"/>
          <p:nvPr/>
        </p:nvSpPr>
        <p:spPr>
          <a:xfrm>
            <a:off x="380999" y="2395764"/>
            <a:ext cx="5389605" cy="3308598"/>
          </a:xfrm>
          <a:prstGeom prst="rect">
            <a:avLst/>
          </a:prstGeom>
          <a:noFill/>
        </p:spPr>
        <p:txBody>
          <a:bodyPr wrap="square" lIns="0" tIns="0" rIns="0" bIns="0" rtlCol="0">
            <a:spAutoFit/>
          </a:bodyPr>
          <a:lstStyle/>
          <a:p>
            <a:pPr>
              <a:spcAft>
                <a:spcPts val="600"/>
              </a:spcAft>
            </a:pPr>
            <a:r>
              <a:rPr lang="en-US" sz="14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400" dirty="0" err="1">
                <a:solidFill>
                  <a:schemeClr val="bg1"/>
                </a:solidFill>
              </a:rPr>
              <a:t>popularised</a:t>
            </a:r>
            <a:r>
              <a:rPr lang="en-US" sz="1400" dirty="0">
                <a:solidFill>
                  <a:schemeClr val="bg1"/>
                </a:solidFill>
              </a:rPr>
              <a:t> in the 1960s with the release of Letraset sheets containing Lorem Ipsum passages, and more recently with desktop publishing software like Aldus PageMaker including versions of Lorem Ipsum.</a:t>
            </a:r>
          </a:p>
          <a:p>
            <a:pPr>
              <a:spcAft>
                <a:spcPts val="600"/>
              </a:spcAft>
            </a:pPr>
            <a:r>
              <a:rPr lang="en-US" sz="14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grpSp>
        <p:nvGrpSpPr>
          <p:cNvPr id="30" name="Graphic 27">
            <a:extLst>
              <a:ext uri="{FF2B5EF4-FFF2-40B4-BE49-F238E27FC236}">
                <a16:creationId xmlns:a16="http://schemas.microsoft.com/office/drawing/2014/main" id="{1541F4F6-7F20-A7F4-2F52-ECC4DE5ACD16}"/>
              </a:ext>
            </a:extLst>
          </p:cNvPr>
          <p:cNvGrpSpPr/>
          <p:nvPr/>
        </p:nvGrpSpPr>
        <p:grpSpPr>
          <a:xfrm>
            <a:off x="380999" y="1190625"/>
            <a:ext cx="1343523" cy="931253"/>
            <a:chOff x="1402419" y="1107421"/>
            <a:chExt cx="1463562" cy="1014457"/>
          </a:xfrm>
          <a:noFill/>
        </p:grpSpPr>
        <p:grpSp>
          <p:nvGrpSpPr>
            <p:cNvPr id="32" name="Graphic 27">
              <a:extLst>
                <a:ext uri="{FF2B5EF4-FFF2-40B4-BE49-F238E27FC236}">
                  <a16:creationId xmlns:a16="http://schemas.microsoft.com/office/drawing/2014/main" id="{8FAA45A6-32B7-6F53-978E-383B1B623D54}"/>
                </a:ext>
              </a:extLst>
            </p:cNvPr>
            <p:cNvGrpSpPr/>
            <p:nvPr/>
          </p:nvGrpSpPr>
          <p:grpSpPr>
            <a:xfrm>
              <a:off x="1402419" y="1107421"/>
              <a:ext cx="506708" cy="1012893"/>
              <a:chOff x="1402419" y="1107421"/>
              <a:chExt cx="506708" cy="1012893"/>
            </a:xfrm>
            <a:noFill/>
          </p:grpSpPr>
          <p:grpSp>
            <p:nvGrpSpPr>
              <p:cNvPr id="33" name="Graphic 27">
                <a:extLst>
                  <a:ext uri="{FF2B5EF4-FFF2-40B4-BE49-F238E27FC236}">
                    <a16:creationId xmlns:a16="http://schemas.microsoft.com/office/drawing/2014/main" id="{5A7D6C60-A64D-FE1D-4C96-89614A07E113}"/>
                  </a:ext>
                </a:extLst>
              </p:cNvPr>
              <p:cNvGrpSpPr/>
              <p:nvPr/>
            </p:nvGrpSpPr>
            <p:grpSpPr>
              <a:xfrm>
                <a:off x="1402419" y="1107421"/>
                <a:ext cx="506708" cy="1012893"/>
                <a:chOff x="1402419" y="1107421"/>
                <a:chExt cx="506708" cy="1012893"/>
              </a:xfrm>
              <a:noFill/>
            </p:grpSpPr>
            <p:sp>
              <p:nvSpPr>
                <p:cNvPr id="35" name="Freeform: Shape 34">
                  <a:extLst>
                    <a:ext uri="{FF2B5EF4-FFF2-40B4-BE49-F238E27FC236}">
                      <a16:creationId xmlns:a16="http://schemas.microsoft.com/office/drawing/2014/main" id="{7EA131B3-712A-8D8D-04CB-875E335477BF}"/>
                    </a:ext>
                  </a:extLst>
                </p:cNvPr>
                <p:cNvSpPr/>
                <p:nvPr/>
              </p:nvSpPr>
              <p:spPr>
                <a:xfrm>
                  <a:off x="1628144" y="1122800"/>
                  <a:ext cx="280983" cy="984221"/>
                </a:xfrm>
                <a:custGeom>
                  <a:avLst/>
                  <a:gdLst>
                    <a:gd name="connsiteX0" fmla="*/ 280723 w 280983"/>
                    <a:gd name="connsiteY0" fmla="*/ 0 h 984221"/>
                    <a:gd name="connsiteX1" fmla="*/ 66727 w 280983"/>
                    <a:gd name="connsiteY1" fmla="*/ 226767 h 984221"/>
                    <a:gd name="connsiteX2" fmla="*/ 261 w 280983"/>
                    <a:gd name="connsiteY2" fmla="*/ 479600 h 984221"/>
                    <a:gd name="connsiteX3" fmla="*/ 0 w 280983"/>
                    <a:gd name="connsiteY3" fmla="*/ 492111 h 984221"/>
                    <a:gd name="connsiteX4" fmla="*/ 280983 w 280983"/>
                    <a:gd name="connsiteY4" fmla="*/ 984222 h 984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983" h="984221">
                      <a:moveTo>
                        <a:pt x="280723" y="0"/>
                      </a:moveTo>
                      <a:cubicBezTo>
                        <a:pt x="190016" y="56301"/>
                        <a:pt x="115990" y="134496"/>
                        <a:pt x="66727" y="226767"/>
                      </a:cubicBezTo>
                      <a:cubicBezTo>
                        <a:pt x="25805" y="303138"/>
                        <a:pt x="2085" y="388893"/>
                        <a:pt x="261" y="479600"/>
                      </a:cubicBezTo>
                      <a:cubicBezTo>
                        <a:pt x="0" y="483770"/>
                        <a:pt x="0" y="487941"/>
                        <a:pt x="0" y="492111"/>
                      </a:cubicBezTo>
                      <a:cubicBezTo>
                        <a:pt x="0" y="698026"/>
                        <a:pt x="111559" y="878919"/>
                        <a:pt x="280983" y="984222"/>
                      </a:cubicBezTo>
                    </a:path>
                  </a:pathLst>
                </a:custGeom>
                <a:noFill/>
                <a:ln w="15875" cap="rnd">
                  <a:solidFill>
                    <a:schemeClr val="accent3"/>
                  </a:solidFill>
                  <a:prstDash val="solid"/>
                  <a:round/>
                </a:ln>
              </p:spPr>
              <p:txBody>
                <a:bodyPr rtlCol="0" anchor="ctr"/>
                <a:lstStyle/>
                <a:p>
                  <a:endParaRPr lang="en-IN"/>
                </a:p>
              </p:txBody>
            </p:sp>
            <p:grpSp>
              <p:nvGrpSpPr>
                <p:cNvPr id="36" name="Graphic 27">
                  <a:extLst>
                    <a:ext uri="{FF2B5EF4-FFF2-40B4-BE49-F238E27FC236}">
                      <a16:creationId xmlns:a16="http://schemas.microsoft.com/office/drawing/2014/main" id="{57983787-8730-FB2C-879B-2B669CBFF7C2}"/>
                    </a:ext>
                  </a:extLst>
                </p:cNvPr>
                <p:cNvGrpSpPr/>
                <p:nvPr/>
              </p:nvGrpSpPr>
              <p:grpSpPr>
                <a:xfrm>
                  <a:off x="1402419" y="1107421"/>
                  <a:ext cx="506447" cy="1012893"/>
                  <a:chOff x="1402419" y="1107421"/>
                  <a:chExt cx="506447" cy="1012893"/>
                </a:xfrm>
                <a:noFill/>
              </p:grpSpPr>
              <p:sp>
                <p:nvSpPr>
                  <p:cNvPr id="37" name="Freeform: Shape 36">
                    <a:extLst>
                      <a:ext uri="{FF2B5EF4-FFF2-40B4-BE49-F238E27FC236}">
                        <a16:creationId xmlns:a16="http://schemas.microsoft.com/office/drawing/2014/main" id="{E42425DB-82C8-6DF9-1974-EEEB1BCB1708}"/>
                      </a:ext>
                    </a:extLst>
                  </p:cNvPr>
                  <p:cNvSpPr/>
                  <p:nvPr/>
                </p:nvSpPr>
                <p:spPr>
                  <a:xfrm>
                    <a:off x="1402419" y="1107421"/>
                    <a:ext cx="506447" cy="1012893"/>
                  </a:xfrm>
                  <a:custGeom>
                    <a:avLst/>
                    <a:gdLst>
                      <a:gd name="connsiteX0" fmla="*/ 506447 w 506447"/>
                      <a:gd name="connsiteY0" fmla="*/ 0 h 1012893"/>
                      <a:gd name="connsiteX1" fmla="*/ 506447 w 506447"/>
                      <a:gd name="connsiteY1" fmla="*/ 1012894 h 1012893"/>
                      <a:gd name="connsiteX2" fmla="*/ 0 w 506447"/>
                      <a:gd name="connsiteY2" fmla="*/ 506186 h 1012893"/>
                      <a:gd name="connsiteX3" fmla="*/ 506447 w 506447"/>
                      <a:gd name="connsiteY3" fmla="*/ 0 h 1012893"/>
                    </a:gdLst>
                    <a:ahLst/>
                    <a:cxnLst>
                      <a:cxn ang="0">
                        <a:pos x="connsiteX0" y="connsiteY0"/>
                      </a:cxn>
                      <a:cxn ang="0">
                        <a:pos x="connsiteX1" y="connsiteY1"/>
                      </a:cxn>
                      <a:cxn ang="0">
                        <a:pos x="connsiteX2" y="connsiteY2"/>
                      </a:cxn>
                      <a:cxn ang="0">
                        <a:pos x="connsiteX3" y="connsiteY3"/>
                      </a:cxn>
                    </a:cxnLst>
                    <a:rect l="l" t="t" r="r" b="b"/>
                    <a:pathLst>
                      <a:path w="506447" h="1012893">
                        <a:moveTo>
                          <a:pt x="506447" y="0"/>
                        </a:moveTo>
                        <a:lnTo>
                          <a:pt x="506447" y="1012894"/>
                        </a:lnTo>
                        <a:cubicBezTo>
                          <a:pt x="226767" y="1012894"/>
                          <a:pt x="0" y="785866"/>
                          <a:pt x="0" y="506186"/>
                        </a:cubicBezTo>
                        <a:cubicBezTo>
                          <a:pt x="0" y="226507"/>
                          <a:pt x="226767" y="0"/>
                          <a:pt x="506447" y="0"/>
                        </a:cubicBezTo>
                        <a:close/>
                      </a:path>
                    </a:pathLst>
                  </a:custGeom>
                  <a:noFill/>
                  <a:ln w="15875" cap="rnd">
                    <a:solidFill>
                      <a:schemeClr val="accent3"/>
                    </a:solidFill>
                    <a:prstDash val="solid"/>
                    <a:round/>
                  </a:ln>
                </p:spPr>
                <p:txBody>
                  <a:bodyPr rtlCol="0" anchor="ctr"/>
                  <a:lstStyle/>
                  <a:p>
                    <a:endParaRPr lang="en-IN"/>
                  </a:p>
                </p:txBody>
              </p:sp>
              <p:sp>
                <p:nvSpPr>
                  <p:cNvPr id="38" name="Freeform: Shape 37">
                    <a:extLst>
                      <a:ext uri="{FF2B5EF4-FFF2-40B4-BE49-F238E27FC236}">
                        <a16:creationId xmlns:a16="http://schemas.microsoft.com/office/drawing/2014/main" id="{D3A9679B-5BC0-A0FB-D098-CDBF3E5A34DD}"/>
                      </a:ext>
                    </a:extLst>
                  </p:cNvPr>
                  <p:cNvSpPr/>
                  <p:nvPr/>
                </p:nvSpPr>
                <p:spPr>
                  <a:xfrm>
                    <a:off x="1908867" y="1107421"/>
                    <a:ext cx="26065" cy="1012893"/>
                  </a:xfrm>
                  <a:custGeom>
                    <a:avLst/>
                    <a:gdLst>
                      <a:gd name="connsiteX0" fmla="*/ 0 w 26065"/>
                      <a:gd name="connsiteY0" fmla="*/ 1012894 h 1012893"/>
                      <a:gd name="connsiteX1" fmla="*/ 0 w 26065"/>
                      <a:gd name="connsiteY1" fmla="*/ 999861 h 1012893"/>
                      <a:gd name="connsiteX2" fmla="*/ 0 w 26065"/>
                      <a:gd name="connsiteY2" fmla="*/ 495239 h 1012893"/>
                      <a:gd name="connsiteX3" fmla="*/ 0 w 26065"/>
                      <a:gd name="connsiteY3" fmla="*/ 231459 h 1012893"/>
                      <a:gd name="connsiteX4" fmla="*/ 0 w 26065"/>
                      <a:gd name="connsiteY4" fmla="*/ 15378 h 1012893"/>
                      <a:gd name="connsiteX5" fmla="*/ 0 w 26065"/>
                      <a:gd name="connsiteY5" fmla="*/ 0 h 101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65" h="1012893">
                        <a:moveTo>
                          <a:pt x="0" y="1012894"/>
                        </a:moveTo>
                        <a:lnTo>
                          <a:pt x="0" y="999861"/>
                        </a:lnTo>
                        <a:lnTo>
                          <a:pt x="0" y="495239"/>
                        </a:lnTo>
                        <a:lnTo>
                          <a:pt x="0" y="231459"/>
                        </a:lnTo>
                        <a:lnTo>
                          <a:pt x="0" y="15378"/>
                        </a:lnTo>
                        <a:lnTo>
                          <a:pt x="0" y="0"/>
                        </a:lnTo>
                      </a:path>
                    </a:pathLst>
                  </a:custGeom>
                  <a:noFill/>
                  <a:ln w="15875" cap="rnd">
                    <a:solidFill>
                      <a:schemeClr val="accent3"/>
                    </a:solidFill>
                    <a:prstDash val="solid"/>
                    <a:round/>
                  </a:ln>
                </p:spPr>
                <p:txBody>
                  <a:bodyPr rtlCol="0" anchor="ctr"/>
                  <a:lstStyle/>
                  <a:p>
                    <a:endParaRPr lang="en-IN"/>
                  </a:p>
                </p:txBody>
              </p:sp>
            </p:grpSp>
          </p:grpSp>
          <p:sp>
            <p:nvSpPr>
              <p:cNvPr id="39" name="Freeform: Shape 38">
                <a:extLst>
                  <a:ext uri="{FF2B5EF4-FFF2-40B4-BE49-F238E27FC236}">
                    <a16:creationId xmlns:a16="http://schemas.microsoft.com/office/drawing/2014/main" id="{B5088EF3-D590-93A7-2F66-C15F132004C4}"/>
                  </a:ext>
                </a:extLst>
              </p:cNvPr>
              <p:cNvSpPr/>
              <p:nvPr/>
            </p:nvSpPr>
            <p:spPr>
              <a:xfrm>
                <a:off x="1403201" y="1602660"/>
                <a:ext cx="505665" cy="26065"/>
              </a:xfrm>
              <a:custGeom>
                <a:avLst/>
                <a:gdLst>
                  <a:gd name="connsiteX0" fmla="*/ 505665 w 505665"/>
                  <a:gd name="connsiteY0" fmla="*/ 0 h 26065"/>
                  <a:gd name="connsiteX1" fmla="*/ 225204 w 505665"/>
                  <a:gd name="connsiteY1" fmla="*/ 0 h 26065"/>
                  <a:gd name="connsiteX2" fmla="*/ 0 w 505665"/>
                  <a:gd name="connsiteY2" fmla="*/ 0 h 26065"/>
                </a:gdLst>
                <a:ahLst/>
                <a:cxnLst>
                  <a:cxn ang="0">
                    <a:pos x="connsiteX0" y="connsiteY0"/>
                  </a:cxn>
                  <a:cxn ang="0">
                    <a:pos x="connsiteX1" y="connsiteY1"/>
                  </a:cxn>
                  <a:cxn ang="0">
                    <a:pos x="connsiteX2" y="connsiteY2"/>
                  </a:cxn>
                </a:cxnLst>
                <a:rect l="l" t="t" r="r" b="b"/>
                <a:pathLst>
                  <a:path w="505665" h="26065">
                    <a:moveTo>
                      <a:pt x="505665" y="0"/>
                    </a:moveTo>
                    <a:lnTo>
                      <a:pt x="225204" y="0"/>
                    </a:lnTo>
                    <a:lnTo>
                      <a:pt x="0" y="0"/>
                    </a:lnTo>
                  </a:path>
                </a:pathLst>
              </a:custGeom>
              <a:noFill/>
              <a:ln w="15875" cap="rnd">
                <a:solidFill>
                  <a:schemeClr val="accent3"/>
                </a:solidFill>
                <a:prstDash val="solid"/>
                <a:round/>
              </a:ln>
            </p:spPr>
            <p:txBody>
              <a:bodyPr rtlCol="0" anchor="ctr"/>
              <a:lstStyle/>
              <a:p>
                <a:endParaRPr lang="en-IN"/>
              </a:p>
            </p:txBody>
          </p:sp>
          <p:sp>
            <p:nvSpPr>
              <p:cNvPr id="40" name="Freeform: Shape 39">
                <a:extLst>
                  <a:ext uri="{FF2B5EF4-FFF2-40B4-BE49-F238E27FC236}">
                    <a16:creationId xmlns:a16="http://schemas.microsoft.com/office/drawing/2014/main" id="{7D17CC43-F426-6E77-9112-1AE11F04ADE8}"/>
                  </a:ext>
                </a:extLst>
              </p:cNvPr>
              <p:cNvSpPr/>
              <p:nvPr/>
            </p:nvSpPr>
            <p:spPr>
              <a:xfrm>
                <a:off x="1456113" y="1338880"/>
                <a:ext cx="453013" cy="49784"/>
              </a:xfrm>
              <a:custGeom>
                <a:avLst/>
                <a:gdLst>
                  <a:gd name="connsiteX0" fmla="*/ 0 w 453013"/>
                  <a:gd name="connsiteY0" fmla="*/ 49785 h 49784"/>
                  <a:gd name="connsiteX1" fmla="*/ 239018 w 453013"/>
                  <a:gd name="connsiteY1" fmla="*/ 10947 h 49784"/>
                  <a:gd name="connsiteX2" fmla="*/ 453014 w 453013"/>
                  <a:gd name="connsiteY2" fmla="*/ 0 h 49784"/>
                </a:gdLst>
                <a:ahLst/>
                <a:cxnLst>
                  <a:cxn ang="0">
                    <a:pos x="connsiteX0" y="connsiteY0"/>
                  </a:cxn>
                  <a:cxn ang="0">
                    <a:pos x="connsiteX1" y="connsiteY1"/>
                  </a:cxn>
                  <a:cxn ang="0">
                    <a:pos x="connsiteX2" y="connsiteY2"/>
                  </a:cxn>
                </a:cxnLst>
                <a:rect l="l" t="t" r="r" b="b"/>
                <a:pathLst>
                  <a:path w="453013" h="49784">
                    <a:moveTo>
                      <a:pt x="0" y="49785"/>
                    </a:moveTo>
                    <a:cubicBezTo>
                      <a:pt x="75589" y="32321"/>
                      <a:pt x="155870" y="19288"/>
                      <a:pt x="239018" y="10947"/>
                    </a:cubicBezTo>
                    <a:cubicBezTo>
                      <a:pt x="308091" y="3649"/>
                      <a:pt x="379770" y="0"/>
                      <a:pt x="453014" y="0"/>
                    </a:cubicBezTo>
                  </a:path>
                </a:pathLst>
              </a:custGeom>
              <a:noFill/>
              <a:ln w="15875" cap="rnd">
                <a:solidFill>
                  <a:schemeClr val="accent3"/>
                </a:solidFill>
                <a:prstDash val="solid"/>
                <a:round/>
              </a:ln>
            </p:spPr>
            <p:txBody>
              <a:bodyPr rtlCol="0" anchor="ctr"/>
              <a:lstStyle/>
              <a:p>
                <a:endParaRPr lang="en-IN"/>
              </a:p>
            </p:txBody>
          </p:sp>
          <p:sp>
            <p:nvSpPr>
              <p:cNvPr id="41" name="Freeform: Shape 40">
                <a:extLst>
                  <a:ext uri="{FF2B5EF4-FFF2-40B4-BE49-F238E27FC236}">
                    <a16:creationId xmlns:a16="http://schemas.microsoft.com/office/drawing/2014/main" id="{75C3C2B9-EF9A-2394-77B7-16C1C914B726}"/>
                  </a:ext>
                </a:extLst>
              </p:cNvPr>
              <p:cNvSpPr/>
              <p:nvPr/>
            </p:nvSpPr>
            <p:spPr>
              <a:xfrm>
                <a:off x="1456113" y="1827603"/>
                <a:ext cx="452753" cy="49784"/>
              </a:xfrm>
              <a:custGeom>
                <a:avLst/>
                <a:gdLst>
                  <a:gd name="connsiteX0" fmla="*/ 452753 w 452753"/>
                  <a:gd name="connsiteY0" fmla="*/ 49785 h 49784"/>
                  <a:gd name="connsiteX1" fmla="*/ 230938 w 452753"/>
                  <a:gd name="connsiteY1" fmla="*/ 38055 h 49784"/>
                  <a:gd name="connsiteX2" fmla="*/ 0 w 452753"/>
                  <a:gd name="connsiteY2" fmla="*/ 0 h 49784"/>
                </a:gdLst>
                <a:ahLst/>
                <a:cxnLst>
                  <a:cxn ang="0">
                    <a:pos x="connsiteX0" y="connsiteY0"/>
                  </a:cxn>
                  <a:cxn ang="0">
                    <a:pos x="connsiteX1" y="connsiteY1"/>
                  </a:cxn>
                  <a:cxn ang="0">
                    <a:pos x="connsiteX2" y="connsiteY2"/>
                  </a:cxn>
                </a:cxnLst>
                <a:rect l="l" t="t" r="r" b="b"/>
                <a:pathLst>
                  <a:path w="452753" h="49784">
                    <a:moveTo>
                      <a:pt x="452753" y="49785"/>
                    </a:moveTo>
                    <a:cubicBezTo>
                      <a:pt x="376643" y="49785"/>
                      <a:pt x="302617" y="45614"/>
                      <a:pt x="230938" y="38055"/>
                    </a:cubicBezTo>
                    <a:cubicBezTo>
                      <a:pt x="150396" y="29714"/>
                      <a:pt x="73243" y="16942"/>
                      <a:pt x="0" y="0"/>
                    </a:cubicBezTo>
                  </a:path>
                </a:pathLst>
              </a:custGeom>
              <a:noFill/>
              <a:ln w="15875" cap="rnd">
                <a:solidFill>
                  <a:schemeClr val="accent3"/>
                </a:solidFill>
                <a:prstDash val="solid"/>
                <a:round/>
              </a:ln>
            </p:spPr>
            <p:txBody>
              <a:bodyPr rtlCol="0" anchor="ctr"/>
              <a:lstStyle/>
              <a:p>
                <a:endParaRPr lang="en-IN"/>
              </a:p>
            </p:txBody>
          </p:sp>
        </p:grpSp>
        <p:grpSp>
          <p:nvGrpSpPr>
            <p:cNvPr id="42" name="Graphic 27">
              <a:extLst>
                <a:ext uri="{FF2B5EF4-FFF2-40B4-BE49-F238E27FC236}">
                  <a16:creationId xmlns:a16="http://schemas.microsoft.com/office/drawing/2014/main" id="{3F346E75-83D3-6093-7C22-4D62025493C6}"/>
                </a:ext>
              </a:extLst>
            </p:cNvPr>
            <p:cNvGrpSpPr/>
            <p:nvPr/>
          </p:nvGrpSpPr>
          <p:grpSpPr>
            <a:xfrm>
              <a:off x="1968817" y="1107421"/>
              <a:ext cx="897164" cy="1014457"/>
              <a:chOff x="1968817" y="1107421"/>
              <a:chExt cx="897164" cy="1014457"/>
            </a:xfrm>
            <a:noFill/>
          </p:grpSpPr>
          <p:sp>
            <p:nvSpPr>
              <p:cNvPr id="43" name="Freeform: Shape 42">
                <a:extLst>
                  <a:ext uri="{FF2B5EF4-FFF2-40B4-BE49-F238E27FC236}">
                    <a16:creationId xmlns:a16="http://schemas.microsoft.com/office/drawing/2014/main" id="{A15DF8F6-936D-4416-6F31-8A3040407108}"/>
                  </a:ext>
                </a:extLst>
              </p:cNvPr>
              <p:cNvSpPr/>
              <p:nvPr/>
            </p:nvSpPr>
            <p:spPr>
              <a:xfrm>
                <a:off x="1968817" y="1107421"/>
                <a:ext cx="541896" cy="1014457"/>
              </a:xfrm>
              <a:custGeom>
                <a:avLst/>
                <a:gdLst>
                  <a:gd name="connsiteX0" fmla="*/ 438157 w 541896"/>
                  <a:gd name="connsiteY0" fmla="*/ 386026 h 1014457"/>
                  <a:gd name="connsiteX1" fmla="*/ 438157 w 541896"/>
                  <a:gd name="connsiteY1" fmla="*/ 288802 h 1014457"/>
                  <a:gd name="connsiteX2" fmla="*/ 541896 w 541896"/>
                  <a:gd name="connsiteY2" fmla="*/ 204351 h 1014457"/>
                  <a:gd name="connsiteX3" fmla="*/ 541896 w 541896"/>
                  <a:gd name="connsiteY3" fmla="*/ 0 h 1014457"/>
                  <a:gd name="connsiteX4" fmla="*/ 0 w 541896"/>
                  <a:gd name="connsiteY4" fmla="*/ 0 h 1014457"/>
                  <a:gd name="connsiteX5" fmla="*/ 0 w 541896"/>
                  <a:gd name="connsiteY5" fmla="*/ 1014458 h 1014457"/>
                  <a:gd name="connsiteX6" fmla="*/ 541896 w 541896"/>
                  <a:gd name="connsiteY6" fmla="*/ 1014458 h 1014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1896" h="1014457">
                    <a:moveTo>
                      <a:pt x="438157" y="386026"/>
                    </a:moveTo>
                    <a:lnTo>
                      <a:pt x="438157" y="288802"/>
                    </a:lnTo>
                    <a:moveTo>
                      <a:pt x="541896" y="204351"/>
                    </a:moveTo>
                    <a:lnTo>
                      <a:pt x="541896" y="0"/>
                    </a:lnTo>
                    <a:lnTo>
                      <a:pt x="0" y="0"/>
                    </a:lnTo>
                    <a:lnTo>
                      <a:pt x="0" y="1014458"/>
                    </a:lnTo>
                    <a:lnTo>
                      <a:pt x="541896" y="1014458"/>
                    </a:lnTo>
                  </a:path>
                </a:pathLst>
              </a:custGeom>
              <a:noFill/>
              <a:ln w="15875" cap="flat">
                <a:solidFill>
                  <a:schemeClr val="accent3"/>
                </a:solid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BDD25210-4B10-5CBA-B234-DAF99EFE8BD6}"/>
                  </a:ext>
                </a:extLst>
              </p:cNvPr>
              <p:cNvSpPr/>
              <p:nvPr/>
            </p:nvSpPr>
            <p:spPr>
              <a:xfrm>
                <a:off x="2026942" y="1214288"/>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45" name="Freeform: Shape 44">
                <a:extLst>
                  <a:ext uri="{FF2B5EF4-FFF2-40B4-BE49-F238E27FC236}">
                    <a16:creationId xmlns:a16="http://schemas.microsoft.com/office/drawing/2014/main" id="{EB4C22B6-DF38-F7A6-02BB-86E82B5E17B9}"/>
                  </a:ext>
                </a:extLst>
              </p:cNvPr>
              <p:cNvSpPr/>
              <p:nvPr/>
            </p:nvSpPr>
            <p:spPr>
              <a:xfrm>
                <a:off x="2192717" y="1214288"/>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46" name="Freeform: Shape 45">
                <a:extLst>
                  <a:ext uri="{FF2B5EF4-FFF2-40B4-BE49-F238E27FC236}">
                    <a16:creationId xmlns:a16="http://schemas.microsoft.com/office/drawing/2014/main" id="{5717D21D-702B-CE7D-DB85-53B3347EDE3D}"/>
                  </a:ext>
                </a:extLst>
              </p:cNvPr>
              <p:cNvSpPr/>
              <p:nvPr/>
            </p:nvSpPr>
            <p:spPr>
              <a:xfrm>
                <a:off x="2358492" y="1214288"/>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4F26FD28-59BC-2D1E-3167-B20F2145F23E}"/>
                  </a:ext>
                </a:extLst>
              </p:cNvPr>
              <p:cNvSpPr/>
              <p:nvPr/>
            </p:nvSpPr>
            <p:spPr>
              <a:xfrm>
                <a:off x="2026942" y="139622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48" name="Freeform: Shape 47">
                <a:extLst>
                  <a:ext uri="{FF2B5EF4-FFF2-40B4-BE49-F238E27FC236}">
                    <a16:creationId xmlns:a16="http://schemas.microsoft.com/office/drawing/2014/main" id="{153EB4B8-14AE-4E78-07AE-EFC837E75F06}"/>
                  </a:ext>
                </a:extLst>
              </p:cNvPr>
              <p:cNvSpPr/>
              <p:nvPr/>
            </p:nvSpPr>
            <p:spPr>
              <a:xfrm>
                <a:off x="2192717" y="139622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48CE57A7-44C9-B674-3CA3-BA96B66BB69B}"/>
                  </a:ext>
                </a:extLst>
              </p:cNvPr>
              <p:cNvSpPr/>
              <p:nvPr/>
            </p:nvSpPr>
            <p:spPr>
              <a:xfrm>
                <a:off x="2358492" y="1396224"/>
                <a:ext cx="48481" cy="97223"/>
              </a:xfrm>
              <a:custGeom>
                <a:avLst/>
                <a:gdLst>
                  <a:gd name="connsiteX0" fmla="*/ 0 w 48481"/>
                  <a:gd name="connsiteY0" fmla="*/ 0 h 97223"/>
                  <a:gd name="connsiteX1" fmla="*/ 48481 w 48481"/>
                  <a:gd name="connsiteY1" fmla="*/ 0 h 97223"/>
                  <a:gd name="connsiteX2" fmla="*/ 48481 w 48481"/>
                  <a:gd name="connsiteY2" fmla="*/ 97223 h 97223"/>
                  <a:gd name="connsiteX3" fmla="*/ 0 w 48481"/>
                  <a:gd name="connsiteY3" fmla="*/ 97223 h 97223"/>
                </a:gdLst>
                <a:ahLst/>
                <a:cxnLst>
                  <a:cxn ang="0">
                    <a:pos x="connsiteX0" y="connsiteY0"/>
                  </a:cxn>
                  <a:cxn ang="0">
                    <a:pos x="connsiteX1" y="connsiteY1"/>
                  </a:cxn>
                  <a:cxn ang="0">
                    <a:pos x="connsiteX2" y="connsiteY2"/>
                  </a:cxn>
                  <a:cxn ang="0">
                    <a:pos x="connsiteX3" y="connsiteY3"/>
                  </a:cxn>
                </a:cxnLst>
                <a:rect l="l" t="t" r="r" b="b"/>
                <a:pathLst>
                  <a:path w="48481" h="97223">
                    <a:moveTo>
                      <a:pt x="0" y="0"/>
                    </a:moveTo>
                    <a:lnTo>
                      <a:pt x="48481" y="0"/>
                    </a:lnTo>
                    <a:lnTo>
                      <a:pt x="48481" y="97223"/>
                    </a:lnTo>
                    <a:lnTo>
                      <a:pt x="0" y="97223"/>
                    </a:lnTo>
                    <a:close/>
                  </a:path>
                </a:pathLst>
              </a:custGeom>
              <a:noFill/>
              <a:ln w="15875" cap="flat">
                <a:solidFill>
                  <a:schemeClr val="accent3"/>
                </a:solidFill>
                <a:prstDash val="solid"/>
                <a:miter/>
              </a:ln>
            </p:spPr>
            <p:txBody>
              <a:bodyPr rtlCol="0" anchor="ctr"/>
              <a:lstStyle/>
              <a:p>
                <a:endParaRPr lang="en-IN"/>
              </a:p>
            </p:txBody>
          </p:sp>
          <p:sp>
            <p:nvSpPr>
              <p:cNvPr id="50" name="Freeform: Shape 49">
                <a:extLst>
                  <a:ext uri="{FF2B5EF4-FFF2-40B4-BE49-F238E27FC236}">
                    <a16:creationId xmlns:a16="http://schemas.microsoft.com/office/drawing/2014/main" id="{830206F0-07DC-2510-1031-1FA6051F3CED}"/>
                  </a:ext>
                </a:extLst>
              </p:cNvPr>
              <p:cNvSpPr/>
              <p:nvPr/>
            </p:nvSpPr>
            <p:spPr>
              <a:xfrm>
                <a:off x="2026942" y="1578159"/>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C17BA25F-8DB8-ABEB-CA8C-5ED09F12275D}"/>
                  </a:ext>
                </a:extLst>
              </p:cNvPr>
              <p:cNvSpPr/>
              <p:nvPr/>
            </p:nvSpPr>
            <p:spPr>
              <a:xfrm>
                <a:off x="2192717" y="1578159"/>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52" name="Freeform: Shape 51">
                <a:extLst>
                  <a:ext uri="{FF2B5EF4-FFF2-40B4-BE49-F238E27FC236}">
                    <a16:creationId xmlns:a16="http://schemas.microsoft.com/office/drawing/2014/main" id="{B6E79253-5C57-B98D-4FAB-BB9345019FF8}"/>
                  </a:ext>
                </a:extLst>
              </p:cNvPr>
              <p:cNvSpPr/>
              <p:nvPr/>
            </p:nvSpPr>
            <p:spPr>
              <a:xfrm>
                <a:off x="2358492" y="1578159"/>
                <a:ext cx="48481" cy="97223"/>
              </a:xfrm>
              <a:custGeom>
                <a:avLst/>
                <a:gdLst>
                  <a:gd name="connsiteX0" fmla="*/ 48481 w 48481"/>
                  <a:gd name="connsiteY0" fmla="*/ 97223 h 97223"/>
                  <a:gd name="connsiteX1" fmla="*/ 0 w 48481"/>
                  <a:gd name="connsiteY1" fmla="*/ 97223 h 97223"/>
                  <a:gd name="connsiteX2" fmla="*/ 0 w 48481"/>
                  <a:gd name="connsiteY2" fmla="*/ 0 h 97223"/>
                  <a:gd name="connsiteX3" fmla="*/ 48481 w 48481"/>
                  <a:gd name="connsiteY3" fmla="*/ 0 h 97223"/>
                </a:gdLst>
                <a:ahLst/>
                <a:cxnLst>
                  <a:cxn ang="0">
                    <a:pos x="connsiteX0" y="connsiteY0"/>
                  </a:cxn>
                  <a:cxn ang="0">
                    <a:pos x="connsiteX1" y="connsiteY1"/>
                  </a:cxn>
                  <a:cxn ang="0">
                    <a:pos x="connsiteX2" y="connsiteY2"/>
                  </a:cxn>
                  <a:cxn ang="0">
                    <a:pos x="connsiteX3" y="connsiteY3"/>
                  </a:cxn>
                </a:cxnLst>
                <a:rect l="l" t="t" r="r" b="b"/>
                <a:pathLst>
                  <a:path w="48481" h="97223">
                    <a:moveTo>
                      <a:pt x="48481" y="97223"/>
                    </a:moveTo>
                    <a:lnTo>
                      <a:pt x="0" y="97223"/>
                    </a:lnTo>
                    <a:lnTo>
                      <a:pt x="0" y="0"/>
                    </a:lnTo>
                    <a:lnTo>
                      <a:pt x="48481" y="0"/>
                    </a:lnTo>
                  </a:path>
                </a:pathLst>
              </a:custGeom>
              <a:noFill/>
              <a:ln w="15875" cap="flat">
                <a:solidFill>
                  <a:schemeClr val="accent3"/>
                </a:solidFill>
                <a:prstDash val="solid"/>
                <a:miter/>
              </a:ln>
            </p:spPr>
            <p:txBody>
              <a:bodyPr rtlCol="0" anchor="ctr"/>
              <a:lstStyle/>
              <a:p>
                <a:endParaRPr lang="en-IN"/>
              </a:p>
            </p:txBody>
          </p:sp>
          <p:grpSp>
            <p:nvGrpSpPr>
              <p:cNvPr id="53" name="Graphic 27">
                <a:extLst>
                  <a:ext uri="{FF2B5EF4-FFF2-40B4-BE49-F238E27FC236}">
                    <a16:creationId xmlns:a16="http://schemas.microsoft.com/office/drawing/2014/main" id="{1A478ED9-9E32-46EF-BDF7-4452EFF0A967}"/>
                  </a:ext>
                </a:extLst>
              </p:cNvPr>
              <p:cNvGrpSpPr/>
              <p:nvPr/>
            </p:nvGrpSpPr>
            <p:grpSpPr>
              <a:xfrm>
                <a:off x="2406973" y="1311771"/>
                <a:ext cx="459008" cy="810106"/>
                <a:chOff x="2406973" y="1311771"/>
                <a:chExt cx="459008" cy="810106"/>
              </a:xfrm>
              <a:noFill/>
            </p:grpSpPr>
            <p:sp>
              <p:nvSpPr>
                <p:cNvPr id="54" name="Freeform: Shape 53">
                  <a:extLst>
                    <a:ext uri="{FF2B5EF4-FFF2-40B4-BE49-F238E27FC236}">
                      <a16:creationId xmlns:a16="http://schemas.microsoft.com/office/drawing/2014/main" id="{50A3C421-10F5-BD83-3D41-03B8DF6B8860}"/>
                    </a:ext>
                  </a:extLst>
                </p:cNvPr>
                <p:cNvSpPr/>
                <p:nvPr/>
              </p:nvSpPr>
              <p:spPr>
                <a:xfrm>
                  <a:off x="2406973" y="1311771"/>
                  <a:ext cx="459008" cy="810106"/>
                </a:xfrm>
                <a:custGeom>
                  <a:avLst/>
                  <a:gdLst>
                    <a:gd name="connsiteX0" fmla="*/ 0 w 459008"/>
                    <a:gd name="connsiteY0" fmla="*/ 181674 h 810106"/>
                    <a:gd name="connsiteX1" fmla="*/ 0 w 459008"/>
                    <a:gd name="connsiteY1" fmla="*/ 266386 h 810106"/>
                    <a:gd name="connsiteX2" fmla="*/ 0 w 459008"/>
                    <a:gd name="connsiteY2" fmla="*/ 363610 h 810106"/>
                    <a:gd name="connsiteX3" fmla="*/ 0 w 459008"/>
                    <a:gd name="connsiteY3" fmla="*/ 448321 h 810106"/>
                    <a:gd name="connsiteX4" fmla="*/ 0 w 459008"/>
                    <a:gd name="connsiteY4" fmla="*/ 545545 h 810106"/>
                    <a:gd name="connsiteX5" fmla="*/ 0 w 459008"/>
                    <a:gd name="connsiteY5" fmla="*/ 810106 h 810106"/>
                    <a:gd name="connsiteX6" fmla="*/ 103740 w 459008"/>
                    <a:gd name="connsiteY6" fmla="*/ 810106 h 810106"/>
                    <a:gd name="connsiteX7" fmla="*/ 459009 w 459008"/>
                    <a:gd name="connsiteY7" fmla="*/ 810106 h 810106"/>
                    <a:gd name="connsiteX8" fmla="*/ 459009 w 459008"/>
                    <a:gd name="connsiteY8" fmla="*/ 0 h 810106"/>
                    <a:gd name="connsiteX9" fmla="*/ 103740 w 459008"/>
                    <a:gd name="connsiteY9" fmla="*/ 0 h 810106"/>
                    <a:gd name="connsiteX10" fmla="*/ 48742 w 459008"/>
                    <a:gd name="connsiteY10" fmla="*/ 0 h 810106"/>
                    <a:gd name="connsiteX11" fmla="*/ 0 w 459008"/>
                    <a:gd name="connsiteY11" fmla="*/ 0 h 810106"/>
                    <a:gd name="connsiteX12" fmla="*/ 0 w 459008"/>
                    <a:gd name="connsiteY12" fmla="*/ 84451 h 810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008" h="810106">
                      <a:moveTo>
                        <a:pt x="0" y="181674"/>
                      </a:moveTo>
                      <a:lnTo>
                        <a:pt x="0" y="266386"/>
                      </a:lnTo>
                      <a:lnTo>
                        <a:pt x="0" y="363610"/>
                      </a:lnTo>
                      <a:lnTo>
                        <a:pt x="0" y="448321"/>
                      </a:lnTo>
                      <a:lnTo>
                        <a:pt x="0" y="545545"/>
                      </a:lnTo>
                      <a:lnTo>
                        <a:pt x="0" y="810106"/>
                      </a:lnTo>
                      <a:lnTo>
                        <a:pt x="103740" y="810106"/>
                      </a:lnTo>
                      <a:lnTo>
                        <a:pt x="459009" y="810106"/>
                      </a:lnTo>
                      <a:lnTo>
                        <a:pt x="459009" y="0"/>
                      </a:lnTo>
                      <a:lnTo>
                        <a:pt x="103740" y="0"/>
                      </a:lnTo>
                      <a:lnTo>
                        <a:pt x="48742" y="0"/>
                      </a:lnTo>
                      <a:lnTo>
                        <a:pt x="0" y="0"/>
                      </a:lnTo>
                      <a:lnTo>
                        <a:pt x="0" y="84451"/>
                      </a:lnTo>
                    </a:path>
                  </a:pathLst>
                </a:custGeom>
                <a:noFill/>
                <a:ln w="15875" cap="flat">
                  <a:solidFill>
                    <a:schemeClr val="accent3"/>
                  </a:solid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719D1A33-6D23-3908-2038-700B343D893D}"/>
                    </a:ext>
                  </a:extLst>
                </p:cNvPr>
                <p:cNvSpPr/>
                <p:nvPr/>
              </p:nvSpPr>
              <p:spPr>
                <a:xfrm>
                  <a:off x="2504978" y="138423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203F0327-0AA5-7C65-CE77-56FA934BDE2C}"/>
                    </a:ext>
                  </a:extLst>
                </p:cNvPr>
                <p:cNvSpPr/>
                <p:nvPr/>
              </p:nvSpPr>
              <p:spPr>
                <a:xfrm>
                  <a:off x="2670753" y="138423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D104AD36-BD6D-9817-475B-84E091F72FE3}"/>
                    </a:ext>
                  </a:extLst>
                </p:cNvPr>
                <p:cNvSpPr/>
                <p:nvPr/>
              </p:nvSpPr>
              <p:spPr>
                <a:xfrm>
                  <a:off x="2504978" y="1565908"/>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61A0F30A-928F-00A5-1E63-CB034106E594}"/>
                    </a:ext>
                  </a:extLst>
                </p:cNvPr>
                <p:cNvSpPr/>
                <p:nvPr/>
              </p:nvSpPr>
              <p:spPr>
                <a:xfrm>
                  <a:off x="2670753" y="1565908"/>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E26E87D1-AC2B-A267-CD7B-D089478298C8}"/>
                    </a:ext>
                  </a:extLst>
                </p:cNvPr>
                <p:cNvSpPr/>
                <p:nvPr/>
              </p:nvSpPr>
              <p:spPr>
                <a:xfrm>
                  <a:off x="2504978" y="1747843"/>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0FC756C4-2F7A-F345-8F42-8C7C12AB366B}"/>
                    </a:ext>
                  </a:extLst>
                </p:cNvPr>
                <p:cNvSpPr/>
                <p:nvPr/>
              </p:nvSpPr>
              <p:spPr>
                <a:xfrm>
                  <a:off x="2670753" y="1747843"/>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grpSp>
          <p:sp>
            <p:nvSpPr>
              <p:cNvPr id="74" name="Freeform: Shape 73">
                <a:extLst>
                  <a:ext uri="{FF2B5EF4-FFF2-40B4-BE49-F238E27FC236}">
                    <a16:creationId xmlns:a16="http://schemas.microsoft.com/office/drawing/2014/main" id="{F21C64DA-44AB-700F-DCE1-D2F1BF3ACE4D}"/>
                  </a:ext>
                </a:extLst>
              </p:cNvPr>
              <p:cNvSpPr/>
              <p:nvPr/>
            </p:nvSpPr>
            <p:spPr>
              <a:xfrm>
                <a:off x="2026942" y="176009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337BD942-8824-A9D0-796B-92E89FC970D1}"/>
                  </a:ext>
                </a:extLst>
              </p:cNvPr>
              <p:cNvSpPr/>
              <p:nvPr/>
            </p:nvSpPr>
            <p:spPr>
              <a:xfrm>
                <a:off x="2192717" y="1760094"/>
                <a:ext cx="97483" cy="97483"/>
              </a:xfrm>
              <a:custGeom>
                <a:avLst/>
                <a:gdLst>
                  <a:gd name="connsiteX0" fmla="*/ 0 w 97483"/>
                  <a:gd name="connsiteY0" fmla="*/ 0 h 97483"/>
                  <a:gd name="connsiteX1" fmla="*/ 97484 w 97483"/>
                  <a:gd name="connsiteY1" fmla="*/ 0 h 97483"/>
                  <a:gd name="connsiteX2" fmla="*/ 97484 w 97483"/>
                  <a:gd name="connsiteY2" fmla="*/ 97484 h 97483"/>
                  <a:gd name="connsiteX3" fmla="*/ 0 w 97483"/>
                  <a:gd name="connsiteY3" fmla="*/ 97484 h 97483"/>
                </a:gdLst>
                <a:ahLst/>
                <a:cxnLst>
                  <a:cxn ang="0">
                    <a:pos x="connsiteX0" y="connsiteY0"/>
                  </a:cxn>
                  <a:cxn ang="0">
                    <a:pos x="connsiteX1" y="connsiteY1"/>
                  </a:cxn>
                  <a:cxn ang="0">
                    <a:pos x="connsiteX2" y="connsiteY2"/>
                  </a:cxn>
                  <a:cxn ang="0">
                    <a:pos x="connsiteX3" y="connsiteY3"/>
                  </a:cxn>
                </a:cxnLst>
                <a:rect l="l" t="t" r="r" b="b"/>
                <a:pathLst>
                  <a:path w="97483" h="97483">
                    <a:moveTo>
                      <a:pt x="0" y="0"/>
                    </a:moveTo>
                    <a:lnTo>
                      <a:pt x="97484" y="0"/>
                    </a:lnTo>
                    <a:lnTo>
                      <a:pt x="97484" y="97484"/>
                    </a:lnTo>
                    <a:lnTo>
                      <a:pt x="0" y="97484"/>
                    </a:lnTo>
                    <a:close/>
                  </a:path>
                </a:pathLst>
              </a:custGeom>
              <a:noFill/>
              <a:ln w="15875" cap="flat">
                <a:solidFill>
                  <a:schemeClr val="accent3"/>
                </a:solid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132B6F49-CBA3-5C61-1882-A47E1E471326}"/>
                  </a:ext>
                </a:extLst>
              </p:cNvPr>
              <p:cNvSpPr/>
              <p:nvPr/>
            </p:nvSpPr>
            <p:spPr>
              <a:xfrm>
                <a:off x="2358492" y="1760094"/>
                <a:ext cx="48481" cy="97223"/>
              </a:xfrm>
              <a:custGeom>
                <a:avLst/>
                <a:gdLst>
                  <a:gd name="connsiteX0" fmla="*/ 48481 w 48481"/>
                  <a:gd name="connsiteY0" fmla="*/ 97223 h 97223"/>
                  <a:gd name="connsiteX1" fmla="*/ 0 w 48481"/>
                  <a:gd name="connsiteY1" fmla="*/ 97223 h 97223"/>
                  <a:gd name="connsiteX2" fmla="*/ 0 w 48481"/>
                  <a:gd name="connsiteY2" fmla="*/ 0 h 97223"/>
                  <a:gd name="connsiteX3" fmla="*/ 48481 w 48481"/>
                  <a:gd name="connsiteY3" fmla="*/ 0 h 97223"/>
                </a:gdLst>
                <a:ahLst/>
                <a:cxnLst>
                  <a:cxn ang="0">
                    <a:pos x="connsiteX0" y="connsiteY0"/>
                  </a:cxn>
                  <a:cxn ang="0">
                    <a:pos x="connsiteX1" y="connsiteY1"/>
                  </a:cxn>
                  <a:cxn ang="0">
                    <a:pos x="connsiteX2" y="connsiteY2"/>
                  </a:cxn>
                  <a:cxn ang="0">
                    <a:pos x="connsiteX3" y="connsiteY3"/>
                  </a:cxn>
                </a:cxnLst>
                <a:rect l="l" t="t" r="r" b="b"/>
                <a:pathLst>
                  <a:path w="48481" h="97223">
                    <a:moveTo>
                      <a:pt x="48481" y="97223"/>
                    </a:moveTo>
                    <a:lnTo>
                      <a:pt x="0" y="97223"/>
                    </a:lnTo>
                    <a:lnTo>
                      <a:pt x="0" y="0"/>
                    </a:lnTo>
                    <a:lnTo>
                      <a:pt x="48481" y="0"/>
                    </a:lnTo>
                  </a:path>
                </a:pathLst>
              </a:custGeom>
              <a:noFill/>
              <a:ln w="15875" cap="flat">
                <a:solidFill>
                  <a:schemeClr val="accent3"/>
                </a:solid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675C38A4-F971-59DB-54D2-9CDF6CECE4C5}"/>
                  </a:ext>
                </a:extLst>
              </p:cNvPr>
              <p:cNvSpPr/>
              <p:nvPr/>
            </p:nvSpPr>
            <p:spPr>
              <a:xfrm>
                <a:off x="2160917" y="1952194"/>
                <a:ext cx="157694" cy="169684"/>
              </a:xfrm>
              <a:custGeom>
                <a:avLst/>
                <a:gdLst>
                  <a:gd name="connsiteX0" fmla="*/ 157695 w 157694"/>
                  <a:gd name="connsiteY0" fmla="*/ 169684 h 169684"/>
                  <a:gd name="connsiteX1" fmla="*/ 157695 w 157694"/>
                  <a:gd name="connsiteY1" fmla="*/ 0 h 169684"/>
                  <a:gd name="connsiteX2" fmla="*/ 0 w 157694"/>
                  <a:gd name="connsiteY2" fmla="*/ 0 h 169684"/>
                  <a:gd name="connsiteX3" fmla="*/ 0 w 157694"/>
                  <a:gd name="connsiteY3" fmla="*/ 169684 h 169684"/>
                </a:gdLst>
                <a:ahLst/>
                <a:cxnLst>
                  <a:cxn ang="0">
                    <a:pos x="connsiteX0" y="connsiteY0"/>
                  </a:cxn>
                  <a:cxn ang="0">
                    <a:pos x="connsiteX1" y="connsiteY1"/>
                  </a:cxn>
                  <a:cxn ang="0">
                    <a:pos x="connsiteX2" y="connsiteY2"/>
                  </a:cxn>
                  <a:cxn ang="0">
                    <a:pos x="connsiteX3" y="connsiteY3"/>
                  </a:cxn>
                </a:cxnLst>
                <a:rect l="l" t="t" r="r" b="b"/>
                <a:pathLst>
                  <a:path w="157694" h="169684">
                    <a:moveTo>
                      <a:pt x="157695" y="169684"/>
                    </a:moveTo>
                    <a:lnTo>
                      <a:pt x="157695" y="0"/>
                    </a:lnTo>
                    <a:lnTo>
                      <a:pt x="0" y="0"/>
                    </a:lnTo>
                    <a:lnTo>
                      <a:pt x="0" y="169684"/>
                    </a:lnTo>
                  </a:path>
                </a:pathLst>
              </a:custGeom>
              <a:noFill/>
              <a:ln w="15875" cap="flat">
                <a:solidFill>
                  <a:schemeClr val="accent3"/>
                </a:solidFill>
                <a:prstDash val="solid"/>
                <a:miter/>
              </a:ln>
            </p:spPr>
            <p:txBody>
              <a:bodyPr rtlCol="0" anchor="ctr"/>
              <a:lstStyle/>
              <a:p>
                <a:endParaRPr lang="en-IN"/>
              </a:p>
            </p:txBody>
          </p:sp>
        </p:grpSp>
      </p:grpSp>
    </p:spTree>
    <p:extLst>
      <p:ext uri="{BB962C8B-B14F-4D97-AF65-F5344CB8AC3E}">
        <p14:creationId xmlns:p14="http://schemas.microsoft.com/office/powerpoint/2010/main" val="8302834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FC1AB-E3DA-7E73-12D0-268CF99B634E}"/>
            </a:ext>
          </a:extLst>
        </p:cNvPr>
        <p:cNvGrpSpPr/>
        <p:nvPr/>
      </p:nvGrpSpPr>
      <p:grpSpPr>
        <a:xfrm>
          <a:off x="0" y="0"/>
          <a:ext cx="0" cy="0"/>
          <a:chOff x="0" y="0"/>
          <a:chExt cx="0" cy="0"/>
        </a:xfrm>
      </p:grpSpPr>
      <p:pic>
        <p:nvPicPr>
          <p:cNvPr id="4" name="Picture 3" descr="A warehouse with many metal objects&#10;&#10;AI-generated content may be incorrect.">
            <a:extLst>
              <a:ext uri="{FF2B5EF4-FFF2-40B4-BE49-F238E27FC236}">
                <a16:creationId xmlns:a16="http://schemas.microsoft.com/office/drawing/2014/main" id="{796CEA1C-2A2E-6510-73F8-7250CB51AA1B}"/>
              </a:ext>
            </a:extLst>
          </p:cNvPr>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2112" t="37300" r="23634" b="6750"/>
          <a:stretch>
            <a:fillRect/>
          </a:stretch>
        </p:blipFill>
        <p:spPr>
          <a:xfrm>
            <a:off x="0" y="0"/>
            <a:ext cx="12192000" cy="6858000"/>
          </a:xfrm>
          <a:prstGeom prst="rect">
            <a:avLst/>
          </a:prstGeom>
        </p:spPr>
      </p:pic>
      <p:sp>
        <p:nvSpPr>
          <p:cNvPr id="49" name="Rectangle 48">
            <a:extLst>
              <a:ext uri="{FF2B5EF4-FFF2-40B4-BE49-F238E27FC236}">
                <a16:creationId xmlns:a16="http://schemas.microsoft.com/office/drawing/2014/main" id="{796694F4-94AC-B82F-E77A-5783CF8D1918}"/>
              </a:ext>
            </a:extLst>
          </p:cNvPr>
          <p:cNvSpPr/>
          <p:nvPr/>
        </p:nvSpPr>
        <p:spPr>
          <a:xfrm>
            <a:off x="-12932" y="0"/>
            <a:ext cx="12217864" cy="6858000"/>
          </a:xfrm>
          <a:prstGeom prst="rect">
            <a:avLst/>
          </a:prstGeom>
          <a:gradFill flip="none" rotWithShape="1">
            <a:gsLst>
              <a:gs pos="0">
                <a:schemeClr val="accent1">
                  <a:alpha val="50000"/>
                </a:schemeClr>
              </a:gs>
              <a:gs pos="100000">
                <a:schemeClr val="accent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Freeform: Shape 52">
            <a:extLst>
              <a:ext uri="{FF2B5EF4-FFF2-40B4-BE49-F238E27FC236}">
                <a16:creationId xmlns:a16="http://schemas.microsoft.com/office/drawing/2014/main" id="{A6E66145-DE6D-5E39-C4B1-1728B1E05322}"/>
              </a:ext>
            </a:extLst>
          </p:cNvPr>
          <p:cNvSpPr/>
          <p:nvPr/>
        </p:nvSpPr>
        <p:spPr>
          <a:xfrm flipH="1">
            <a:off x="0" y="-14514"/>
            <a:ext cx="5170650" cy="2785055"/>
          </a:xfrm>
          <a:custGeom>
            <a:avLst/>
            <a:gdLst>
              <a:gd name="connsiteX0" fmla="*/ 5880100 w 5880100"/>
              <a:gd name="connsiteY0" fmla="*/ 0 h 2770541"/>
              <a:gd name="connsiteX1" fmla="*/ 913725 w 5880100"/>
              <a:gd name="connsiteY1" fmla="*/ 0 h 2770541"/>
              <a:gd name="connsiteX2" fmla="*/ 0 w 5880100"/>
              <a:gd name="connsiteY2" fmla="*/ 2770541 h 2770541"/>
              <a:gd name="connsiteX3" fmla="*/ 5880100 w 5880100"/>
              <a:gd name="connsiteY3" fmla="*/ 2770541 h 2770541"/>
              <a:gd name="connsiteX0" fmla="*/ 5880100 w 5880100"/>
              <a:gd name="connsiteY0" fmla="*/ 0 h 2770541"/>
              <a:gd name="connsiteX1" fmla="*/ 1069285 w 5880100"/>
              <a:gd name="connsiteY1" fmla="*/ 0 h 2770541"/>
              <a:gd name="connsiteX2" fmla="*/ 0 w 5880100"/>
              <a:gd name="connsiteY2" fmla="*/ 2770541 h 2770541"/>
              <a:gd name="connsiteX3" fmla="*/ 5880100 w 5880100"/>
              <a:gd name="connsiteY3" fmla="*/ 2770541 h 2770541"/>
              <a:gd name="connsiteX4" fmla="*/ 5880100 w 5880100"/>
              <a:gd name="connsiteY4" fmla="*/ 0 h 2770541"/>
              <a:gd name="connsiteX0" fmla="*/ 5880100 w 5880100"/>
              <a:gd name="connsiteY0" fmla="*/ 14514 h 2785055"/>
              <a:gd name="connsiteX1" fmla="*/ 1224844 w 5880100"/>
              <a:gd name="connsiteY1" fmla="*/ 0 h 2785055"/>
              <a:gd name="connsiteX2" fmla="*/ 0 w 5880100"/>
              <a:gd name="connsiteY2" fmla="*/ 2785055 h 2785055"/>
              <a:gd name="connsiteX3" fmla="*/ 5880100 w 5880100"/>
              <a:gd name="connsiteY3" fmla="*/ 2785055 h 2785055"/>
              <a:gd name="connsiteX4" fmla="*/ 5880100 w 5880100"/>
              <a:gd name="connsiteY4" fmla="*/ 14514 h 27850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80100" h="2785055">
                <a:moveTo>
                  <a:pt x="5880100" y="14514"/>
                </a:moveTo>
                <a:lnTo>
                  <a:pt x="1224844" y="0"/>
                </a:lnTo>
                <a:lnTo>
                  <a:pt x="0" y="2785055"/>
                </a:lnTo>
                <a:lnTo>
                  <a:pt x="5880100" y="2785055"/>
                </a:lnTo>
                <a:lnTo>
                  <a:pt x="5880100" y="1451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Title 1">
            <a:extLst>
              <a:ext uri="{FF2B5EF4-FFF2-40B4-BE49-F238E27FC236}">
                <a16:creationId xmlns:a16="http://schemas.microsoft.com/office/drawing/2014/main" id="{9499AC36-6742-1152-66B5-C11C1A9C696C}"/>
              </a:ext>
            </a:extLst>
          </p:cNvPr>
          <p:cNvSpPr>
            <a:spLocks noGrp="1"/>
          </p:cNvSpPr>
          <p:nvPr>
            <p:ph type="title"/>
          </p:nvPr>
        </p:nvSpPr>
        <p:spPr>
          <a:xfrm>
            <a:off x="381000" y="300000"/>
            <a:ext cx="8686800" cy="502920"/>
          </a:xfrm>
        </p:spPr>
        <p:txBody>
          <a:bodyPr/>
          <a:lstStyle/>
          <a:p>
            <a:r>
              <a:rPr lang="en-IN" dirty="0">
                <a:solidFill>
                  <a:schemeClr val="bg1"/>
                </a:solidFill>
              </a:rPr>
              <a:t>What is Lorem Ipsum?</a:t>
            </a:r>
          </a:p>
        </p:txBody>
      </p:sp>
      <p:sp>
        <p:nvSpPr>
          <p:cNvPr id="3" name="TextBox 2">
            <a:extLst>
              <a:ext uri="{FF2B5EF4-FFF2-40B4-BE49-F238E27FC236}">
                <a16:creationId xmlns:a16="http://schemas.microsoft.com/office/drawing/2014/main" id="{1BC45DD2-0D8B-FEE5-4DB7-17364506F9A4}"/>
              </a:ext>
            </a:extLst>
          </p:cNvPr>
          <p:cNvSpPr txBox="1"/>
          <p:nvPr/>
        </p:nvSpPr>
        <p:spPr>
          <a:xfrm>
            <a:off x="381000" y="931663"/>
            <a:ext cx="3799830" cy="1508105"/>
          </a:xfrm>
          <a:prstGeom prst="rect">
            <a:avLst/>
          </a:prstGeom>
          <a:noFill/>
        </p:spPr>
        <p:txBody>
          <a:bodyPr wrap="square" lIns="0" tIns="0" rIns="0" bIns="0" rtlCol="0">
            <a:spAutoFit/>
          </a:bodyPr>
          <a:lstStyle/>
          <a:p>
            <a:pPr>
              <a:spcAft>
                <a:spcPts val="600"/>
              </a:spcAft>
            </a:pPr>
            <a:r>
              <a:rPr lang="en-US" sz="1400" dirty="0">
                <a:solidFill>
                  <a:schemeClr val="bg1"/>
                </a:solidFill>
              </a:rPr>
              <a:t>Lorem Ipsum is simply dummy text of the printing and typesetting industry. Lorem Ipsum has been the industry's standard dummy text ever since the 1500s, when</a:t>
            </a:r>
            <a:br>
              <a:rPr lang="en-US" sz="1400" dirty="0">
                <a:solidFill>
                  <a:schemeClr val="bg1"/>
                </a:solidFill>
              </a:rPr>
            </a:br>
            <a:r>
              <a:rPr lang="en-US" sz="1400" dirty="0">
                <a:solidFill>
                  <a:schemeClr val="bg1"/>
                </a:solidFill>
              </a:rPr>
              <a:t>an unknown printer took a galley of type and scrambled it to make a type</a:t>
            </a:r>
            <a:br>
              <a:rPr lang="en-US" sz="1400" dirty="0">
                <a:solidFill>
                  <a:schemeClr val="bg1"/>
                </a:solidFill>
              </a:rPr>
            </a:br>
            <a:r>
              <a:rPr lang="en-US" sz="1400" dirty="0">
                <a:solidFill>
                  <a:schemeClr val="bg1"/>
                </a:solidFill>
              </a:rPr>
              <a:t>specimen book. </a:t>
            </a:r>
            <a:endParaRPr lang="en-IN" sz="1400" dirty="0">
              <a:solidFill>
                <a:schemeClr val="bg1"/>
              </a:solidFill>
            </a:endParaRPr>
          </a:p>
        </p:txBody>
      </p:sp>
      <p:grpSp>
        <p:nvGrpSpPr>
          <p:cNvPr id="57" name="Group 56">
            <a:extLst>
              <a:ext uri="{FF2B5EF4-FFF2-40B4-BE49-F238E27FC236}">
                <a16:creationId xmlns:a16="http://schemas.microsoft.com/office/drawing/2014/main" id="{A9E05923-5989-D787-765F-6EF199377B17}"/>
              </a:ext>
            </a:extLst>
          </p:cNvPr>
          <p:cNvGrpSpPr/>
          <p:nvPr/>
        </p:nvGrpSpPr>
        <p:grpSpPr>
          <a:xfrm>
            <a:off x="4986256" y="-152555"/>
            <a:ext cx="5024292" cy="4356914"/>
            <a:chOff x="592737" y="1962934"/>
            <a:chExt cx="5024292" cy="4356914"/>
          </a:xfrm>
        </p:grpSpPr>
        <p:sp>
          <p:nvSpPr>
            <p:cNvPr id="32" name="Isosceles Triangle 31">
              <a:extLst>
                <a:ext uri="{FF2B5EF4-FFF2-40B4-BE49-F238E27FC236}">
                  <a16:creationId xmlns:a16="http://schemas.microsoft.com/office/drawing/2014/main" id="{FBB80838-338A-488F-B8DE-153E12ADB63C}"/>
                </a:ext>
              </a:extLst>
            </p:cNvPr>
            <p:cNvSpPr/>
            <p:nvPr/>
          </p:nvSpPr>
          <p:spPr>
            <a:xfrm rot="4330104">
              <a:off x="409243" y="2146428"/>
              <a:ext cx="2660672" cy="229368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17C2EA10-51CC-C633-0179-E997C2C7D250}"/>
                </a:ext>
              </a:extLst>
            </p:cNvPr>
            <p:cNvSpPr txBox="1"/>
            <p:nvPr/>
          </p:nvSpPr>
          <p:spPr>
            <a:xfrm>
              <a:off x="707882" y="2962807"/>
              <a:ext cx="1338873" cy="923330"/>
            </a:xfrm>
            <a:prstGeom prst="rect">
              <a:avLst/>
            </a:prstGeom>
            <a:noFill/>
          </p:spPr>
          <p:txBody>
            <a:bodyPr wrap="square" lIns="0" tIns="0" rIns="0" bIns="0" rtlCol="0" anchor="ctr">
              <a:spAutoFit/>
            </a:bodyPr>
            <a:lstStyle/>
            <a:p>
              <a:pPr algn="ctr">
                <a:spcAft>
                  <a:spcPts val="600"/>
                </a:spcAft>
              </a:pPr>
              <a:r>
                <a:rPr lang="en-US" sz="1200" b="1" dirty="0">
                  <a:solidFill>
                    <a:schemeClr val="accent1"/>
                  </a:solidFill>
                </a:rPr>
                <a:t>Lorem Ipsum is simply dummy text of the printing and typesetting industry. </a:t>
              </a:r>
              <a:endParaRPr lang="en-IN" sz="1200" b="1" dirty="0">
                <a:solidFill>
                  <a:schemeClr val="accent1"/>
                </a:solidFill>
              </a:endParaRPr>
            </a:p>
          </p:txBody>
        </p:sp>
        <p:sp>
          <p:nvSpPr>
            <p:cNvPr id="36" name="Isosceles Triangle 35">
              <a:extLst>
                <a:ext uri="{FF2B5EF4-FFF2-40B4-BE49-F238E27FC236}">
                  <a16:creationId xmlns:a16="http://schemas.microsoft.com/office/drawing/2014/main" id="{1EAA12D0-56E8-302B-CF46-C7248102CAA1}"/>
                </a:ext>
              </a:extLst>
            </p:cNvPr>
            <p:cNvSpPr/>
            <p:nvPr/>
          </p:nvSpPr>
          <p:spPr>
            <a:xfrm rot="4247559">
              <a:off x="3139851" y="2172169"/>
              <a:ext cx="2660672" cy="229368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TextBox 36">
              <a:extLst>
                <a:ext uri="{FF2B5EF4-FFF2-40B4-BE49-F238E27FC236}">
                  <a16:creationId xmlns:a16="http://schemas.microsoft.com/office/drawing/2014/main" id="{F32E3A29-0D0C-8756-D13A-C58723B67938}"/>
                </a:ext>
              </a:extLst>
            </p:cNvPr>
            <p:cNvSpPr txBox="1"/>
            <p:nvPr/>
          </p:nvSpPr>
          <p:spPr>
            <a:xfrm>
              <a:off x="3476892" y="2908173"/>
              <a:ext cx="1338873" cy="923330"/>
            </a:xfrm>
            <a:prstGeom prst="rect">
              <a:avLst/>
            </a:prstGeom>
            <a:noFill/>
          </p:spPr>
          <p:txBody>
            <a:bodyPr wrap="square" lIns="0" tIns="0" rIns="0" bIns="0" rtlCol="0" anchor="ctr">
              <a:spAutoFit/>
            </a:bodyPr>
            <a:lstStyle/>
            <a:p>
              <a:pPr algn="ctr">
                <a:spcAft>
                  <a:spcPts val="600"/>
                </a:spcAft>
              </a:pPr>
              <a:r>
                <a:rPr lang="en-US" sz="1200" b="1" dirty="0">
                  <a:solidFill>
                    <a:schemeClr val="accent1"/>
                  </a:solidFill>
                </a:rPr>
                <a:t>Lorem Ipsum is simply dummy text of the printing and typesetting industry. </a:t>
              </a:r>
              <a:endParaRPr lang="en-IN" sz="1200" b="1" dirty="0">
                <a:solidFill>
                  <a:schemeClr val="accent1"/>
                </a:solidFill>
              </a:endParaRPr>
            </a:p>
          </p:txBody>
        </p:sp>
        <p:sp>
          <p:nvSpPr>
            <p:cNvPr id="39" name="Isosceles Triangle 38">
              <a:extLst>
                <a:ext uri="{FF2B5EF4-FFF2-40B4-BE49-F238E27FC236}">
                  <a16:creationId xmlns:a16="http://schemas.microsoft.com/office/drawing/2014/main" id="{D642B97E-F457-E5F4-7B8B-17A9CF76F4B6}"/>
                </a:ext>
              </a:extLst>
            </p:cNvPr>
            <p:cNvSpPr/>
            <p:nvPr/>
          </p:nvSpPr>
          <p:spPr>
            <a:xfrm rot="7787970">
              <a:off x="1632597" y="3842670"/>
              <a:ext cx="2660672" cy="229368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6B2F6B2F-EB52-7A26-EC19-ED56BF1E0287}"/>
                </a:ext>
              </a:extLst>
            </p:cNvPr>
            <p:cNvSpPr txBox="1"/>
            <p:nvPr/>
          </p:nvSpPr>
          <p:spPr>
            <a:xfrm>
              <a:off x="1982642" y="4271570"/>
              <a:ext cx="1338873" cy="923330"/>
            </a:xfrm>
            <a:prstGeom prst="rect">
              <a:avLst/>
            </a:prstGeom>
            <a:noFill/>
          </p:spPr>
          <p:txBody>
            <a:bodyPr wrap="square" lIns="0" tIns="0" rIns="0" bIns="0" rtlCol="0" anchor="ctr">
              <a:spAutoFit/>
            </a:bodyPr>
            <a:lstStyle/>
            <a:p>
              <a:pPr algn="ctr">
                <a:spcAft>
                  <a:spcPts val="600"/>
                </a:spcAft>
              </a:pPr>
              <a:r>
                <a:rPr lang="en-US" sz="1200" b="1" dirty="0">
                  <a:solidFill>
                    <a:schemeClr val="accent1"/>
                  </a:solidFill>
                </a:rPr>
                <a:t>Lorem Ipsum is simply dummy text of the printing and typesetting industry. </a:t>
              </a:r>
              <a:endParaRPr lang="en-IN" sz="1200" b="1" dirty="0">
                <a:solidFill>
                  <a:schemeClr val="accent1"/>
                </a:solidFill>
              </a:endParaRPr>
            </a:p>
          </p:txBody>
        </p:sp>
      </p:grpSp>
      <p:sp>
        <p:nvSpPr>
          <p:cNvPr id="43" name="TextBox 42">
            <a:extLst>
              <a:ext uri="{FF2B5EF4-FFF2-40B4-BE49-F238E27FC236}">
                <a16:creationId xmlns:a16="http://schemas.microsoft.com/office/drawing/2014/main" id="{15092BB1-9D90-B18D-CFDC-6BE5132A0CC4}"/>
              </a:ext>
            </a:extLst>
          </p:cNvPr>
          <p:cNvSpPr txBox="1"/>
          <p:nvPr/>
        </p:nvSpPr>
        <p:spPr>
          <a:xfrm>
            <a:off x="368300" y="3715788"/>
            <a:ext cx="11462372" cy="2369880"/>
          </a:xfrm>
          <a:prstGeom prst="rect">
            <a:avLst/>
          </a:prstGeom>
          <a:noFill/>
        </p:spPr>
        <p:txBody>
          <a:bodyPr wrap="square" lIns="0" tIns="0" rIns="0" bIns="0" rtlCol="0">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a:solidFill>
                  <a:schemeClr val="bg1"/>
                </a:solidFill>
              </a:rPr>
              <a:t>popularised</a:t>
            </a:r>
            <a:r>
              <a:rPr lang="en-US" sz="1200" dirty="0">
                <a:solidFill>
                  <a:schemeClr val="bg1"/>
                </a:solidFill>
              </a:rPr>
              <a:t> in the 1960s with the release of Letraset sheets containing Lorem Ipsum passages, and more recently with desktop publishing software like Aldus PageMaker including versions of Lorem Ipsum.</a:t>
            </a:r>
          </a:p>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a:solidFill>
                  <a:schemeClr val="bg1"/>
                </a:solidFill>
              </a:rPr>
              <a:t>popularised</a:t>
            </a:r>
            <a:r>
              <a:rPr lang="en-US" sz="1200" dirty="0">
                <a:solidFill>
                  <a:schemeClr val="bg1"/>
                </a:solidFill>
              </a:rPr>
              <a:t> in the 1960s with the release of Letraset sheets containing Lorem Ipsum passages, and more recently with desktop publishing software like Aldus PageMaker including versions of Lorem Ipsum.</a:t>
            </a:r>
          </a:p>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1200" dirty="0" err="1">
                <a:solidFill>
                  <a:schemeClr val="bg1"/>
                </a:solidFill>
              </a:rPr>
              <a:t>popularised</a:t>
            </a:r>
            <a:r>
              <a:rPr lang="en-US" sz="1200" dirty="0">
                <a:solidFill>
                  <a:schemeClr val="bg1"/>
                </a:solidFill>
              </a:rPr>
              <a:t> in the 1960s with the release of Letraset sheets containing Lorem Ipsum passages, and more recently with desktop publishing software like Aldus PageMaker including versions of Lorem Ipsum.</a:t>
            </a:r>
          </a:p>
        </p:txBody>
      </p:sp>
      <p:grpSp>
        <p:nvGrpSpPr>
          <p:cNvPr id="64" name="Group 63">
            <a:extLst>
              <a:ext uri="{FF2B5EF4-FFF2-40B4-BE49-F238E27FC236}">
                <a16:creationId xmlns:a16="http://schemas.microsoft.com/office/drawing/2014/main" id="{30021FA6-AC29-167D-84DF-AB39E14376E3}"/>
              </a:ext>
            </a:extLst>
          </p:cNvPr>
          <p:cNvGrpSpPr/>
          <p:nvPr/>
        </p:nvGrpSpPr>
        <p:grpSpPr>
          <a:xfrm>
            <a:off x="-1" y="6181726"/>
            <a:ext cx="12192002" cy="676276"/>
            <a:chOff x="-2" y="6080760"/>
            <a:chExt cx="12217867" cy="777241"/>
          </a:xfrm>
        </p:grpSpPr>
        <p:grpSp>
          <p:nvGrpSpPr>
            <p:cNvPr id="65" name="Group 64">
              <a:extLst>
                <a:ext uri="{FF2B5EF4-FFF2-40B4-BE49-F238E27FC236}">
                  <a16:creationId xmlns:a16="http://schemas.microsoft.com/office/drawing/2014/main" id="{C556E7C7-0ED4-13AB-32F3-89C2FE0E4709}"/>
                </a:ext>
              </a:extLst>
            </p:cNvPr>
            <p:cNvGrpSpPr/>
            <p:nvPr userDrawn="1"/>
          </p:nvGrpSpPr>
          <p:grpSpPr>
            <a:xfrm>
              <a:off x="-1" y="6080760"/>
              <a:ext cx="12217865" cy="722969"/>
              <a:chOff x="-1" y="6104238"/>
              <a:chExt cx="12217865" cy="699491"/>
            </a:xfrm>
          </p:grpSpPr>
          <p:sp>
            <p:nvSpPr>
              <p:cNvPr id="68" name="Freeform: Shape 67">
                <a:extLst>
                  <a:ext uri="{FF2B5EF4-FFF2-40B4-BE49-F238E27FC236}">
                    <a16:creationId xmlns:a16="http://schemas.microsoft.com/office/drawing/2014/main" id="{B4FF0DFE-9A99-365E-7A43-B151A011B883}"/>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9" name="Right Triangle 68">
                <a:extLst>
                  <a:ext uri="{FF2B5EF4-FFF2-40B4-BE49-F238E27FC236}">
                    <a16:creationId xmlns:a16="http://schemas.microsoft.com/office/drawing/2014/main" id="{1447C2F8-FBC8-0D15-F7B6-7AEEA932E82E}"/>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66" name="Freeform: Shape 65">
              <a:extLst>
                <a:ext uri="{FF2B5EF4-FFF2-40B4-BE49-F238E27FC236}">
                  <a16:creationId xmlns:a16="http://schemas.microsoft.com/office/drawing/2014/main" id="{145DAD8E-CCA0-A20D-9CDF-850B4A101FEC}"/>
                </a:ext>
              </a:extLst>
            </p:cNvPr>
            <p:cNvSpPr/>
            <p:nvPr userDrawn="1"/>
          </p:nvSpPr>
          <p:spPr>
            <a:xfrm>
              <a:off x="-2" y="6175739"/>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7" name="Right Triangle 66">
              <a:extLst>
                <a:ext uri="{FF2B5EF4-FFF2-40B4-BE49-F238E27FC236}">
                  <a16:creationId xmlns:a16="http://schemas.microsoft.com/office/drawing/2014/main" id="{C8A1ECEF-F95C-2FE7-11BF-84FE57B6F777}"/>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8" name="Slide Number Placeholder 2">
            <a:extLst>
              <a:ext uri="{FF2B5EF4-FFF2-40B4-BE49-F238E27FC236}">
                <a16:creationId xmlns:a16="http://schemas.microsoft.com/office/drawing/2014/main" id="{6ED0E4A1-6893-F980-C18E-F802435AF3BA}"/>
              </a:ext>
            </a:extLst>
          </p:cNvPr>
          <p:cNvSpPr>
            <a:spLocks noGrp="1"/>
          </p:cNvSpPr>
          <p:nvPr>
            <p:ph type="sldNum" sz="quarter" idx="4"/>
          </p:nvPr>
        </p:nvSpPr>
        <p:spPr>
          <a:xfrm>
            <a:off x="11602792" y="6483657"/>
            <a:ext cx="217732" cy="164592"/>
          </a:xfrm>
        </p:spPr>
        <p:txBody>
          <a:bodyPr/>
          <a:lstStyle/>
          <a:p>
            <a:fld id="{9A131BC9-40DA-43B6-B58E-D925B527BF77}" type="slidenum">
              <a:rPr lang="en-IN" smtClean="0"/>
              <a:pPr/>
              <a:t>3</a:t>
            </a:fld>
            <a:endParaRPr lang="en-IN"/>
          </a:p>
        </p:txBody>
      </p:sp>
    </p:spTree>
    <p:extLst>
      <p:ext uri="{BB962C8B-B14F-4D97-AF65-F5344CB8AC3E}">
        <p14:creationId xmlns:p14="http://schemas.microsoft.com/office/powerpoint/2010/main" val="4901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2D243-93F8-13A1-2131-24CE8DD824B3}"/>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id="{4DF811EE-0DF5-8AB0-C445-43E98495BA62}"/>
              </a:ext>
            </a:extLst>
          </p:cNvPr>
          <p:cNvSpPr/>
          <p:nvPr/>
        </p:nvSpPr>
        <p:spPr>
          <a:xfrm flipH="1">
            <a:off x="-2" y="1957388"/>
            <a:ext cx="12210319" cy="4900612"/>
          </a:xfrm>
          <a:custGeom>
            <a:avLst/>
            <a:gdLst>
              <a:gd name="connsiteX0" fmla="*/ 12210319 w 12210319"/>
              <a:gd name="connsiteY0" fmla="*/ 0 h 4900612"/>
              <a:gd name="connsiteX1" fmla="*/ 6114319 w 12210319"/>
              <a:gd name="connsiteY1" fmla="*/ 0 h 4900612"/>
              <a:gd name="connsiteX2" fmla="*/ 3047508 w 12210319"/>
              <a:gd name="connsiteY2" fmla="*/ 0 h 4900612"/>
              <a:gd name="connsiteX3" fmla="*/ 2990111 w 12210319"/>
              <a:gd name="connsiteY3" fmla="*/ 0 h 4900612"/>
              <a:gd name="connsiteX4" fmla="*/ 2752002 w 12210319"/>
              <a:gd name="connsiteY4" fmla="*/ 0 h 4900612"/>
              <a:gd name="connsiteX5" fmla="*/ 2596040 w 12210319"/>
              <a:gd name="connsiteY5" fmla="*/ 0 h 4900612"/>
              <a:gd name="connsiteX6" fmla="*/ 1240081 w 12210319"/>
              <a:gd name="connsiteY6" fmla="*/ 0 h 4900612"/>
              <a:gd name="connsiteX7" fmla="*/ 0 w 12210319"/>
              <a:gd name="connsiteY7" fmla="*/ 0 h 4900612"/>
              <a:gd name="connsiteX8" fmla="*/ 0 w 12210319"/>
              <a:gd name="connsiteY8" fmla="*/ 4900612 h 4900612"/>
              <a:gd name="connsiteX9" fmla="*/ 18318 w 12210319"/>
              <a:gd name="connsiteY9" fmla="*/ 4900612 h 4900612"/>
              <a:gd name="connsiteX10" fmla="*/ 1825745 w 12210319"/>
              <a:gd name="connsiteY10" fmla="*/ 4900612 h 4900612"/>
              <a:gd name="connsiteX11" fmla="*/ 2752002 w 12210319"/>
              <a:gd name="connsiteY11" fmla="*/ 4900612 h 4900612"/>
              <a:gd name="connsiteX12" fmla="*/ 2990111 w 12210319"/>
              <a:gd name="connsiteY12" fmla="*/ 4900612 h 4900612"/>
              <a:gd name="connsiteX13" fmla="*/ 3536596 w 12210319"/>
              <a:gd name="connsiteY13" fmla="*/ 4900612 h 4900612"/>
              <a:gd name="connsiteX14" fmla="*/ 12210319 w 12210319"/>
              <a:gd name="connsiteY14" fmla="*/ 4900612 h 4900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210319" h="4900612">
                <a:moveTo>
                  <a:pt x="12210319" y="0"/>
                </a:moveTo>
                <a:lnTo>
                  <a:pt x="6114319" y="0"/>
                </a:lnTo>
                <a:lnTo>
                  <a:pt x="3047508" y="0"/>
                </a:lnTo>
                <a:lnTo>
                  <a:pt x="2990111" y="0"/>
                </a:lnTo>
                <a:lnTo>
                  <a:pt x="2752002" y="0"/>
                </a:lnTo>
                <a:lnTo>
                  <a:pt x="2596040" y="0"/>
                </a:lnTo>
                <a:lnTo>
                  <a:pt x="1240081" y="0"/>
                </a:lnTo>
                <a:lnTo>
                  <a:pt x="0" y="0"/>
                </a:lnTo>
                <a:lnTo>
                  <a:pt x="0" y="4900612"/>
                </a:lnTo>
                <a:lnTo>
                  <a:pt x="18318" y="4900612"/>
                </a:lnTo>
                <a:lnTo>
                  <a:pt x="1825745" y="4900612"/>
                </a:lnTo>
                <a:lnTo>
                  <a:pt x="2752002" y="4900612"/>
                </a:lnTo>
                <a:lnTo>
                  <a:pt x="2990111" y="4900612"/>
                </a:lnTo>
                <a:lnTo>
                  <a:pt x="3536596" y="4900612"/>
                </a:lnTo>
                <a:lnTo>
                  <a:pt x="12210319" y="4900612"/>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31" name="Freeform: Shape 30">
            <a:extLst>
              <a:ext uri="{FF2B5EF4-FFF2-40B4-BE49-F238E27FC236}">
                <a16:creationId xmlns:a16="http://schemas.microsoft.com/office/drawing/2014/main" id="{74B3875D-6109-006C-A18D-CB4D109C453A}"/>
              </a:ext>
            </a:extLst>
          </p:cNvPr>
          <p:cNvSpPr/>
          <p:nvPr/>
        </p:nvSpPr>
        <p:spPr>
          <a:xfrm>
            <a:off x="-2" y="1146176"/>
            <a:ext cx="3619501" cy="1622424"/>
          </a:xfrm>
          <a:custGeom>
            <a:avLst/>
            <a:gdLst>
              <a:gd name="connsiteX0" fmla="*/ 0 w 2483298"/>
              <a:gd name="connsiteY0" fmla="*/ 0 h 550826"/>
              <a:gd name="connsiteX1" fmla="*/ 1442953 w 2483298"/>
              <a:gd name="connsiteY1" fmla="*/ 0 h 550826"/>
              <a:gd name="connsiteX2" fmla="*/ 2089631 w 2483298"/>
              <a:gd name="connsiteY2" fmla="*/ 0 h 550826"/>
              <a:gd name="connsiteX3" fmla="*/ 2483298 w 2483298"/>
              <a:gd name="connsiteY3" fmla="*/ 0 h 550826"/>
              <a:gd name="connsiteX4" fmla="*/ 2307491 w 2483298"/>
              <a:gd name="connsiteY4" fmla="*/ 550826 h 550826"/>
              <a:gd name="connsiteX5" fmla="*/ 2089631 w 2483298"/>
              <a:gd name="connsiteY5" fmla="*/ 550826 h 550826"/>
              <a:gd name="connsiteX6" fmla="*/ 1267146 w 2483298"/>
              <a:gd name="connsiteY6" fmla="*/ 550826 h 550826"/>
              <a:gd name="connsiteX7" fmla="*/ 0 w 2483298"/>
              <a:gd name="connsiteY7" fmla="*/ 550826 h 550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3298" h="550826">
                <a:moveTo>
                  <a:pt x="0" y="0"/>
                </a:moveTo>
                <a:lnTo>
                  <a:pt x="1442953" y="0"/>
                </a:lnTo>
                <a:lnTo>
                  <a:pt x="2089631" y="0"/>
                </a:lnTo>
                <a:lnTo>
                  <a:pt x="2483298" y="0"/>
                </a:lnTo>
                <a:lnTo>
                  <a:pt x="2307491" y="550826"/>
                </a:lnTo>
                <a:lnTo>
                  <a:pt x="2089631" y="550826"/>
                </a:lnTo>
                <a:lnTo>
                  <a:pt x="1267146" y="550826"/>
                </a:lnTo>
                <a:lnTo>
                  <a:pt x="0" y="55082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Title 1">
            <a:extLst>
              <a:ext uri="{FF2B5EF4-FFF2-40B4-BE49-F238E27FC236}">
                <a16:creationId xmlns:a16="http://schemas.microsoft.com/office/drawing/2014/main" id="{D9E39007-B166-AD2A-A898-3049E9D72A01}"/>
              </a:ext>
            </a:extLst>
          </p:cNvPr>
          <p:cNvSpPr>
            <a:spLocks noGrp="1"/>
          </p:cNvSpPr>
          <p:nvPr>
            <p:ph type="title"/>
          </p:nvPr>
        </p:nvSpPr>
        <p:spPr>
          <a:xfrm>
            <a:off x="381000" y="300000"/>
            <a:ext cx="8686800" cy="502920"/>
          </a:xfrm>
        </p:spPr>
        <p:txBody>
          <a:bodyPr/>
          <a:lstStyle/>
          <a:p>
            <a:r>
              <a:rPr lang="en-IN" dirty="0"/>
              <a:t>What is Lorem Ipsum?</a:t>
            </a:r>
          </a:p>
        </p:txBody>
      </p:sp>
      <p:sp>
        <p:nvSpPr>
          <p:cNvPr id="4" name="TextBox 3">
            <a:extLst>
              <a:ext uri="{FF2B5EF4-FFF2-40B4-BE49-F238E27FC236}">
                <a16:creationId xmlns:a16="http://schemas.microsoft.com/office/drawing/2014/main" id="{A3E1E790-8229-A1F4-13AD-5FD820421D4F}"/>
              </a:ext>
            </a:extLst>
          </p:cNvPr>
          <p:cNvSpPr txBox="1"/>
          <p:nvPr/>
        </p:nvSpPr>
        <p:spPr>
          <a:xfrm>
            <a:off x="1644324" y="1818889"/>
            <a:ext cx="1421864" cy="276999"/>
          </a:xfrm>
          <a:prstGeom prst="rect">
            <a:avLst/>
          </a:prstGeom>
          <a:noFill/>
        </p:spPr>
        <p:txBody>
          <a:bodyPr wrap="none" lIns="0" tIns="0" rIns="0" bIns="0">
            <a:spAutoFit/>
          </a:bodyPr>
          <a:lstStyle/>
          <a:p>
            <a:r>
              <a:rPr lang="en-IN" b="1" dirty="0">
                <a:solidFill>
                  <a:schemeClr val="bg1"/>
                </a:solidFill>
              </a:rPr>
              <a:t>Lorem Ipsum</a:t>
            </a:r>
          </a:p>
        </p:txBody>
      </p:sp>
      <p:grpSp>
        <p:nvGrpSpPr>
          <p:cNvPr id="53" name="Group 52">
            <a:extLst>
              <a:ext uri="{FF2B5EF4-FFF2-40B4-BE49-F238E27FC236}">
                <a16:creationId xmlns:a16="http://schemas.microsoft.com/office/drawing/2014/main" id="{E90749FE-BD07-58B2-DF1D-4A75815DD6AA}"/>
              </a:ext>
            </a:extLst>
          </p:cNvPr>
          <p:cNvGrpSpPr/>
          <p:nvPr/>
        </p:nvGrpSpPr>
        <p:grpSpPr>
          <a:xfrm>
            <a:off x="2718538" y="3149426"/>
            <a:ext cx="2041995" cy="2759703"/>
            <a:chOff x="2630936" y="3149426"/>
            <a:chExt cx="2041995" cy="2759703"/>
          </a:xfrm>
        </p:grpSpPr>
        <p:sp>
          <p:nvSpPr>
            <p:cNvPr id="10" name="Rectangle 9">
              <a:extLst>
                <a:ext uri="{FF2B5EF4-FFF2-40B4-BE49-F238E27FC236}">
                  <a16:creationId xmlns:a16="http://schemas.microsoft.com/office/drawing/2014/main" id="{A2B376D7-DE6B-52FE-ECF5-816E512CAEB5}"/>
                </a:ext>
              </a:extLst>
            </p:cNvPr>
            <p:cNvSpPr/>
            <p:nvPr/>
          </p:nvSpPr>
          <p:spPr>
            <a:xfrm>
              <a:off x="2708504" y="4334782"/>
              <a:ext cx="1886860" cy="155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4" name="Group 33">
              <a:extLst>
                <a:ext uri="{FF2B5EF4-FFF2-40B4-BE49-F238E27FC236}">
                  <a16:creationId xmlns:a16="http://schemas.microsoft.com/office/drawing/2014/main" id="{28A21545-A56E-FCBB-3658-0496CD73E14E}"/>
                </a:ext>
              </a:extLst>
            </p:cNvPr>
            <p:cNvGrpSpPr/>
            <p:nvPr/>
          </p:nvGrpSpPr>
          <p:grpSpPr>
            <a:xfrm>
              <a:off x="2630936" y="3149426"/>
              <a:ext cx="2041995" cy="2759703"/>
              <a:chOff x="2630936" y="3149426"/>
              <a:chExt cx="2041995" cy="2759703"/>
            </a:xfrm>
          </p:grpSpPr>
          <p:sp>
            <p:nvSpPr>
              <p:cNvPr id="81" name="Rectangle 80">
                <a:extLst>
                  <a:ext uri="{FF2B5EF4-FFF2-40B4-BE49-F238E27FC236}">
                    <a16:creationId xmlns:a16="http://schemas.microsoft.com/office/drawing/2014/main" id="{FB0BDE3A-3DC3-52A5-4BA4-866ED29042CB}"/>
                  </a:ext>
                </a:extLst>
              </p:cNvPr>
              <p:cNvSpPr/>
              <p:nvPr/>
            </p:nvSpPr>
            <p:spPr>
              <a:xfrm>
                <a:off x="2630936" y="4626577"/>
                <a:ext cx="2041995" cy="128255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600" dirty="0">
                    <a:solidFill>
                      <a:schemeClr val="accent1"/>
                    </a:solidFill>
                  </a:rPr>
                  <a:t>Lorem Ipsum is simply dummy text of the printing and typesetting industry.</a:t>
                </a:r>
              </a:p>
            </p:txBody>
          </p:sp>
          <p:sp>
            <p:nvSpPr>
              <p:cNvPr id="5" name="Rectangle 4">
                <a:extLst>
                  <a:ext uri="{FF2B5EF4-FFF2-40B4-BE49-F238E27FC236}">
                    <a16:creationId xmlns:a16="http://schemas.microsoft.com/office/drawing/2014/main" id="{19A74E62-632A-B46D-1A3C-E978886F119B}"/>
                  </a:ext>
                </a:extLst>
              </p:cNvPr>
              <p:cNvSpPr/>
              <p:nvPr/>
            </p:nvSpPr>
            <p:spPr>
              <a:xfrm>
                <a:off x="2630936" y="4138391"/>
                <a:ext cx="2041995" cy="36933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lgn="ctr">
                  <a:spcBef>
                    <a:spcPts val="600"/>
                  </a:spcBef>
                </a:pPr>
                <a:r>
                  <a:rPr lang="en-US" b="1" dirty="0">
                    <a:solidFill>
                      <a:schemeClr val="accent2"/>
                    </a:solidFill>
                    <a:latin typeface="+mj-lt"/>
                  </a:rPr>
                  <a:t>Lorem Ipsum</a:t>
                </a:r>
              </a:p>
            </p:txBody>
          </p:sp>
          <p:grpSp>
            <p:nvGrpSpPr>
              <p:cNvPr id="17" name="Group 4">
                <a:extLst>
                  <a:ext uri="{FF2B5EF4-FFF2-40B4-BE49-F238E27FC236}">
                    <a16:creationId xmlns:a16="http://schemas.microsoft.com/office/drawing/2014/main" id="{B4DFA4BF-6220-5044-328D-73C67EC35EB2}"/>
                  </a:ext>
                </a:extLst>
              </p:cNvPr>
              <p:cNvGrpSpPr>
                <a:grpSpLocks noChangeAspect="1"/>
              </p:cNvGrpSpPr>
              <p:nvPr/>
            </p:nvGrpSpPr>
            <p:grpSpPr bwMode="auto">
              <a:xfrm>
                <a:off x="3340669" y="3149426"/>
                <a:ext cx="613224" cy="891962"/>
                <a:chOff x="2149" y="1969"/>
                <a:chExt cx="297" cy="432"/>
              </a:xfrm>
            </p:grpSpPr>
            <p:sp>
              <p:nvSpPr>
                <p:cNvPr id="19" name="Freeform 5">
                  <a:extLst>
                    <a:ext uri="{FF2B5EF4-FFF2-40B4-BE49-F238E27FC236}">
                      <a16:creationId xmlns:a16="http://schemas.microsoft.com/office/drawing/2014/main" id="{57DCBC62-D505-02E0-A363-BBC97D500764}"/>
                    </a:ext>
                  </a:extLst>
                </p:cNvPr>
                <p:cNvSpPr>
                  <a:spLocks/>
                </p:cNvSpPr>
                <p:nvPr/>
              </p:nvSpPr>
              <p:spPr bwMode="auto">
                <a:xfrm>
                  <a:off x="2258" y="2097"/>
                  <a:ext cx="75" cy="52"/>
                </a:xfrm>
                <a:custGeom>
                  <a:avLst/>
                  <a:gdLst>
                    <a:gd name="T0" fmla="*/ 75 w 75"/>
                    <a:gd name="T1" fmla="*/ 0 h 52"/>
                    <a:gd name="T2" fmla="*/ 23 w 75"/>
                    <a:gd name="T3" fmla="*/ 52 h 52"/>
                    <a:gd name="T4" fmla="*/ 0 w 75"/>
                    <a:gd name="T5" fmla="*/ 32 h 52"/>
                  </a:gdLst>
                  <a:ahLst/>
                  <a:cxnLst>
                    <a:cxn ang="0">
                      <a:pos x="T0" y="T1"/>
                    </a:cxn>
                    <a:cxn ang="0">
                      <a:pos x="T2" y="T3"/>
                    </a:cxn>
                    <a:cxn ang="0">
                      <a:pos x="T4" y="T5"/>
                    </a:cxn>
                  </a:cxnLst>
                  <a:rect l="0" t="0" r="r" b="b"/>
                  <a:pathLst>
                    <a:path w="75" h="52">
                      <a:moveTo>
                        <a:pt x="75" y="0"/>
                      </a:moveTo>
                      <a:lnTo>
                        <a:pt x="23" y="52"/>
                      </a:lnTo>
                      <a:lnTo>
                        <a:pt x="0" y="32"/>
                      </a:ln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0" name="Freeform 6">
                  <a:extLst>
                    <a:ext uri="{FF2B5EF4-FFF2-40B4-BE49-F238E27FC236}">
                      <a16:creationId xmlns:a16="http://schemas.microsoft.com/office/drawing/2014/main" id="{E5FE63CF-69AD-5CF7-5C11-7031EF0FDCFC}"/>
                    </a:ext>
                  </a:extLst>
                </p:cNvPr>
                <p:cNvSpPr>
                  <a:spLocks/>
                </p:cNvSpPr>
                <p:nvPr/>
              </p:nvSpPr>
              <p:spPr bwMode="auto">
                <a:xfrm>
                  <a:off x="2149" y="1969"/>
                  <a:ext cx="297" cy="298"/>
                </a:xfrm>
                <a:custGeom>
                  <a:avLst/>
                  <a:gdLst>
                    <a:gd name="T0" fmla="*/ 66 w 90"/>
                    <a:gd name="T1" fmla="*/ 14 h 91"/>
                    <a:gd name="T2" fmla="*/ 66 w 90"/>
                    <a:gd name="T3" fmla="*/ 14 h 91"/>
                    <a:gd name="T4" fmla="*/ 78 w 90"/>
                    <a:gd name="T5" fmla="*/ 26 h 91"/>
                    <a:gd name="T6" fmla="*/ 77 w 90"/>
                    <a:gd name="T7" fmla="*/ 26 h 91"/>
                    <a:gd name="T8" fmla="*/ 82 w 90"/>
                    <a:gd name="T9" fmla="*/ 38 h 91"/>
                    <a:gd name="T10" fmla="*/ 82 w 90"/>
                    <a:gd name="T11" fmla="*/ 38 h 91"/>
                    <a:gd name="T12" fmla="*/ 82 w 90"/>
                    <a:gd name="T13" fmla="*/ 55 h 91"/>
                    <a:gd name="T14" fmla="*/ 81 w 90"/>
                    <a:gd name="T15" fmla="*/ 55 h 91"/>
                    <a:gd name="T16" fmla="*/ 76 w 90"/>
                    <a:gd name="T17" fmla="*/ 67 h 91"/>
                    <a:gd name="T18" fmla="*/ 76 w 90"/>
                    <a:gd name="T19" fmla="*/ 67 h 91"/>
                    <a:gd name="T20" fmla="*/ 64 w 90"/>
                    <a:gd name="T21" fmla="*/ 78 h 91"/>
                    <a:gd name="T22" fmla="*/ 64 w 90"/>
                    <a:gd name="T23" fmla="*/ 78 h 91"/>
                    <a:gd name="T24" fmla="*/ 52 w 90"/>
                    <a:gd name="T25" fmla="*/ 83 h 91"/>
                    <a:gd name="T26" fmla="*/ 52 w 90"/>
                    <a:gd name="T27" fmla="*/ 83 h 91"/>
                    <a:gd name="T28" fmla="*/ 35 w 90"/>
                    <a:gd name="T29" fmla="*/ 82 h 91"/>
                    <a:gd name="T30" fmla="*/ 35 w 90"/>
                    <a:gd name="T31" fmla="*/ 82 h 91"/>
                    <a:gd name="T32" fmla="*/ 23 w 90"/>
                    <a:gd name="T33" fmla="*/ 77 h 91"/>
                    <a:gd name="T34" fmla="*/ 23 w 90"/>
                    <a:gd name="T35" fmla="*/ 77 h 91"/>
                    <a:gd name="T36" fmla="*/ 12 w 90"/>
                    <a:gd name="T37" fmla="*/ 65 h 91"/>
                    <a:gd name="T38" fmla="*/ 12 w 90"/>
                    <a:gd name="T39" fmla="*/ 65 h 91"/>
                    <a:gd name="T40" fmla="*/ 8 w 90"/>
                    <a:gd name="T41" fmla="*/ 53 h 91"/>
                    <a:gd name="T42" fmla="*/ 7 w 90"/>
                    <a:gd name="T43" fmla="*/ 52 h 91"/>
                    <a:gd name="T44" fmla="*/ 8 w 90"/>
                    <a:gd name="T45" fmla="*/ 36 h 91"/>
                    <a:gd name="T46" fmla="*/ 8 w 90"/>
                    <a:gd name="T47" fmla="*/ 36 h 91"/>
                    <a:gd name="T48" fmla="*/ 13 w 90"/>
                    <a:gd name="T49" fmla="*/ 24 h 91"/>
                    <a:gd name="T50" fmla="*/ 13 w 90"/>
                    <a:gd name="T51" fmla="*/ 24 h 91"/>
                    <a:gd name="T52" fmla="*/ 25 w 90"/>
                    <a:gd name="T53" fmla="*/ 13 h 91"/>
                    <a:gd name="T54" fmla="*/ 26 w 90"/>
                    <a:gd name="T55" fmla="*/ 13 h 91"/>
                    <a:gd name="T56" fmla="*/ 38 w 90"/>
                    <a:gd name="T57" fmla="*/ 8 h 91"/>
                    <a:gd name="T58" fmla="*/ 38 w 90"/>
                    <a:gd name="T59" fmla="*/ 8 h 91"/>
                    <a:gd name="T60" fmla="*/ 54 w 90"/>
                    <a:gd name="T61" fmla="*/ 8 h 91"/>
                    <a:gd name="T62" fmla="*/ 54 w 90"/>
                    <a:gd name="T63" fmla="*/ 9 h 91"/>
                    <a:gd name="T64" fmla="*/ 66 w 90"/>
                    <a:gd name="T65" fmla="*/ 14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0" h="91">
                      <a:moveTo>
                        <a:pt x="66" y="14"/>
                      </a:moveTo>
                      <a:cubicBezTo>
                        <a:pt x="66" y="14"/>
                        <a:pt x="66" y="14"/>
                        <a:pt x="66" y="14"/>
                      </a:cubicBezTo>
                      <a:cubicBezTo>
                        <a:pt x="74" y="11"/>
                        <a:pt x="81" y="19"/>
                        <a:pt x="78" y="26"/>
                      </a:cubicBezTo>
                      <a:cubicBezTo>
                        <a:pt x="77" y="26"/>
                        <a:pt x="77" y="26"/>
                        <a:pt x="77" y="26"/>
                      </a:cubicBezTo>
                      <a:cubicBezTo>
                        <a:pt x="75" y="31"/>
                        <a:pt x="77" y="36"/>
                        <a:pt x="82" y="38"/>
                      </a:cubicBezTo>
                      <a:cubicBezTo>
                        <a:pt x="82" y="38"/>
                        <a:pt x="82" y="38"/>
                        <a:pt x="82" y="38"/>
                      </a:cubicBezTo>
                      <a:cubicBezTo>
                        <a:pt x="90" y="41"/>
                        <a:pt x="90" y="52"/>
                        <a:pt x="82" y="55"/>
                      </a:cubicBezTo>
                      <a:cubicBezTo>
                        <a:pt x="81" y="55"/>
                        <a:pt x="81" y="55"/>
                        <a:pt x="81" y="55"/>
                      </a:cubicBezTo>
                      <a:cubicBezTo>
                        <a:pt x="77" y="56"/>
                        <a:pt x="74" y="62"/>
                        <a:pt x="76" y="67"/>
                      </a:cubicBezTo>
                      <a:cubicBezTo>
                        <a:pt x="76" y="67"/>
                        <a:pt x="76" y="67"/>
                        <a:pt x="76" y="67"/>
                      </a:cubicBezTo>
                      <a:cubicBezTo>
                        <a:pt x="80" y="74"/>
                        <a:pt x="72" y="82"/>
                        <a:pt x="64" y="78"/>
                      </a:cubicBezTo>
                      <a:cubicBezTo>
                        <a:pt x="64" y="78"/>
                        <a:pt x="64" y="78"/>
                        <a:pt x="64" y="78"/>
                      </a:cubicBezTo>
                      <a:cubicBezTo>
                        <a:pt x="59" y="76"/>
                        <a:pt x="54" y="78"/>
                        <a:pt x="52" y="83"/>
                      </a:cubicBezTo>
                      <a:cubicBezTo>
                        <a:pt x="52" y="83"/>
                        <a:pt x="52" y="83"/>
                        <a:pt x="52" y="83"/>
                      </a:cubicBezTo>
                      <a:cubicBezTo>
                        <a:pt x="49" y="91"/>
                        <a:pt x="38" y="90"/>
                        <a:pt x="35" y="82"/>
                      </a:cubicBezTo>
                      <a:cubicBezTo>
                        <a:pt x="35" y="82"/>
                        <a:pt x="35" y="82"/>
                        <a:pt x="35" y="82"/>
                      </a:cubicBezTo>
                      <a:cubicBezTo>
                        <a:pt x="34" y="77"/>
                        <a:pt x="28" y="75"/>
                        <a:pt x="23" y="77"/>
                      </a:cubicBezTo>
                      <a:cubicBezTo>
                        <a:pt x="23" y="77"/>
                        <a:pt x="23" y="77"/>
                        <a:pt x="23" y="77"/>
                      </a:cubicBezTo>
                      <a:cubicBezTo>
                        <a:pt x="16" y="80"/>
                        <a:pt x="8" y="72"/>
                        <a:pt x="12" y="65"/>
                      </a:cubicBezTo>
                      <a:cubicBezTo>
                        <a:pt x="12" y="65"/>
                        <a:pt x="12" y="65"/>
                        <a:pt x="12" y="65"/>
                      </a:cubicBezTo>
                      <a:cubicBezTo>
                        <a:pt x="14" y="60"/>
                        <a:pt x="12" y="54"/>
                        <a:pt x="8" y="53"/>
                      </a:cubicBezTo>
                      <a:cubicBezTo>
                        <a:pt x="7" y="52"/>
                        <a:pt x="7" y="52"/>
                        <a:pt x="7" y="52"/>
                      </a:cubicBezTo>
                      <a:cubicBezTo>
                        <a:pt x="0" y="49"/>
                        <a:pt x="0" y="38"/>
                        <a:pt x="8" y="36"/>
                      </a:cubicBezTo>
                      <a:cubicBezTo>
                        <a:pt x="8" y="36"/>
                        <a:pt x="8" y="36"/>
                        <a:pt x="8" y="36"/>
                      </a:cubicBezTo>
                      <a:cubicBezTo>
                        <a:pt x="13" y="34"/>
                        <a:pt x="15" y="29"/>
                        <a:pt x="13" y="24"/>
                      </a:cubicBezTo>
                      <a:cubicBezTo>
                        <a:pt x="13" y="24"/>
                        <a:pt x="13" y="24"/>
                        <a:pt x="13" y="24"/>
                      </a:cubicBezTo>
                      <a:cubicBezTo>
                        <a:pt x="10" y="16"/>
                        <a:pt x="18" y="9"/>
                        <a:pt x="25" y="13"/>
                      </a:cubicBezTo>
                      <a:cubicBezTo>
                        <a:pt x="26" y="13"/>
                        <a:pt x="26" y="13"/>
                        <a:pt x="26" y="13"/>
                      </a:cubicBezTo>
                      <a:cubicBezTo>
                        <a:pt x="30" y="15"/>
                        <a:pt x="36" y="13"/>
                        <a:pt x="38" y="8"/>
                      </a:cubicBezTo>
                      <a:cubicBezTo>
                        <a:pt x="38" y="8"/>
                        <a:pt x="38" y="8"/>
                        <a:pt x="38" y="8"/>
                      </a:cubicBezTo>
                      <a:cubicBezTo>
                        <a:pt x="41" y="0"/>
                        <a:pt x="52" y="1"/>
                        <a:pt x="54" y="8"/>
                      </a:cubicBezTo>
                      <a:cubicBezTo>
                        <a:pt x="54" y="9"/>
                        <a:pt x="54" y="9"/>
                        <a:pt x="54" y="9"/>
                      </a:cubicBezTo>
                      <a:cubicBezTo>
                        <a:pt x="56" y="14"/>
                        <a:pt x="61" y="16"/>
                        <a:pt x="66" y="14"/>
                      </a:cubicBezTo>
                      <a:close/>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1" name="Oval 7">
                  <a:extLst>
                    <a:ext uri="{FF2B5EF4-FFF2-40B4-BE49-F238E27FC236}">
                      <a16:creationId xmlns:a16="http://schemas.microsoft.com/office/drawing/2014/main" id="{88335230-BEFF-6E08-FD4B-A499531751F2}"/>
                    </a:ext>
                  </a:extLst>
                </p:cNvPr>
                <p:cNvSpPr>
                  <a:spLocks noChangeArrowheads="1"/>
                </p:cNvSpPr>
                <p:nvPr/>
              </p:nvSpPr>
              <p:spPr bwMode="auto">
                <a:xfrm>
                  <a:off x="2228" y="2048"/>
                  <a:ext cx="138" cy="137"/>
                </a:xfrm>
                <a:prstGeom prst="ellips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2" name="Line 8">
                  <a:extLst>
                    <a:ext uri="{FF2B5EF4-FFF2-40B4-BE49-F238E27FC236}">
                      <a16:creationId xmlns:a16="http://schemas.microsoft.com/office/drawing/2014/main" id="{F3C0C95B-9FA8-F453-19CF-3D93CCA91766}"/>
                    </a:ext>
                  </a:extLst>
                </p:cNvPr>
                <p:cNvSpPr>
                  <a:spLocks noChangeShapeType="1"/>
                </p:cNvSpPr>
                <p:nvPr/>
              </p:nvSpPr>
              <p:spPr bwMode="auto">
                <a:xfrm>
                  <a:off x="2337" y="2378"/>
                  <a:ext cx="0" cy="0"/>
                </a:xfrm>
                <a:prstGeom prst="line">
                  <a:avLst/>
                </a:prstGeom>
                <a:noFill/>
                <a:ln w="15875"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3" name="Line 9">
                  <a:extLst>
                    <a:ext uri="{FF2B5EF4-FFF2-40B4-BE49-F238E27FC236}">
                      <a16:creationId xmlns:a16="http://schemas.microsoft.com/office/drawing/2014/main" id="{D53AE971-BD48-B5D8-4057-99FF2848BDB2}"/>
                    </a:ext>
                  </a:extLst>
                </p:cNvPr>
                <p:cNvSpPr>
                  <a:spLocks noChangeShapeType="1"/>
                </p:cNvSpPr>
                <p:nvPr/>
              </p:nvSpPr>
              <p:spPr bwMode="auto">
                <a:xfrm>
                  <a:off x="2360" y="2224"/>
                  <a:ext cx="0" cy="0"/>
                </a:xfrm>
                <a:prstGeom prst="line">
                  <a:avLst/>
                </a:prstGeom>
                <a:noFill/>
                <a:ln w="15875" cap="rnd">
                  <a:solidFill>
                    <a:schemeClr val="accent2"/>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4" name="Freeform 10">
                  <a:extLst>
                    <a:ext uri="{FF2B5EF4-FFF2-40B4-BE49-F238E27FC236}">
                      <a16:creationId xmlns:a16="http://schemas.microsoft.com/office/drawing/2014/main" id="{9391BA0F-7E65-C981-F4B5-1625B3E15C28}"/>
                    </a:ext>
                  </a:extLst>
                </p:cNvPr>
                <p:cNvSpPr>
                  <a:spLocks/>
                </p:cNvSpPr>
                <p:nvPr/>
              </p:nvSpPr>
              <p:spPr bwMode="auto">
                <a:xfrm>
                  <a:off x="2198" y="2221"/>
                  <a:ext cx="139" cy="180"/>
                </a:xfrm>
                <a:custGeom>
                  <a:avLst/>
                  <a:gdLst>
                    <a:gd name="T0" fmla="*/ 20 w 139"/>
                    <a:gd name="T1" fmla="*/ 0 h 180"/>
                    <a:gd name="T2" fmla="*/ 0 w 139"/>
                    <a:gd name="T3" fmla="*/ 180 h 180"/>
                    <a:gd name="T4" fmla="*/ 69 w 139"/>
                    <a:gd name="T5" fmla="*/ 118 h 180"/>
                    <a:gd name="T6" fmla="*/ 139 w 139"/>
                    <a:gd name="T7" fmla="*/ 180 h 180"/>
                    <a:gd name="T8" fmla="*/ 139 w 139"/>
                    <a:gd name="T9" fmla="*/ 3 h 180"/>
                  </a:gdLst>
                  <a:ahLst/>
                  <a:cxnLst>
                    <a:cxn ang="0">
                      <a:pos x="T0" y="T1"/>
                    </a:cxn>
                    <a:cxn ang="0">
                      <a:pos x="T2" y="T3"/>
                    </a:cxn>
                    <a:cxn ang="0">
                      <a:pos x="T4" y="T5"/>
                    </a:cxn>
                    <a:cxn ang="0">
                      <a:pos x="T6" y="T7"/>
                    </a:cxn>
                    <a:cxn ang="0">
                      <a:pos x="T8" y="T9"/>
                    </a:cxn>
                  </a:cxnLst>
                  <a:rect l="0" t="0" r="r" b="b"/>
                  <a:pathLst>
                    <a:path w="139" h="180">
                      <a:moveTo>
                        <a:pt x="20" y="0"/>
                      </a:moveTo>
                      <a:lnTo>
                        <a:pt x="0" y="180"/>
                      </a:lnTo>
                      <a:lnTo>
                        <a:pt x="69" y="118"/>
                      </a:lnTo>
                      <a:lnTo>
                        <a:pt x="139" y="180"/>
                      </a:lnTo>
                      <a:lnTo>
                        <a:pt x="139" y="3"/>
                      </a:ln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5" name="Freeform 11">
                  <a:extLst>
                    <a:ext uri="{FF2B5EF4-FFF2-40B4-BE49-F238E27FC236}">
                      <a16:creationId xmlns:a16="http://schemas.microsoft.com/office/drawing/2014/main" id="{EAF02468-BE3F-21F4-E0C7-85A644A68DFA}"/>
                    </a:ext>
                  </a:extLst>
                </p:cNvPr>
                <p:cNvSpPr>
                  <a:spLocks/>
                </p:cNvSpPr>
                <p:nvPr/>
              </p:nvSpPr>
              <p:spPr bwMode="auto">
                <a:xfrm>
                  <a:off x="2337" y="2221"/>
                  <a:ext cx="92" cy="177"/>
                </a:xfrm>
                <a:custGeom>
                  <a:avLst/>
                  <a:gdLst>
                    <a:gd name="T0" fmla="*/ 52 w 92"/>
                    <a:gd name="T1" fmla="*/ 0 h 177"/>
                    <a:gd name="T2" fmla="*/ 92 w 92"/>
                    <a:gd name="T3" fmla="*/ 177 h 177"/>
                    <a:gd name="T4" fmla="*/ 29 w 92"/>
                    <a:gd name="T5" fmla="*/ 108 h 177"/>
                    <a:gd name="T6" fmla="*/ 0 w 92"/>
                    <a:gd name="T7" fmla="*/ 144 h 177"/>
                  </a:gdLst>
                  <a:ahLst/>
                  <a:cxnLst>
                    <a:cxn ang="0">
                      <a:pos x="T0" y="T1"/>
                    </a:cxn>
                    <a:cxn ang="0">
                      <a:pos x="T2" y="T3"/>
                    </a:cxn>
                    <a:cxn ang="0">
                      <a:pos x="T4" y="T5"/>
                    </a:cxn>
                    <a:cxn ang="0">
                      <a:pos x="T6" y="T7"/>
                    </a:cxn>
                  </a:cxnLst>
                  <a:rect l="0" t="0" r="r" b="b"/>
                  <a:pathLst>
                    <a:path w="92" h="177">
                      <a:moveTo>
                        <a:pt x="52" y="0"/>
                      </a:moveTo>
                      <a:lnTo>
                        <a:pt x="92" y="177"/>
                      </a:lnTo>
                      <a:lnTo>
                        <a:pt x="29" y="108"/>
                      </a:lnTo>
                      <a:lnTo>
                        <a:pt x="0" y="144"/>
                      </a:ln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grpSp>
        <p:nvGrpSpPr>
          <p:cNvPr id="54" name="Group 53">
            <a:extLst>
              <a:ext uri="{FF2B5EF4-FFF2-40B4-BE49-F238E27FC236}">
                <a16:creationId xmlns:a16="http://schemas.microsoft.com/office/drawing/2014/main" id="{0AEB8980-B06F-CE0F-7781-F26C5BABB232}"/>
              </a:ext>
            </a:extLst>
          </p:cNvPr>
          <p:cNvGrpSpPr/>
          <p:nvPr/>
        </p:nvGrpSpPr>
        <p:grpSpPr>
          <a:xfrm>
            <a:off x="380999" y="3149424"/>
            <a:ext cx="2041995" cy="2759705"/>
            <a:chOff x="380999" y="3149424"/>
            <a:chExt cx="2041995" cy="2759705"/>
          </a:xfrm>
        </p:grpSpPr>
        <p:sp>
          <p:nvSpPr>
            <p:cNvPr id="9" name="Rectangle 8">
              <a:extLst>
                <a:ext uri="{FF2B5EF4-FFF2-40B4-BE49-F238E27FC236}">
                  <a16:creationId xmlns:a16="http://schemas.microsoft.com/office/drawing/2014/main" id="{52A263DA-4A09-E76E-6FE6-3BB55E3AE402}"/>
                </a:ext>
              </a:extLst>
            </p:cNvPr>
            <p:cNvSpPr/>
            <p:nvPr/>
          </p:nvSpPr>
          <p:spPr>
            <a:xfrm>
              <a:off x="458567" y="4334782"/>
              <a:ext cx="1886860" cy="155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0" name="Group 49">
              <a:extLst>
                <a:ext uri="{FF2B5EF4-FFF2-40B4-BE49-F238E27FC236}">
                  <a16:creationId xmlns:a16="http://schemas.microsoft.com/office/drawing/2014/main" id="{E8E5B0D7-FD07-CF38-B946-778F8E05DCEE}"/>
                </a:ext>
              </a:extLst>
            </p:cNvPr>
            <p:cNvGrpSpPr/>
            <p:nvPr/>
          </p:nvGrpSpPr>
          <p:grpSpPr>
            <a:xfrm>
              <a:off x="380999" y="3149424"/>
              <a:ext cx="2041995" cy="2759705"/>
              <a:chOff x="380999" y="3149424"/>
              <a:chExt cx="2041995" cy="2759705"/>
            </a:xfrm>
          </p:grpSpPr>
          <p:sp>
            <p:nvSpPr>
              <p:cNvPr id="3" name="Rectangle 2">
                <a:extLst>
                  <a:ext uri="{FF2B5EF4-FFF2-40B4-BE49-F238E27FC236}">
                    <a16:creationId xmlns:a16="http://schemas.microsoft.com/office/drawing/2014/main" id="{D8032316-A13B-650F-4679-19EB63B2F311}"/>
                  </a:ext>
                </a:extLst>
              </p:cNvPr>
              <p:cNvSpPr/>
              <p:nvPr/>
            </p:nvSpPr>
            <p:spPr>
              <a:xfrm>
                <a:off x="380999" y="4138391"/>
                <a:ext cx="2041995" cy="36933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lgn="ctr">
                  <a:spcBef>
                    <a:spcPts val="600"/>
                  </a:spcBef>
                </a:pPr>
                <a:r>
                  <a:rPr lang="en-US" b="1" dirty="0">
                    <a:solidFill>
                      <a:schemeClr val="accent2"/>
                    </a:solidFill>
                    <a:latin typeface="+mj-lt"/>
                  </a:rPr>
                  <a:t>Lorem Ipsum</a:t>
                </a:r>
              </a:p>
            </p:txBody>
          </p:sp>
          <p:sp>
            <p:nvSpPr>
              <p:cNvPr id="80" name="Rectangle 79">
                <a:extLst>
                  <a:ext uri="{FF2B5EF4-FFF2-40B4-BE49-F238E27FC236}">
                    <a16:creationId xmlns:a16="http://schemas.microsoft.com/office/drawing/2014/main" id="{A69D6318-3C81-0A43-D4FF-BAC191AA7E82}"/>
                  </a:ext>
                </a:extLst>
              </p:cNvPr>
              <p:cNvSpPr/>
              <p:nvPr/>
            </p:nvSpPr>
            <p:spPr>
              <a:xfrm>
                <a:off x="380999" y="4626577"/>
                <a:ext cx="2041995" cy="128255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600" dirty="0">
                    <a:solidFill>
                      <a:schemeClr val="accent1"/>
                    </a:solidFill>
                  </a:rPr>
                  <a:t>Lorem Ipsum is simply dummy text of the printing and typesetting industry.</a:t>
                </a:r>
                <a:endParaRPr lang="en-IN" sz="1600" dirty="0">
                  <a:solidFill>
                    <a:schemeClr val="accent1"/>
                  </a:solidFill>
                </a:endParaRPr>
              </a:p>
            </p:txBody>
          </p:sp>
          <p:grpSp>
            <p:nvGrpSpPr>
              <p:cNvPr id="28" name="Group 14">
                <a:extLst>
                  <a:ext uri="{FF2B5EF4-FFF2-40B4-BE49-F238E27FC236}">
                    <a16:creationId xmlns:a16="http://schemas.microsoft.com/office/drawing/2014/main" id="{01181180-374E-BFB5-4768-51CDDDAC9E23}"/>
                  </a:ext>
                </a:extLst>
              </p:cNvPr>
              <p:cNvGrpSpPr>
                <a:grpSpLocks noChangeAspect="1"/>
              </p:cNvGrpSpPr>
              <p:nvPr/>
            </p:nvGrpSpPr>
            <p:grpSpPr bwMode="auto">
              <a:xfrm>
                <a:off x="901322" y="3149424"/>
                <a:ext cx="1006052" cy="891964"/>
                <a:chOff x="641" y="1970"/>
                <a:chExt cx="485" cy="430"/>
              </a:xfrm>
            </p:grpSpPr>
            <p:sp>
              <p:nvSpPr>
                <p:cNvPr id="39" name="Freeform 20">
                  <a:extLst>
                    <a:ext uri="{FF2B5EF4-FFF2-40B4-BE49-F238E27FC236}">
                      <a16:creationId xmlns:a16="http://schemas.microsoft.com/office/drawing/2014/main" id="{EF8C34D6-A61D-6774-D36A-397480246C23}"/>
                    </a:ext>
                  </a:extLst>
                </p:cNvPr>
                <p:cNvSpPr>
                  <a:spLocks/>
                </p:cNvSpPr>
                <p:nvPr/>
              </p:nvSpPr>
              <p:spPr bwMode="auto">
                <a:xfrm>
                  <a:off x="830" y="2082"/>
                  <a:ext cx="296" cy="268"/>
                </a:xfrm>
                <a:custGeom>
                  <a:avLst/>
                  <a:gdLst>
                    <a:gd name="T0" fmla="*/ 18 w 294"/>
                    <a:gd name="T1" fmla="*/ 0 h 266"/>
                    <a:gd name="T2" fmla="*/ 18 w 294"/>
                    <a:gd name="T3" fmla="*/ 0 h 266"/>
                    <a:gd name="T4" fmla="*/ 156 w 294"/>
                    <a:gd name="T5" fmla="*/ 42 h 266"/>
                    <a:gd name="T6" fmla="*/ 209 w 294"/>
                    <a:gd name="T7" fmla="*/ 85 h 266"/>
                    <a:gd name="T8" fmla="*/ 292 w 294"/>
                    <a:gd name="T9" fmla="*/ 138 h 266"/>
                    <a:gd name="T10" fmla="*/ 288 w 294"/>
                    <a:gd name="T11" fmla="*/ 164 h 266"/>
                    <a:gd name="T12" fmla="*/ 246 w 294"/>
                    <a:gd name="T13" fmla="*/ 169 h 266"/>
                    <a:gd name="T14" fmla="*/ 215 w 294"/>
                    <a:gd name="T15" fmla="*/ 173 h 266"/>
                    <a:gd name="T16" fmla="*/ 213 w 294"/>
                    <a:gd name="T17" fmla="*/ 174 h 266"/>
                    <a:gd name="T18" fmla="*/ 205 w 294"/>
                    <a:gd name="T19" fmla="*/ 195 h 266"/>
                    <a:gd name="T20" fmla="*/ 171 w 294"/>
                    <a:gd name="T21" fmla="*/ 199 h 266"/>
                    <a:gd name="T22" fmla="*/ 168 w 294"/>
                    <a:gd name="T23" fmla="*/ 200 h 266"/>
                    <a:gd name="T24" fmla="*/ 162 w 294"/>
                    <a:gd name="T25" fmla="*/ 222 h 266"/>
                    <a:gd name="T26" fmla="*/ 133 w 294"/>
                    <a:gd name="T27" fmla="*/ 222 h 266"/>
                    <a:gd name="T28" fmla="*/ 96 w 294"/>
                    <a:gd name="T29" fmla="*/ 241 h 266"/>
                    <a:gd name="T30" fmla="*/ 90 w 294"/>
                    <a:gd name="T31" fmla="*/ 263 h 266"/>
                    <a:gd name="T32" fmla="*/ 0 w 294"/>
                    <a:gd name="T33" fmla="*/ 125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4" h="266">
                      <a:moveTo>
                        <a:pt x="18" y="0"/>
                      </a:moveTo>
                      <a:cubicBezTo>
                        <a:pt x="18" y="0"/>
                        <a:pt x="18" y="0"/>
                        <a:pt x="18" y="0"/>
                      </a:cubicBezTo>
                      <a:cubicBezTo>
                        <a:pt x="88" y="1"/>
                        <a:pt x="130" y="22"/>
                        <a:pt x="156" y="42"/>
                      </a:cubicBezTo>
                      <a:cubicBezTo>
                        <a:pt x="177" y="57"/>
                        <a:pt x="181" y="68"/>
                        <a:pt x="209" y="85"/>
                      </a:cubicBezTo>
                      <a:cubicBezTo>
                        <a:pt x="251" y="112"/>
                        <a:pt x="285" y="113"/>
                        <a:pt x="292" y="138"/>
                      </a:cubicBezTo>
                      <a:cubicBezTo>
                        <a:pt x="294" y="146"/>
                        <a:pt x="294" y="157"/>
                        <a:pt x="288" y="164"/>
                      </a:cubicBezTo>
                      <a:cubicBezTo>
                        <a:pt x="285" y="166"/>
                        <a:pt x="280" y="169"/>
                        <a:pt x="246" y="169"/>
                      </a:cubicBezTo>
                      <a:cubicBezTo>
                        <a:pt x="226" y="169"/>
                        <a:pt x="220" y="168"/>
                        <a:pt x="215" y="173"/>
                      </a:cubicBezTo>
                      <a:cubicBezTo>
                        <a:pt x="214" y="173"/>
                        <a:pt x="214" y="174"/>
                        <a:pt x="213" y="174"/>
                      </a:cubicBezTo>
                      <a:cubicBezTo>
                        <a:pt x="208" y="180"/>
                        <a:pt x="211" y="188"/>
                        <a:pt x="205" y="195"/>
                      </a:cubicBezTo>
                      <a:cubicBezTo>
                        <a:pt x="197" y="204"/>
                        <a:pt x="180" y="194"/>
                        <a:pt x="171" y="199"/>
                      </a:cubicBezTo>
                      <a:cubicBezTo>
                        <a:pt x="170" y="199"/>
                        <a:pt x="169" y="200"/>
                        <a:pt x="168" y="200"/>
                      </a:cubicBezTo>
                      <a:cubicBezTo>
                        <a:pt x="162" y="207"/>
                        <a:pt x="168" y="217"/>
                        <a:pt x="162" y="222"/>
                      </a:cubicBezTo>
                      <a:cubicBezTo>
                        <a:pt x="156" y="228"/>
                        <a:pt x="148" y="221"/>
                        <a:pt x="133" y="222"/>
                      </a:cubicBezTo>
                      <a:cubicBezTo>
                        <a:pt x="131" y="222"/>
                        <a:pt x="107" y="225"/>
                        <a:pt x="96" y="241"/>
                      </a:cubicBezTo>
                      <a:cubicBezTo>
                        <a:pt x="89" y="252"/>
                        <a:pt x="93" y="262"/>
                        <a:pt x="90" y="263"/>
                      </a:cubicBezTo>
                      <a:cubicBezTo>
                        <a:pt x="81" y="266"/>
                        <a:pt x="61" y="179"/>
                        <a:pt x="0" y="125"/>
                      </a:cubicBez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8" name="Freeform 21">
                  <a:extLst>
                    <a:ext uri="{FF2B5EF4-FFF2-40B4-BE49-F238E27FC236}">
                      <a16:creationId xmlns:a16="http://schemas.microsoft.com/office/drawing/2014/main" id="{A2CF7FDD-7DCC-3743-D461-C9C479DC8098}"/>
                    </a:ext>
                  </a:extLst>
                </p:cNvPr>
                <p:cNvSpPr>
                  <a:spLocks/>
                </p:cNvSpPr>
                <p:nvPr/>
              </p:nvSpPr>
              <p:spPr bwMode="auto">
                <a:xfrm>
                  <a:off x="890" y="2175"/>
                  <a:ext cx="155" cy="82"/>
                </a:xfrm>
                <a:custGeom>
                  <a:avLst/>
                  <a:gdLst>
                    <a:gd name="T0" fmla="*/ 0 w 154"/>
                    <a:gd name="T1" fmla="*/ 0 h 81"/>
                    <a:gd name="T2" fmla="*/ 154 w 154"/>
                    <a:gd name="T3" fmla="*/ 81 h 81"/>
                  </a:gdLst>
                  <a:ahLst/>
                  <a:cxnLst>
                    <a:cxn ang="0">
                      <a:pos x="T0" y="T1"/>
                    </a:cxn>
                    <a:cxn ang="0">
                      <a:pos x="T2" y="T3"/>
                    </a:cxn>
                  </a:cxnLst>
                  <a:rect l="0" t="0" r="r" b="b"/>
                  <a:pathLst>
                    <a:path w="154" h="81">
                      <a:moveTo>
                        <a:pt x="0" y="0"/>
                      </a:moveTo>
                      <a:cubicBezTo>
                        <a:pt x="34" y="7"/>
                        <a:pt x="98" y="27"/>
                        <a:pt x="154" y="81"/>
                      </a:cubicBez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9" name="Freeform 22">
                  <a:extLst>
                    <a:ext uri="{FF2B5EF4-FFF2-40B4-BE49-F238E27FC236}">
                      <a16:creationId xmlns:a16="http://schemas.microsoft.com/office/drawing/2014/main" id="{910F5DF7-3011-7F7F-A2E9-756703F4B1D6}"/>
                    </a:ext>
                  </a:extLst>
                </p:cNvPr>
                <p:cNvSpPr>
                  <a:spLocks/>
                </p:cNvSpPr>
                <p:nvPr/>
              </p:nvSpPr>
              <p:spPr bwMode="auto">
                <a:xfrm>
                  <a:off x="925" y="2242"/>
                  <a:ext cx="77" cy="40"/>
                </a:xfrm>
                <a:custGeom>
                  <a:avLst/>
                  <a:gdLst>
                    <a:gd name="T0" fmla="*/ 0 w 77"/>
                    <a:gd name="T1" fmla="*/ 0 h 40"/>
                    <a:gd name="T2" fmla="*/ 77 w 77"/>
                    <a:gd name="T3" fmla="*/ 40 h 40"/>
                  </a:gdLst>
                  <a:ahLst/>
                  <a:cxnLst>
                    <a:cxn ang="0">
                      <a:pos x="T0" y="T1"/>
                    </a:cxn>
                    <a:cxn ang="0">
                      <a:pos x="T2" y="T3"/>
                    </a:cxn>
                  </a:cxnLst>
                  <a:rect l="0" t="0" r="r" b="b"/>
                  <a:pathLst>
                    <a:path w="77" h="40">
                      <a:moveTo>
                        <a:pt x="0" y="0"/>
                      </a:moveTo>
                      <a:cubicBezTo>
                        <a:pt x="32" y="5"/>
                        <a:pt x="59" y="19"/>
                        <a:pt x="77" y="40"/>
                      </a:cubicBez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0" name="Oval 15">
                  <a:extLst>
                    <a:ext uri="{FF2B5EF4-FFF2-40B4-BE49-F238E27FC236}">
                      <a16:creationId xmlns:a16="http://schemas.microsoft.com/office/drawing/2014/main" id="{7EC93C78-2B0C-AFD0-FE31-207D52E33BFB}"/>
                    </a:ext>
                  </a:extLst>
                </p:cNvPr>
                <p:cNvSpPr>
                  <a:spLocks noChangeArrowheads="1"/>
                </p:cNvSpPr>
                <p:nvPr/>
              </p:nvSpPr>
              <p:spPr bwMode="auto">
                <a:xfrm>
                  <a:off x="732" y="1970"/>
                  <a:ext cx="83" cy="84"/>
                </a:xfrm>
                <a:prstGeom prst="ellipse">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2" name="Freeform 16">
                  <a:extLst>
                    <a:ext uri="{FF2B5EF4-FFF2-40B4-BE49-F238E27FC236}">
                      <a16:creationId xmlns:a16="http://schemas.microsoft.com/office/drawing/2014/main" id="{630A24C8-2364-B11A-88ED-FC8F4C73CFE1}"/>
                    </a:ext>
                  </a:extLst>
                </p:cNvPr>
                <p:cNvSpPr>
                  <a:spLocks/>
                </p:cNvSpPr>
                <p:nvPr/>
              </p:nvSpPr>
              <p:spPr bwMode="auto">
                <a:xfrm>
                  <a:off x="709" y="2072"/>
                  <a:ext cx="130" cy="18"/>
                </a:xfrm>
                <a:custGeom>
                  <a:avLst/>
                  <a:gdLst>
                    <a:gd name="T0" fmla="*/ 0 w 129"/>
                    <a:gd name="T1" fmla="*/ 5 h 18"/>
                    <a:gd name="T2" fmla="*/ 30 w 129"/>
                    <a:gd name="T3" fmla="*/ 1 h 18"/>
                    <a:gd name="T4" fmla="*/ 64 w 129"/>
                    <a:gd name="T5" fmla="*/ 18 h 18"/>
                    <a:gd name="T6" fmla="*/ 97 w 129"/>
                    <a:gd name="T7" fmla="*/ 1 h 18"/>
                    <a:gd name="T8" fmla="*/ 97 w 129"/>
                    <a:gd name="T9" fmla="*/ 1 h 18"/>
                    <a:gd name="T10" fmla="*/ 129 w 129"/>
                    <a:gd name="T11" fmla="*/ 6 h 18"/>
                  </a:gdLst>
                  <a:ahLst/>
                  <a:cxnLst>
                    <a:cxn ang="0">
                      <a:pos x="T0" y="T1"/>
                    </a:cxn>
                    <a:cxn ang="0">
                      <a:pos x="T2" y="T3"/>
                    </a:cxn>
                    <a:cxn ang="0">
                      <a:pos x="T4" y="T5"/>
                    </a:cxn>
                    <a:cxn ang="0">
                      <a:pos x="T6" y="T7"/>
                    </a:cxn>
                    <a:cxn ang="0">
                      <a:pos x="T8" y="T9"/>
                    </a:cxn>
                    <a:cxn ang="0">
                      <a:pos x="T10" y="T11"/>
                    </a:cxn>
                  </a:cxnLst>
                  <a:rect l="0" t="0" r="r" b="b"/>
                  <a:pathLst>
                    <a:path w="129" h="18">
                      <a:moveTo>
                        <a:pt x="0" y="5"/>
                      </a:moveTo>
                      <a:cubicBezTo>
                        <a:pt x="10" y="2"/>
                        <a:pt x="20" y="0"/>
                        <a:pt x="30" y="1"/>
                      </a:cubicBezTo>
                      <a:cubicBezTo>
                        <a:pt x="38" y="11"/>
                        <a:pt x="50" y="18"/>
                        <a:pt x="64" y="18"/>
                      </a:cubicBezTo>
                      <a:cubicBezTo>
                        <a:pt x="77" y="18"/>
                        <a:pt x="89" y="12"/>
                        <a:pt x="97" y="1"/>
                      </a:cubicBezTo>
                      <a:cubicBezTo>
                        <a:pt x="97" y="1"/>
                        <a:pt x="97" y="1"/>
                        <a:pt x="97" y="1"/>
                      </a:cubicBezTo>
                      <a:cubicBezTo>
                        <a:pt x="102" y="1"/>
                        <a:pt x="114" y="0"/>
                        <a:pt x="129" y="6"/>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3" name="Freeform 17">
                  <a:extLst>
                    <a:ext uri="{FF2B5EF4-FFF2-40B4-BE49-F238E27FC236}">
                      <a16:creationId xmlns:a16="http://schemas.microsoft.com/office/drawing/2014/main" id="{92EABC15-D234-F1C9-ABCC-8DD54A631E84}"/>
                    </a:ext>
                  </a:extLst>
                </p:cNvPr>
                <p:cNvSpPr>
                  <a:spLocks/>
                </p:cNvSpPr>
                <p:nvPr/>
              </p:nvSpPr>
              <p:spPr bwMode="auto">
                <a:xfrm>
                  <a:off x="641" y="2077"/>
                  <a:ext cx="86" cy="117"/>
                </a:xfrm>
                <a:custGeom>
                  <a:avLst/>
                  <a:gdLst>
                    <a:gd name="T0" fmla="*/ 76 w 85"/>
                    <a:gd name="T1" fmla="*/ 89 h 116"/>
                    <a:gd name="T2" fmla="*/ 72 w 85"/>
                    <a:gd name="T3" fmla="*/ 44 h 116"/>
                    <a:gd name="T4" fmla="*/ 50 w 85"/>
                    <a:gd name="T5" fmla="*/ 57 h 116"/>
                    <a:gd name="T6" fmla="*/ 50 w 85"/>
                    <a:gd name="T7" fmla="*/ 69 h 116"/>
                    <a:gd name="T8" fmla="*/ 76 w 85"/>
                    <a:gd name="T9" fmla="*/ 89 h 116"/>
                    <a:gd name="T10" fmla="*/ 80 w 85"/>
                    <a:gd name="T11" fmla="*/ 92 h 116"/>
                    <a:gd name="T12" fmla="*/ 81 w 85"/>
                    <a:gd name="T13" fmla="*/ 109 h 116"/>
                    <a:gd name="T14" fmla="*/ 78 w 85"/>
                    <a:gd name="T15" fmla="*/ 112 h 116"/>
                    <a:gd name="T16" fmla="*/ 78 w 85"/>
                    <a:gd name="T17" fmla="*/ 112 h 116"/>
                    <a:gd name="T18" fmla="*/ 63 w 85"/>
                    <a:gd name="T19" fmla="*/ 113 h 116"/>
                    <a:gd name="T20" fmla="*/ 6 w 85"/>
                    <a:gd name="T21" fmla="*/ 66 h 116"/>
                    <a:gd name="T22" fmla="*/ 5 w 85"/>
                    <a:gd name="T23" fmla="*/ 46 h 116"/>
                    <a:gd name="T24" fmla="*/ 68 w 85"/>
                    <a:gd name="T25"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116">
                      <a:moveTo>
                        <a:pt x="76" y="89"/>
                      </a:moveTo>
                      <a:cubicBezTo>
                        <a:pt x="72" y="44"/>
                        <a:pt x="72" y="44"/>
                        <a:pt x="72" y="44"/>
                      </a:cubicBezTo>
                      <a:cubicBezTo>
                        <a:pt x="50" y="57"/>
                        <a:pt x="50" y="57"/>
                        <a:pt x="50" y="57"/>
                      </a:cubicBezTo>
                      <a:cubicBezTo>
                        <a:pt x="46" y="60"/>
                        <a:pt x="46" y="66"/>
                        <a:pt x="50" y="69"/>
                      </a:cubicBezTo>
                      <a:cubicBezTo>
                        <a:pt x="76" y="89"/>
                        <a:pt x="76" y="89"/>
                        <a:pt x="76" y="89"/>
                      </a:cubicBezTo>
                      <a:cubicBezTo>
                        <a:pt x="80" y="92"/>
                        <a:pt x="80" y="92"/>
                        <a:pt x="80" y="92"/>
                      </a:cubicBezTo>
                      <a:cubicBezTo>
                        <a:pt x="85" y="96"/>
                        <a:pt x="85" y="104"/>
                        <a:pt x="81" y="109"/>
                      </a:cubicBezTo>
                      <a:cubicBezTo>
                        <a:pt x="78" y="112"/>
                        <a:pt x="78" y="112"/>
                        <a:pt x="78" y="112"/>
                      </a:cubicBezTo>
                      <a:cubicBezTo>
                        <a:pt x="78" y="112"/>
                        <a:pt x="78" y="112"/>
                        <a:pt x="78" y="112"/>
                      </a:cubicBezTo>
                      <a:cubicBezTo>
                        <a:pt x="74" y="116"/>
                        <a:pt x="67" y="116"/>
                        <a:pt x="63" y="113"/>
                      </a:cubicBezTo>
                      <a:cubicBezTo>
                        <a:pt x="6" y="66"/>
                        <a:pt x="6" y="66"/>
                        <a:pt x="6" y="66"/>
                      </a:cubicBezTo>
                      <a:cubicBezTo>
                        <a:pt x="0" y="61"/>
                        <a:pt x="0" y="52"/>
                        <a:pt x="5" y="46"/>
                      </a:cubicBezTo>
                      <a:cubicBezTo>
                        <a:pt x="18" y="33"/>
                        <a:pt x="42" y="10"/>
                        <a:pt x="68" y="0"/>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5" name="Freeform 18">
                  <a:extLst>
                    <a:ext uri="{FF2B5EF4-FFF2-40B4-BE49-F238E27FC236}">
                      <a16:creationId xmlns:a16="http://schemas.microsoft.com/office/drawing/2014/main" id="{080D4D2A-CF89-FABB-75A6-CC2BE631E143}"/>
                    </a:ext>
                  </a:extLst>
                </p:cNvPr>
                <p:cNvSpPr>
                  <a:spLocks/>
                </p:cNvSpPr>
                <p:nvPr/>
              </p:nvSpPr>
              <p:spPr bwMode="auto">
                <a:xfrm>
                  <a:off x="674" y="2124"/>
                  <a:ext cx="201" cy="276"/>
                </a:xfrm>
                <a:custGeom>
                  <a:avLst/>
                  <a:gdLst>
                    <a:gd name="T0" fmla="*/ 156 w 200"/>
                    <a:gd name="T1" fmla="*/ 41 h 274"/>
                    <a:gd name="T2" fmla="*/ 183 w 200"/>
                    <a:gd name="T3" fmla="*/ 21 h 274"/>
                    <a:gd name="T4" fmla="*/ 183 w 200"/>
                    <a:gd name="T5" fmla="*/ 12 h 274"/>
                    <a:gd name="T6" fmla="*/ 160 w 200"/>
                    <a:gd name="T7" fmla="*/ 0 h 274"/>
                    <a:gd name="T8" fmla="*/ 156 w 200"/>
                    <a:gd name="T9" fmla="*/ 41 h 274"/>
                    <a:gd name="T10" fmla="*/ 154 w 200"/>
                    <a:gd name="T11" fmla="*/ 43 h 274"/>
                    <a:gd name="T12" fmla="*/ 153 w 200"/>
                    <a:gd name="T13" fmla="*/ 64 h 274"/>
                    <a:gd name="T14" fmla="*/ 154 w 200"/>
                    <a:gd name="T15" fmla="*/ 64 h 274"/>
                    <a:gd name="T16" fmla="*/ 153 w 200"/>
                    <a:gd name="T17" fmla="*/ 76 h 274"/>
                    <a:gd name="T18" fmla="*/ 196 w 200"/>
                    <a:gd name="T19" fmla="*/ 243 h 274"/>
                    <a:gd name="T20" fmla="*/ 173 w 200"/>
                    <a:gd name="T21" fmla="*/ 274 h 274"/>
                    <a:gd name="T22" fmla="*/ 171 w 200"/>
                    <a:gd name="T23" fmla="*/ 274 h 274"/>
                    <a:gd name="T24" fmla="*/ 148 w 200"/>
                    <a:gd name="T25" fmla="*/ 257 h 274"/>
                    <a:gd name="T26" fmla="*/ 101 w 200"/>
                    <a:gd name="T27" fmla="*/ 104 h 274"/>
                    <a:gd name="T28" fmla="*/ 97 w 200"/>
                    <a:gd name="T29" fmla="*/ 104 h 274"/>
                    <a:gd name="T30" fmla="*/ 51 w 200"/>
                    <a:gd name="T31" fmla="*/ 256 h 274"/>
                    <a:gd name="T32" fmla="*/ 27 w 200"/>
                    <a:gd name="T33" fmla="*/ 274 h 274"/>
                    <a:gd name="T34" fmla="*/ 27 w 200"/>
                    <a:gd name="T35" fmla="*/ 274 h 274"/>
                    <a:gd name="T36" fmla="*/ 4 w 200"/>
                    <a:gd name="T37" fmla="*/ 244 h 274"/>
                    <a:gd name="T38" fmla="*/ 45 w 200"/>
                    <a:gd name="T39" fmla="*/ 73 h 274"/>
                    <a:gd name="T40" fmla="*/ 45 w 200"/>
                    <a:gd name="T41" fmla="*/ 65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0" h="274">
                      <a:moveTo>
                        <a:pt x="156" y="41"/>
                      </a:moveTo>
                      <a:cubicBezTo>
                        <a:pt x="183" y="21"/>
                        <a:pt x="183" y="21"/>
                        <a:pt x="183" y="21"/>
                      </a:cubicBezTo>
                      <a:cubicBezTo>
                        <a:pt x="186" y="19"/>
                        <a:pt x="186" y="14"/>
                        <a:pt x="183" y="12"/>
                      </a:cubicBezTo>
                      <a:cubicBezTo>
                        <a:pt x="160" y="0"/>
                        <a:pt x="160" y="0"/>
                        <a:pt x="160" y="0"/>
                      </a:cubicBezTo>
                      <a:cubicBezTo>
                        <a:pt x="156" y="41"/>
                        <a:pt x="156" y="41"/>
                        <a:pt x="156" y="41"/>
                      </a:cubicBezTo>
                      <a:cubicBezTo>
                        <a:pt x="154" y="43"/>
                        <a:pt x="154" y="43"/>
                        <a:pt x="154" y="43"/>
                      </a:cubicBezTo>
                      <a:cubicBezTo>
                        <a:pt x="147" y="48"/>
                        <a:pt x="146" y="58"/>
                        <a:pt x="153" y="64"/>
                      </a:cubicBezTo>
                      <a:cubicBezTo>
                        <a:pt x="154" y="64"/>
                        <a:pt x="154" y="64"/>
                        <a:pt x="154" y="64"/>
                      </a:cubicBezTo>
                      <a:cubicBezTo>
                        <a:pt x="153" y="76"/>
                        <a:pt x="153" y="76"/>
                        <a:pt x="153" y="76"/>
                      </a:cubicBezTo>
                      <a:cubicBezTo>
                        <a:pt x="196" y="243"/>
                        <a:pt x="196" y="243"/>
                        <a:pt x="196" y="243"/>
                      </a:cubicBezTo>
                      <a:cubicBezTo>
                        <a:pt x="200" y="259"/>
                        <a:pt x="189" y="274"/>
                        <a:pt x="173" y="274"/>
                      </a:cubicBezTo>
                      <a:cubicBezTo>
                        <a:pt x="171" y="274"/>
                        <a:pt x="171" y="274"/>
                        <a:pt x="171" y="274"/>
                      </a:cubicBezTo>
                      <a:cubicBezTo>
                        <a:pt x="161" y="274"/>
                        <a:pt x="151" y="267"/>
                        <a:pt x="148" y="257"/>
                      </a:cubicBezTo>
                      <a:cubicBezTo>
                        <a:pt x="101" y="104"/>
                        <a:pt x="101" y="104"/>
                        <a:pt x="101" y="104"/>
                      </a:cubicBezTo>
                      <a:cubicBezTo>
                        <a:pt x="100" y="102"/>
                        <a:pt x="97" y="102"/>
                        <a:pt x="97" y="104"/>
                      </a:cubicBezTo>
                      <a:cubicBezTo>
                        <a:pt x="51" y="256"/>
                        <a:pt x="51" y="256"/>
                        <a:pt x="51" y="256"/>
                      </a:cubicBezTo>
                      <a:cubicBezTo>
                        <a:pt x="48" y="267"/>
                        <a:pt x="38" y="274"/>
                        <a:pt x="27" y="274"/>
                      </a:cubicBezTo>
                      <a:cubicBezTo>
                        <a:pt x="27" y="274"/>
                        <a:pt x="27" y="274"/>
                        <a:pt x="27" y="274"/>
                      </a:cubicBezTo>
                      <a:cubicBezTo>
                        <a:pt x="12" y="274"/>
                        <a:pt x="0" y="259"/>
                        <a:pt x="4" y="244"/>
                      </a:cubicBezTo>
                      <a:cubicBezTo>
                        <a:pt x="45" y="73"/>
                        <a:pt x="45" y="73"/>
                        <a:pt x="45" y="73"/>
                      </a:cubicBezTo>
                      <a:cubicBezTo>
                        <a:pt x="45" y="65"/>
                        <a:pt x="45" y="65"/>
                        <a:pt x="45" y="65"/>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6" name="Freeform 19">
                  <a:extLst>
                    <a:ext uri="{FF2B5EF4-FFF2-40B4-BE49-F238E27FC236}">
                      <a16:creationId xmlns:a16="http://schemas.microsoft.com/office/drawing/2014/main" id="{55B8A030-F2D8-1E3C-E697-B41D6FB3A536}"/>
                    </a:ext>
                  </a:extLst>
                </p:cNvPr>
                <p:cNvSpPr>
                  <a:spLocks/>
                </p:cNvSpPr>
                <p:nvPr/>
              </p:nvSpPr>
              <p:spPr bwMode="auto">
                <a:xfrm>
                  <a:off x="829" y="2078"/>
                  <a:ext cx="74" cy="116"/>
                </a:xfrm>
                <a:custGeom>
                  <a:avLst/>
                  <a:gdLst>
                    <a:gd name="T0" fmla="*/ 10 w 73"/>
                    <a:gd name="T1" fmla="*/ 0 h 115"/>
                    <a:gd name="T2" fmla="*/ 69 w 73"/>
                    <a:gd name="T3" fmla="*/ 46 h 115"/>
                    <a:gd name="T4" fmla="*/ 67 w 73"/>
                    <a:gd name="T5" fmla="*/ 65 h 115"/>
                    <a:gd name="T6" fmla="*/ 18 w 73"/>
                    <a:gd name="T7" fmla="*/ 110 h 115"/>
                    <a:gd name="T8" fmla="*/ 0 w 73"/>
                    <a:gd name="T9" fmla="*/ 110 h 115"/>
                    <a:gd name="T10" fmla="*/ 0 w 73"/>
                    <a:gd name="T11" fmla="*/ 110 h 115"/>
                  </a:gdLst>
                  <a:ahLst/>
                  <a:cxnLst>
                    <a:cxn ang="0">
                      <a:pos x="T0" y="T1"/>
                    </a:cxn>
                    <a:cxn ang="0">
                      <a:pos x="T2" y="T3"/>
                    </a:cxn>
                    <a:cxn ang="0">
                      <a:pos x="T4" y="T5"/>
                    </a:cxn>
                    <a:cxn ang="0">
                      <a:pos x="T6" y="T7"/>
                    </a:cxn>
                    <a:cxn ang="0">
                      <a:pos x="T8" y="T9"/>
                    </a:cxn>
                    <a:cxn ang="0">
                      <a:pos x="T10" y="T11"/>
                    </a:cxn>
                  </a:cxnLst>
                  <a:rect l="0" t="0" r="r" b="b"/>
                  <a:pathLst>
                    <a:path w="73" h="115">
                      <a:moveTo>
                        <a:pt x="10" y="0"/>
                      </a:moveTo>
                      <a:cubicBezTo>
                        <a:pt x="26" y="6"/>
                        <a:pt x="47" y="19"/>
                        <a:pt x="69" y="46"/>
                      </a:cubicBezTo>
                      <a:cubicBezTo>
                        <a:pt x="73" y="52"/>
                        <a:pt x="73" y="60"/>
                        <a:pt x="67" y="65"/>
                      </a:cubicBezTo>
                      <a:cubicBezTo>
                        <a:pt x="18" y="110"/>
                        <a:pt x="18" y="110"/>
                        <a:pt x="18" y="110"/>
                      </a:cubicBezTo>
                      <a:cubicBezTo>
                        <a:pt x="13" y="115"/>
                        <a:pt x="5" y="115"/>
                        <a:pt x="0" y="110"/>
                      </a:cubicBezTo>
                      <a:cubicBezTo>
                        <a:pt x="0" y="110"/>
                        <a:pt x="0" y="110"/>
                        <a:pt x="0" y="110"/>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grpSp>
        <p:nvGrpSpPr>
          <p:cNvPr id="52" name="Group 51">
            <a:extLst>
              <a:ext uri="{FF2B5EF4-FFF2-40B4-BE49-F238E27FC236}">
                <a16:creationId xmlns:a16="http://schemas.microsoft.com/office/drawing/2014/main" id="{5040CD92-748A-91BE-8A41-6638358130C2}"/>
              </a:ext>
            </a:extLst>
          </p:cNvPr>
          <p:cNvGrpSpPr/>
          <p:nvPr/>
        </p:nvGrpSpPr>
        <p:grpSpPr>
          <a:xfrm>
            <a:off x="5056077" y="3173542"/>
            <a:ext cx="2041995" cy="2735587"/>
            <a:chOff x="4880873" y="3173542"/>
            <a:chExt cx="2041995" cy="2735587"/>
          </a:xfrm>
        </p:grpSpPr>
        <p:sp>
          <p:nvSpPr>
            <p:cNvPr id="11" name="Rectangle 10">
              <a:extLst>
                <a:ext uri="{FF2B5EF4-FFF2-40B4-BE49-F238E27FC236}">
                  <a16:creationId xmlns:a16="http://schemas.microsoft.com/office/drawing/2014/main" id="{E28ED338-76B5-5D43-6145-490C007BF9A4}"/>
                </a:ext>
              </a:extLst>
            </p:cNvPr>
            <p:cNvSpPr/>
            <p:nvPr/>
          </p:nvSpPr>
          <p:spPr>
            <a:xfrm>
              <a:off x="4958441" y="4334782"/>
              <a:ext cx="1886860" cy="155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9" name="Group 28">
              <a:extLst>
                <a:ext uri="{FF2B5EF4-FFF2-40B4-BE49-F238E27FC236}">
                  <a16:creationId xmlns:a16="http://schemas.microsoft.com/office/drawing/2014/main" id="{693B81B5-993B-55A5-EB37-EEC9F2C847B4}"/>
                </a:ext>
              </a:extLst>
            </p:cNvPr>
            <p:cNvGrpSpPr/>
            <p:nvPr/>
          </p:nvGrpSpPr>
          <p:grpSpPr>
            <a:xfrm>
              <a:off x="4880873" y="3173542"/>
              <a:ext cx="2041995" cy="2735587"/>
              <a:chOff x="4880873" y="3173542"/>
              <a:chExt cx="2041995" cy="2735587"/>
            </a:xfrm>
          </p:grpSpPr>
          <p:sp>
            <p:nvSpPr>
              <p:cNvPr id="82" name="Rectangle 81">
                <a:extLst>
                  <a:ext uri="{FF2B5EF4-FFF2-40B4-BE49-F238E27FC236}">
                    <a16:creationId xmlns:a16="http://schemas.microsoft.com/office/drawing/2014/main" id="{8FC5644D-A451-12A5-428C-714C3F5571DF}"/>
                  </a:ext>
                </a:extLst>
              </p:cNvPr>
              <p:cNvSpPr/>
              <p:nvPr/>
            </p:nvSpPr>
            <p:spPr>
              <a:xfrm>
                <a:off x="4880873" y="4626577"/>
                <a:ext cx="2041995" cy="128255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600" dirty="0">
                    <a:solidFill>
                      <a:schemeClr val="accent1"/>
                    </a:solidFill>
                  </a:rPr>
                  <a:t>Lorem Ipsum is simply dummy text of the printing and typesetting industry.</a:t>
                </a:r>
              </a:p>
            </p:txBody>
          </p:sp>
          <p:sp>
            <p:nvSpPr>
              <p:cNvPr id="6" name="Rectangle 5">
                <a:extLst>
                  <a:ext uri="{FF2B5EF4-FFF2-40B4-BE49-F238E27FC236}">
                    <a16:creationId xmlns:a16="http://schemas.microsoft.com/office/drawing/2014/main" id="{A1813C2D-E1FE-C9B1-AF5F-9080AF58FE0D}"/>
                  </a:ext>
                </a:extLst>
              </p:cNvPr>
              <p:cNvSpPr/>
              <p:nvPr/>
            </p:nvSpPr>
            <p:spPr>
              <a:xfrm>
                <a:off x="4880873" y="4138391"/>
                <a:ext cx="2041995" cy="36933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lgn="ctr">
                  <a:spcBef>
                    <a:spcPts val="600"/>
                  </a:spcBef>
                </a:pPr>
                <a:r>
                  <a:rPr lang="en-US" b="1" dirty="0">
                    <a:solidFill>
                      <a:schemeClr val="accent2"/>
                    </a:solidFill>
                    <a:latin typeface="+mj-lt"/>
                  </a:rPr>
                  <a:t>Lorem Ipsum</a:t>
                </a:r>
              </a:p>
            </p:txBody>
          </p:sp>
          <p:grpSp>
            <p:nvGrpSpPr>
              <p:cNvPr id="88" name="Group 25">
                <a:extLst>
                  <a:ext uri="{FF2B5EF4-FFF2-40B4-BE49-F238E27FC236}">
                    <a16:creationId xmlns:a16="http://schemas.microsoft.com/office/drawing/2014/main" id="{89ED8ADF-7C84-AEBD-0EDE-E99273A7635E}"/>
                  </a:ext>
                </a:extLst>
              </p:cNvPr>
              <p:cNvGrpSpPr>
                <a:grpSpLocks noChangeAspect="1"/>
              </p:cNvGrpSpPr>
              <p:nvPr/>
            </p:nvGrpSpPr>
            <p:grpSpPr bwMode="auto">
              <a:xfrm>
                <a:off x="5529262" y="3173542"/>
                <a:ext cx="738188" cy="867846"/>
                <a:chOff x="3502" y="1900"/>
                <a:chExt cx="427" cy="502"/>
              </a:xfrm>
            </p:grpSpPr>
            <p:sp>
              <p:nvSpPr>
                <p:cNvPr id="90" name="Freeform 26">
                  <a:extLst>
                    <a:ext uri="{FF2B5EF4-FFF2-40B4-BE49-F238E27FC236}">
                      <a16:creationId xmlns:a16="http://schemas.microsoft.com/office/drawing/2014/main" id="{D4D5ADB7-E356-F92C-37CF-99F2C6AFCDAE}"/>
                    </a:ext>
                  </a:extLst>
                </p:cNvPr>
                <p:cNvSpPr>
                  <a:spLocks/>
                </p:cNvSpPr>
                <p:nvPr/>
              </p:nvSpPr>
              <p:spPr bwMode="auto">
                <a:xfrm>
                  <a:off x="3502" y="2186"/>
                  <a:ext cx="427" cy="48"/>
                </a:xfrm>
                <a:custGeom>
                  <a:avLst/>
                  <a:gdLst>
                    <a:gd name="T0" fmla="*/ 126 w 126"/>
                    <a:gd name="T1" fmla="*/ 0 h 14"/>
                    <a:gd name="T2" fmla="*/ 63 w 126"/>
                    <a:gd name="T3" fmla="*/ 14 h 14"/>
                    <a:gd name="T4" fmla="*/ 0 w 126"/>
                    <a:gd name="T5" fmla="*/ 0 h 14"/>
                  </a:gdLst>
                  <a:ahLst/>
                  <a:cxnLst>
                    <a:cxn ang="0">
                      <a:pos x="T0" y="T1"/>
                    </a:cxn>
                    <a:cxn ang="0">
                      <a:pos x="T2" y="T3"/>
                    </a:cxn>
                    <a:cxn ang="0">
                      <a:pos x="T4" y="T5"/>
                    </a:cxn>
                  </a:cxnLst>
                  <a:rect l="0" t="0" r="r" b="b"/>
                  <a:pathLst>
                    <a:path w="126" h="14">
                      <a:moveTo>
                        <a:pt x="126" y="0"/>
                      </a:moveTo>
                      <a:cubicBezTo>
                        <a:pt x="114" y="6"/>
                        <a:pt x="92" y="14"/>
                        <a:pt x="63" y="14"/>
                      </a:cubicBezTo>
                      <a:cubicBezTo>
                        <a:pt x="34" y="14"/>
                        <a:pt x="12" y="6"/>
                        <a:pt x="0" y="0"/>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1" name="Freeform 27">
                  <a:extLst>
                    <a:ext uri="{FF2B5EF4-FFF2-40B4-BE49-F238E27FC236}">
                      <a16:creationId xmlns:a16="http://schemas.microsoft.com/office/drawing/2014/main" id="{2CA1332D-F50A-CC54-1ABA-046D8A8A471A}"/>
                    </a:ext>
                  </a:extLst>
                </p:cNvPr>
                <p:cNvSpPr>
                  <a:spLocks/>
                </p:cNvSpPr>
                <p:nvPr/>
              </p:nvSpPr>
              <p:spPr bwMode="auto">
                <a:xfrm>
                  <a:off x="3502" y="2271"/>
                  <a:ext cx="427" cy="17"/>
                </a:xfrm>
                <a:custGeom>
                  <a:avLst/>
                  <a:gdLst>
                    <a:gd name="T0" fmla="*/ 126 w 126"/>
                    <a:gd name="T1" fmla="*/ 0 h 5"/>
                    <a:gd name="T2" fmla="*/ 63 w 126"/>
                    <a:gd name="T3" fmla="*/ 5 h 5"/>
                    <a:gd name="T4" fmla="*/ 0 w 126"/>
                    <a:gd name="T5" fmla="*/ 0 h 5"/>
                  </a:gdLst>
                  <a:ahLst/>
                  <a:cxnLst>
                    <a:cxn ang="0">
                      <a:pos x="T0" y="T1"/>
                    </a:cxn>
                    <a:cxn ang="0">
                      <a:pos x="T2" y="T3"/>
                    </a:cxn>
                    <a:cxn ang="0">
                      <a:pos x="T4" y="T5"/>
                    </a:cxn>
                  </a:cxnLst>
                  <a:rect l="0" t="0" r="r" b="b"/>
                  <a:pathLst>
                    <a:path w="126" h="5">
                      <a:moveTo>
                        <a:pt x="126" y="0"/>
                      </a:moveTo>
                      <a:cubicBezTo>
                        <a:pt x="108" y="3"/>
                        <a:pt x="87" y="5"/>
                        <a:pt x="63" y="5"/>
                      </a:cubicBezTo>
                      <a:cubicBezTo>
                        <a:pt x="39" y="5"/>
                        <a:pt x="17" y="3"/>
                        <a:pt x="0" y="0"/>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2" name="Line 28">
                  <a:extLst>
                    <a:ext uri="{FF2B5EF4-FFF2-40B4-BE49-F238E27FC236}">
                      <a16:creationId xmlns:a16="http://schemas.microsoft.com/office/drawing/2014/main" id="{E855E19E-39A6-BA23-C881-519FF77CCCCA}"/>
                    </a:ext>
                  </a:extLst>
                </p:cNvPr>
                <p:cNvSpPr>
                  <a:spLocks noChangeShapeType="1"/>
                </p:cNvSpPr>
                <p:nvPr/>
              </p:nvSpPr>
              <p:spPr bwMode="auto">
                <a:xfrm flipH="1">
                  <a:off x="3502" y="2402"/>
                  <a:ext cx="427" cy="0"/>
                </a:xfrm>
                <a:prstGeom prst="line">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3" name="Line 29">
                  <a:extLst>
                    <a:ext uri="{FF2B5EF4-FFF2-40B4-BE49-F238E27FC236}">
                      <a16:creationId xmlns:a16="http://schemas.microsoft.com/office/drawing/2014/main" id="{4280C8A1-3238-9706-35EB-C0E124350091}"/>
                    </a:ext>
                  </a:extLst>
                </p:cNvPr>
                <p:cNvSpPr>
                  <a:spLocks noChangeShapeType="1"/>
                </p:cNvSpPr>
                <p:nvPr/>
              </p:nvSpPr>
              <p:spPr bwMode="auto">
                <a:xfrm flipH="1">
                  <a:off x="3502" y="2348"/>
                  <a:ext cx="427" cy="0"/>
                </a:xfrm>
                <a:prstGeom prst="line">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4" name="Line 30">
                  <a:extLst>
                    <a:ext uri="{FF2B5EF4-FFF2-40B4-BE49-F238E27FC236}">
                      <a16:creationId xmlns:a16="http://schemas.microsoft.com/office/drawing/2014/main" id="{EE3B7C21-1995-5A3C-2CA1-DE0E177D9DA1}"/>
                    </a:ext>
                  </a:extLst>
                </p:cNvPr>
                <p:cNvSpPr>
                  <a:spLocks noChangeShapeType="1"/>
                </p:cNvSpPr>
                <p:nvPr/>
              </p:nvSpPr>
              <p:spPr bwMode="auto">
                <a:xfrm>
                  <a:off x="3716" y="1900"/>
                  <a:ext cx="0" cy="263"/>
                </a:xfrm>
                <a:prstGeom prst="lin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5" name="Freeform 31">
                  <a:extLst>
                    <a:ext uri="{FF2B5EF4-FFF2-40B4-BE49-F238E27FC236}">
                      <a16:creationId xmlns:a16="http://schemas.microsoft.com/office/drawing/2014/main" id="{2C832227-FF29-7C75-4D44-0FA3BD6E1AF6}"/>
                    </a:ext>
                  </a:extLst>
                </p:cNvPr>
                <p:cNvSpPr>
                  <a:spLocks/>
                </p:cNvSpPr>
                <p:nvPr/>
              </p:nvSpPr>
              <p:spPr bwMode="auto">
                <a:xfrm>
                  <a:off x="3635" y="2092"/>
                  <a:ext cx="162" cy="81"/>
                </a:xfrm>
                <a:custGeom>
                  <a:avLst/>
                  <a:gdLst>
                    <a:gd name="T0" fmla="*/ 162 w 162"/>
                    <a:gd name="T1" fmla="*/ 0 h 81"/>
                    <a:gd name="T2" fmla="*/ 81 w 162"/>
                    <a:gd name="T3" fmla="*/ 81 h 81"/>
                    <a:gd name="T4" fmla="*/ 0 w 162"/>
                    <a:gd name="T5" fmla="*/ 0 h 81"/>
                  </a:gdLst>
                  <a:ahLst/>
                  <a:cxnLst>
                    <a:cxn ang="0">
                      <a:pos x="T0" y="T1"/>
                    </a:cxn>
                    <a:cxn ang="0">
                      <a:pos x="T2" y="T3"/>
                    </a:cxn>
                    <a:cxn ang="0">
                      <a:pos x="T4" y="T5"/>
                    </a:cxn>
                  </a:cxnLst>
                  <a:rect l="0" t="0" r="r" b="b"/>
                  <a:pathLst>
                    <a:path w="162" h="81">
                      <a:moveTo>
                        <a:pt x="162" y="0"/>
                      </a:moveTo>
                      <a:lnTo>
                        <a:pt x="81" y="81"/>
                      </a:lnTo>
                      <a:lnTo>
                        <a:pt x="0" y="0"/>
                      </a:ln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grpSp>
        <p:nvGrpSpPr>
          <p:cNvPr id="51" name="Group 50">
            <a:extLst>
              <a:ext uri="{FF2B5EF4-FFF2-40B4-BE49-F238E27FC236}">
                <a16:creationId xmlns:a16="http://schemas.microsoft.com/office/drawing/2014/main" id="{E8F5BF08-9C1F-6449-8035-DA0371E5F902}"/>
              </a:ext>
            </a:extLst>
          </p:cNvPr>
          <p:cNvGrpSpPr/>
          <p:nvPr/>
        </p:nvGrpSpPr>
        <p:grpSpPr>
          <a:xfrm>
            <a:off x="7393616" y="3140694"/>
            <a:ext cx="2041995" cy="2768435"/>
            <a:chOff x="7130810" y="3140694"/>
            <a:chExt cx="2041995" cy="2768435"/>
          </a:xfrm>
        </p:grpSpPr>
        <p:sp>
          <p:nvSpPr>
            <p:cNvPr id="12" name="Rectangle 11">
              <a:extLst>
                <a:ext uri="{FF2B5EF4-FFF2-40B4-BE49-F238E27FC236}">
                  <a16:creationId xmlns:a16="http://schemas.microsoft.com/office/drawing/2014/main" id="{6D559378-38C4-DAA9-0773-110C74CCA69F}"/>
                </a:ext>
              </a:extLst>
            </p:cNvPr>
            <p:cNvSpPr/>
            <p:nvPr/>
          </p:nvSpPr>
          <p:spPr>
            <a:xfrm>
              <a:off x="7208378" y="4334782"/>
              <a:ext cx="1886860" cy="155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01B43B24-C4C6-06F2-30DA-2F5726D425E9}"/>
                </a:ext>
              </a:extLst>
            </p:cNvPr>
            <p:cNvGrpSpPr/>
            <p:nvPr/>
          </p:nvGrpSpPr>
          <p:grpSpPr>
            <a:xfrm>
              <a:off x="7130810" y="3140694"/>
              <a:ext cx="2041995" cy="2768435"/>
              <a:chOff x="7130810" y="3140694"/>
              <a:chExt cx="2041995" cy="2768435"/>
            </a:xfrm>
          </p:grpSpPr>
          <p:sp>
            <p:nvSpPr>
              <p:cNvPr id="83" name="Rectangle 82">
                <a:extLst>
                  <a:ext uri="{FF2B5EF4-FFF2-40B4-BE49-F238E27FC236}">
                    <a16:creationId xmlns:a16="http://schemas.microsoft.com/office/drawing/2014/main" id="{B13592C3-0105-05D0-1A5C-597594BC9DDA}"/>
                  </a:ext>
                </a:extLst>
              </p:cNvPr>
              <p:cNvSpPr/>
              <p:nvPr/>
            </p:nvSpPr>
            <p:spPr>
              <a:xfrm>
                <a:off x="7130810" y="4626577"/>
                <a:ext cx="2041995" cy="128255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Bef>
                    <a:spcPts val="600"/>
                  </a:spcBef>
                </a:pPr>
                <a:r>
                  <a:rPr lang="en-US" sz="1600" dirty="0">
                    <a:solidFill>
                      <a:schemeClr val="accent1"/>
                    </a:solidFill>
                  </a:rPr>
                  <a:t>Lorem Ipsum is simply dummy text of the printing and typesetting industry.</a:t>
                </a:r>
              </a:p>
            </p:txBody>
          </p:sp>
          <p:sp>
            <p:nvSpPr>
              <p:cNvPr id="7" name="Rectangle 6">
                <a:extLst>
                  <a:ext uri="{FF2B5EF4-FFF2-40B4-BE49-F238E27FC236}">
                    <a16:creationId xmlns:a16="http://schemas.microsoft.com/office/drawing/2014/main" id="{992B86CB-B7D3-1111-4D86-E49D880CB69E}"/>
                  </a:ext>
                </a:extLst>
              </p:cNvPr>
              <p:cNvSpPr/>
              <p:nvPr/>
            </p:nvSpPr>
            <p:spPr>
              <a:xfrm>
                <a:off x="7130810" y="4138391"/>
                <a:ext cx="2041995" cy="36933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lgn="ctr">
                  <a:spcBef>
                    <a:spcPts val="600"/>
                  </a:spcBef>
                </a:pPr>
                <a:r>
                  <a:rPr lang="en-US" b="1" dirty="0">
                    <a:solidFill>
                      <a:schemeClr val="accent2"/>
                    </a:solidFill>
                    <a:latin typeface="+mj-lt"/>
                  </a:rPr>
                  <a:t>Lorem Ipsum</a:t>
                </a:r>
              </a:p>
            </p:txBody>
          </p:sp>
          <p:grpSp>
            <p:nvGrpSpPr>
              <p:cNvPr id="96" name="Group 34">
                <a:extLst>
                  <a:ext uri="{FF2B5EF4-FFF2-40B4-BE49-F238E27FC236}">
                    <a16:creationId xmlns:a16="http://schemas.microsoft.com/office/drawing/2014/main" id="{782593F2-F40D-1A99-B65A-6089886AF169}"/>
                  </a:ext>
                </a:extLst>
              </p:cNvPr>
              <p:cNvGrpSpPr>
                <a:grpSpLocks noChangeAspect="1"/>
              </p:cNvGrpSpPr>
              <p:nvPr/>
            </p:nvGrpSpPr>
            <p:grpSpPr bwMode="auto">
              <a:xfrm>
                <a:off x="7657100" y="3140694"/>
                <a:ext cx="995776" cy="900694"/>
                <a:chOff x="4849" y="1897"/>
                <a:chExt cx="576" cy="521"/>
              </a:xfrm>
            </p:grpSpPr>
            <p:sp>
              <p:nvSpPr>
                <p:cNvPr id="98" name="Rectangle 35">
                  <a:extLst>
                    <a:ext uri="{FF2B5EF4-FFF2-40B4-BE49-F238E27FC236}">
                      <a16:creationId xmlns:a16="http://schemas.microsoft.com/office/drawing/2014/main" id="{E7E93CD1-DCD4-0C8C-7B5E-4D55D1CEE401}"/>
                    </a:ext>
                  </a:extLst>
                </p:cNvPr>
                <p:cNvSpPr>
                  <a:spLocks noChangeArrowheads="1"/>
                </p:cNvSpPr>
                <p:nvPr/>
              </p:nvSpPr>
              <p:spPr bwMode="auto">
                <a:xfrm>
                  <a:off x="4849" y="2219"/>
                  <a:ext cx="71" cy="172"/>
                </a:xfrm>
                <a:prstGeom prst="rect">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9" name="Freeform 36">
                  <a:extLst>
                    <a:ext uri="{FF2B5EF4-FFF2-40B4-BE49-F238E27FC236}">
                      <a16:creationId xmlns:a16="http://schemas.microsoft.com/office/drawing/2014/main" id="{BCA2A629-AAD2-FCFB-CF30-85409A88E170}"/>
                    </a:ext>
                  </a:extLst>
                </p:cNvPr>
                <p:cNvSpPr>
                  <a:spLocks/>
                </p:cNvSpPr>
                <p:nvPr/>
              </p:nvSpPr>
              <p:spPr bwMode="auto">
                <a:xfrm>
                  <a:off x="4924" y="2144"/>
                  <a:ext cx="501" cy="274"/>
                </a:xfrm>
                <a:custGeom>
                  <a:avLst/>
                  <a:gdLst>
                    <a:gd name="T0" fmla="*/ 46 w 114"/>
                    <a:gd name="T1" fmla="*/ 28 h 62"/>
                    <a:gd name="T2" fmla="*/ 60 w 114"/>
                    <a:gd name="T3" fmla="*/ 37 h 62"/>
                    <a:gd name="T4" fmla="*/ 71 w 114"/>
                    <a:gd name="T5" fmla="*/ 34 h 62"/>
                    <a:gd name="T6" fmla="*/ 71 w 114"/>
                    <a:gd name="T7" fmla="*/ 34 h 62"/>
                    <a:gd name="T8" fmla="*/ 69 w 114"/>
                    <a:gd name="T9" fmla="*/ 23 h 62"/>
                    <a:gd name="T10" fmla="*/ 47 w 114"/>
                    <a:gd name="T11" fmla="*/ 9 h 62"/>
                    <a:gd name="T12" fmla="*/ 18 w 114"/>
                    <a:gd name="T13" fmla="*/ 12 h 62"/>
                    <a:gd name="T14" fmla="*/ 0 w 114"/>
                    <a:gd name="T15" fmla="*/ 24 h 62"/>
                    <a:gd name="T16" fmla="*/ 0 w 114"/>
                    <a:gd name="T17" fmla="*/ 52 h 62"/>
                    <a:gd name="T18" fmla="*/ 24 w 114"/>
                    <a:gd name="T19" fmla="*/ 39 h 62"/>
                    <a:gd name="T20" fmla="*/ 50 w 114"/>
                    <a:gd name="T21" fmla="*/ 55 h 62"/>
                    <a:gd name="T22" fmla="*/ 68 w 114"/>
                    <a:gd name="T23" fmla="*/ 58 h 62"/>
                    <a:gd name="T24" fmla="*/ 76 w 114"/>
                    <a:gd name="T25" fmla="*/ 53 h 62"/>
                    <a:gd name="T26" fmla="*/ 108 w 114"/>
                    <a:gd name="T27" fmla="*/ 30 h 62"/>
                    <a:gd name="T28" fmla="*/ 112 w 114"/>
                    <a:gd name="T29" fmla="*/ 20 h 62"/>
                    <a:gd name="T30" fmla="*/ 112 w 114"/>
                    <a:gd name="T31" fmla="*/ 20 h 62"/>
                    <a:gd name="T32" fmla="*/ 102 w 114"/>
                    <a:gd name="T33" fmla="*/ 17 h 62"/>
                    <a:gd name="T34" fmla="*/ 73 w 114"/>
                    <a:gd name="T35"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4" h="62">
                      <a:moveTo>
                        <a:pt x="46" y="28"/>
                      </a:moveTo>
                      <a:cubicBezTo>
                        <a:pt x="60" y="37"/>
                        <a:pt x="60" y="37"/>
                        <a:pt x="60" y="37"/>
                      </a:cubicBezTo>
                      <a:cubicBezTo>
                        <a:pt x="63" y="39"/>
                        <a:pt x="69" y="38"/>
                        <a:pt x="71" y="34"/>
                      </a:cubicBezTo>
                      <a:cubicBezTo>
                        <a:pt x="71" y="34"/>
                        <a:pt x="71" y="34"/>
                        <a:pt x="71" y="34"/>
                      </a:cubicBezTo>
                      <a:cubicBezTo>
                        <a:pt x="74" y="30"/>
                        <a:pt x="73" y="25"/>
                        <a:pt x="69" y="23"/>
                      </a:cubicBezTo>
                      <a:cubicBezTo>
                        <a:pt x="47" y="9"/>
                        <a:pt x="47" y="9"/>
                        <a:pt x="47" y="9"/>
                      </a:cubicBezTo>
                      <a:cubicBezTo>
                        <a:pt x="47" y="9"/>
                        <a:pt x="38" y="0"/>
                        <a:pt x="18" y="12"/>
                      </a:cubicBezTo>
                      <a:cubicBezTo>
                        <a:pt x="0" y="24"/>
                        <a:pt x="0" y="24"/>
                        <a:pt x="0" y="24"/>
                      </a:cubicBezTo>
                      <a:cubicBezTo>
                        <a:pt x="0" y="52"/>
                        <a:pt x="0" y="52"/>
                        <a:pt x="0" y="52"/>
                      </a:cubicBezTo>
                      <a:cubicBezTo>
                        <a:pt x="24" y="39"/>
                        <a:pt x="24" y="39"/>
                        <a:pt x="24" y="39"/>
                      </a:cubicBezTo>
                      <a:cubicBezTo>
                        <a:pt x="24" y="39"/>
                        <a:pt x="40" y="48"/>
                        <a:pt x="50" y="55"/>
                      </a:cubicBezTo>
                      <a:cubicBezTo>
                        <a:pt x="59" y="62"/>
                        <a:pt x="68" y="58"/>
                        <a:pt x="68" y="58"/>
                      </a:cubicBezTo>
                      <a:cubicBezTo>
                        <a:pt x="76" y="53"/>
                        <a:pt x="76" y="53"/>
                        <a:pt x="76" y="53"/>
                      </a:cubicBezTo>
                      <a:cubicBezTo>
                        <a:pt x="108" y="30"/>
                        <a:pt x="108" y="30"/>
                        <a:pt x="108" y="30"/>
                      </a:cubicBezTo>
                      <a:cubicBezTo>
                        <a:pt x="112" y="28"/>
                        <a:pt x="114" y="23"/>
                        <a:pt x="112" y="20"/>
                      </a:cubicBezTo>
                      <a:cubicBezTo>
                        <a:pt x="112" y="20"/>
                        <a:pt x="112" y="20"/>
                        <a:pt x="112" y="20"/>
                      </a:cubicBezTo>
                      <a:cubicBezTo>
                        <a:pt x="110" y="16"/>
                        <a:pt x="106" y="15"/>
                        <a:pt x="102" y="17"/>
                      </a:cubicBezTo>
                      <a:cubicBezTo>
                        <a:pt x="73" y="30"/>
                        <a:pt x="73" y="30"/>
                        <a:pt x="73" y="30"/>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0" name="Oval 37">
                  <a:extLst>
                    <a:ext uri="{FF2B5EF4-FFF2-40B4-BE49-F238E27FC236}">
                      <a16:creationId xmlns:a16="http://schemas.microsoft.com/office/drawing/2014/main" id="{9F39BA2E-9168-662A-EFFF-2B1114E1DE9A}"/>
                    </a:ext>
                  </a:extLst>
                </p:cNvPr>
                <p:cNvSpPr>
                  <a:spLocks noChangeArrowheads="1"/>
                </p:cNvSpPr>
                <p:nvPr/>
              </p:nvSpPr>
              <p:spPr bwMode="auto">
                <a:xfrm>
                  <a:off x="5117" y="1897"/>
                  <a:ext cx="229" cy="234"/>
                </a:xfrm>
                <a:prstGeom prst="ellips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1" name="Freeform 38">
                  <a:extLst>
                    <a:ext uri="{FF2B5EF4-FFF2-40B4-BE49-F238E27FC236}">
                      <a16:creationId xmlns:a16="http://schemas.microsoft.com/office/drawing/2014/main" id="{3E155120-6AD5-F8F9-96F8-E610B43DE452}"/>
                    </a:ext>
                  </a:extLst>
                </p:cNvPr>
                <p:cNvSpPr>
                  <a:spLocks/>
                </p:cNvSpPr>
                <p:nvPr/>
              </p:nvSpPr>
              <p:spPr bwMode="auto">
                <a:xfrm>
                  <a:off x="5192" y="1950"/>
                  <a:ext cx="88" cy="128"/>
                </a:xfrm>
                <a:custGeom>
                  <a:avLst/>
                  <a:gdLst>
                    <a:gd name="T0" fmla="*/ 17 w 20"/>
                    <a:gd name="T1" fmla="*/ 7 h 29"/>
                    <a:gd name="T2" fmla="*/ 9 w 20"/>
                    <a:gd name="T3" fmla="*/ 1 h 29"/>
                    <a:gd name="T4" fmla="*/ 4 w 20"/>
                    <a:gd name="T5" fmla="*/ 13 h 29"/>
                    <a:gd name="T6" fmla="*/ 0 w 20"/>
                    <a:gd name="T7" fmla="*/ 28 h 29"/>
                    <a:gd name="T8" fmla="*/ 10 w 20"/>
                    <a:gd name="T9" fmla="*/ 27 h 29"/>
                    <a:gd name="T10" fmla="*/ 20 w 20"/>
                    <a:gd name="T11" fmla="*/ 26 h 29"/>
                  </a:gdLst>
                  <a:ahLst/>
                  <a:cxnLst>
                    <a:cxn ang="0">
                      <a:pos x="T0" y="T1"/>
                    </a:cxn>
                    <a:cxn ang="0">
                      <a:pos x="T2" y="T3"/>
                    </a:cxn>
                    <a:cxn ang="0">
                      <a:pos x="T4" y="T5"/>
                    </a:cxn>
                    <a:cxn ang="0">
                      <a:pos x="T6" y="T7"/>
                    </a:cxn>
                    <a:cxn ang="0">
                      <a:pos x="T8" y="T9"/>
                    </a:cxn>
                    <a:cxn ang="0">
                      <a:pos x="T10" y="T11"/>
                    </a:cxn>
                  </a:cxnLst>
                  <a:rect l="0" t="0" r="r" b="b"/>
                  <a:pathLst>
                    <a:path w="20" h="29">
                      <a:moveTo>
                        <a:pt x="17" y="7"/>
                      </a:moveTo>
                      <a:cubicBezTo>
                        <a:pt x="17" y="7"/>
                        <a:pt x="17" y="0"/>
                        <a:pt x="9" y="1"/>
                      </a:cubicBezTo>
                      <a:cubicBezTo>
                        <a:pt x="2" y="1"/>
                        <a:pt x="3" y="10"/>
                        <a:pt x="4" y="13"/>
                      </a:cubicBezTo>
                      <a:cubicBezTo>
                        <a:pt x="5" y="16"/>
                        <a:pt x="6" y="21"/>
                        <a:pt x="0" y="28"/>
                      </a:cubicBezTo>
                      <a:cubicBezTo>
                        <a:pt x="0" y="28"/>
                        <a:pt x="4" y="26"/>
                        <a:pt x="10" y="27"/>
                      </a:cubicBezTo>
                      <a:cubicBezTo>
                        <a:pt x="16" y="29"/>
                        <a:pt x="19" y="27"/>
                        <a:pt x="20" y="26"/>
                      </a:cubicBez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2" name="Line 39">
                  <a:extLst>
                    <a:ext uri="{FF2B5EF4-FFF2-40B4-BE49-F238E27FC236}">
                      <a16:creationId xmlns:a16="http://schemas.microsoft.com/office/drawing/2014/main" id="{841D9A6C-A766-352B-426F-0181B639227F}"/>
                    </a:ext>
                  </a:extLst>
                </p:cNvPr>
                <p:cNvSpPr>
                  <a:spLocks noChangeShapeType="1"/>
                </p:cNvSpPr>
                <p:nvPr/>
              </p:nvSpPr>
              <p:spPr bwMode="auto">
                <a:xfrm flipH="1">
                  <a:off x="5179" y="2016"/>
                  <a:ext cx="79" cy="0"/>
                </a:xfrm>
                <a:prstGeom prst="lin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cxnSp>
        <p:nvCxnSpPr>
          <p:cNvPr id="114" name="Straight Connector 113">
            <a:extLst>
              <a:ext uri="{FF2B5EF4-FFF2-40B4-BE49-F238E27FC236}">
                <a16:creationId xmlns:a16="http://schemas.microsoft.com/office/drawing/2014/main" id="{17A6DCD6-2E31-C989-4534-44F14AC4DF2A}"/>
              </a:ext>
            </a:extLst>
          </p:cNvPr>
          <p:cNvCxnSpPr/>
          <p:nvPr/>
        </p:nvCxnSpPr>
        <p:spPr>
          <a:xfrm>
            <a:off x="2570766" y="3140069"/>
            <a:ext cx="0" cy="276906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E6FC9F9-7468-52BC-76FB-1F0B2591D27C}"/>
              </a:ext>
            </a:extLst>
          </p:cNvPr>
          <p:cNvCxnSpPr/>
          <p:nvPr/>
        </p:nvCxnSpPr>
        <p:spPr>
          <a:xfrm>
            <a:off x="4908305" y="3140069"/>
            <a:ext cx="0" cy="276906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2893E27-C65C-5269-8295-D72684AA081D}"/>
              </a:ext>
            </a:extLst>
          </p:cNvPr>
          <p:cNvCxnSpPr/>
          <p:nvPr/>
        </p:nvCxnSpPr>
        <p:spPr>
          <a:xfrm>
            <a:off x="7245844" y="3140069"/>
            <a:ext cx="0" cy="276906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5621C543-7BCC-797B-A955-74F6A79DAD18}"/>
              </a:ext>
            </a:extLst>
          </p:cNvPr>
          <p:cNvCxnSpPr/>
          <p:nvPr/>
        </p:nvCxnSpPr>
        <p:spPr>
          <a:xfrm>
            <a:off x="9583383" y="3140069"/>
            <a:ext cx="0" cy="276906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a:extLst>
              <a:ext uri="{FF2B5EF4-FFF2-40B4-BE49-F238E27FC236}">
                <a16:creationId xmlns:a16="http://schemas.microsoft.com/office/drawing/2014/main" id="{F27C6B5B-61D8-72AE-04A5-CDE7ACBBCB87}"/>
              </a:ext>
            </a:extLst>
          </p:cNvPr>
          <p:cNvGrpSpPr/>
          <p:nvPr/>
        </p:nvGrpSpPr>
        <p:grpSpPr>
          <a:xfrm>
            <a:off x="375920" y="1406208"/>
            <a:ext cx="1102360" cy="1102360"/>
            <a:chOff x="375920" y="1406208"/>
            <a:chExt cx="1102360" cy="1102360"/>
          </a:xfrm>
        </p:grpSpPr>
        <p:sp>
          <p:nvSpPr>
            <p:cNvPr id="58" name="Oval 57">
              <a:extLst>
                <a:ext uri="{FF2B5EF4-FFF2-40B4-BE49-F238E27FC236}">
                  <a16:creationId xmlns:a16="http://schemas.microsoft.com/office/drawing/2014/main" id="{6E248794-0C1D-4B10-6FF8-260CDC5C805E}"/>
                </a:ext>
              </a:extLst>
            </p:cNvPr>
            <p:cNvSpPr/>
            <p:nvPr/>
          </p:nvSpPr>
          <p:spPr>
            <a:xfrm>
              <a:off x="375920" y="1406208"/>
              <a:ext cx="1102360" cy="11023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Gothic"/>
                <a:ea typeface="+mn-ea"/>
                <a:cs typeface="+mn-cs"/>
              </a:endParaRPr>
            </a:p>
          </p:txBody>
        </p:sp>
        <p:grpSp>
          <p:nvGrpSpPr>
            <p:cNvPr id="59" name="Group 4">
              <a:extLst>
                <a:ext uri="{FF2B5EF4-FFF2-40B4-BE49-F238E27FC236}">
                  <a16:creationId xmlns:a16="http://schemas.microsoft.com/office/drawing/2014/main" id="{31BC4101-56E2-540A-ACD1-11D9B62CFD83}"/>
                </a:ext>
              </a:extLst>
            </p:cNvPr>
            <p:cNvGrpSpPr>
              <a:grpSpLocks noChangeAspect="1"/>
            </p:cNvGrpSpPr>
            <p:nvPr/>
          </p:nvGrpSpPr>
          <p:grpSpPr bwMode="auto">
            <a:xfrm>
              <a:off x="607922" y="1588997"/>
              <a:ext cx="638356" cy="652417"/>
              <a:chOff x="405" y="971"/>
              <a:chExt cx="454" cy="464"/>
            </a:xfrm>
          </p:grpSpPr>
          <p:sp>
            <p:nvSpPr>
              <p:cNvPr id="60" name="Freeform 5">
                <a:extLst>
                  <a:ext uri="{FF2B5EF4-FFF2-40B4-BE49-F238E27FC236}">
                    <a16:creationId xmlns:a16="http://schemas.microsoft.com/office/drawing/2014/main" id="{E6F634F4-A91A-217C-6167-248A9C6B63AE}"/>
                  </a:ext>
                </a:extLst>
              </p:cNvPr>
              <p:cNvSpPr>
                <a:spLocks/>
              </p:cNvSpPr>
              <p:nvPr/>
            </p:nvSpPr>
            <p:spPr bwMode="auto">
              <a:xfrm>
                <a:off x="405" y="1103"/>
                <a:ext cx="157" cy="254"/>
              </a:xfrm>
              <a:custGeom>
                <a:avLst/>
                <a:gdLst>
                  <a:gd name="T0" fmla="*/ 25 w 44"/>
                  <a:gd name="T1" fmla="*/ 48 h 71"/>
                  <a:gd name="T2" fmla="*/ 14 w 44"/>
                  <a:gd name="T3" fmla="*/ 38 h 71"/>
                  <a:gd name="T4" fmla="*/ 14 w 44"/>
                  <a:gd name="T5" fmla="*/ 31 h 71"/>
                  <a:gd name="T6" fmla="*/ 14 w 44"/>
                  <a:gd name="T7" fmla="*/ 31 h 71"/>
                  <a:gd name="T8" fmla="*/ 19 w 44"/>
                  <a:gd name="T9" fmla="*/ 31 h 71"/>
                  <a:gd name="T10" fmla="*/ 35 w 44"/>
                  <a:gd name="T11" fmla="*/ 40 h 71"/>
                  <a:gd name="T12" fmla="*/ 44 w 44"/>
                  <a:gd name="T13" fmla="*/ 56 h 71"/>
                  <a:gd name="T14" fmla="*/ 44 w 44"/>
                  <a:gd name="T15" fmla="*/ 71 h 71"/>
                  <a:gd name="T16" fmla="*/ 25 w 44"/>
                  <a:gd name="T17" fmla="*/ 71 h 71"/>
                  <a:gd name="T18" fmla="*/ 17 w 44"/>
                  <a:gd name="T19" fmla="*/ 58 h 71"/>
                  <a:gd name="T20" fmla="*/ 15 w 44"/>
                  <a:gd name="T21" fmla="*/ 57 h 71"/>
                  <a:gd name="T22" fmla="*/ 0 w 44"/>
                  <a:gd name="T23" fmla="*/ 28 h 71"/>
                  <a:gd name="T24" fmla="*/ 0 w 44"/>
                  <a:gd name="T25" fmla="*/ 2 h 71"/>
                  <a:gd name="T26" fmla="*/ 2 w 44"/>
                  <a:gd name="T27" fmla="*/ 0 h 71"/>
                  <a:gd name="T28" fmla="*/ 10 w 44"/>
                  <a:gd name="T29" fmla="*/ 7 h 71"/>
                  <a:gd name="T30" fmla="*/ 12 w 44"/>
                  <a:gd name="T31" fmla="*/ 2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71">
                    <a:moveTo>
                      <a:pt x="25" y="48"/>
                    </a:moveTo>
                    <a:cubicBezTo>
                      <a:pt x="14" y="38"/>
                      <a:pt x="14" y="38"/>
                      <a:pt x="14" y="38"/>
                    </a:cubicBezTo>
                    <a:cubicBezTo>
                      <a:pt x="12" y="36"/>
                      <a:pt x="12" y="33"/>
                      <a:pt x="14" y="31"/>
                    </a:cubicBezTo>
                    <a:cubicBezTo>
                      <a:pt x="14" y="31"/>
                      <a:pt x="14" y="31"/>
                      <a:pt x="14" y="31"/>
                    </a:cubicBezTo>
                    <a:cubicBezTo>
                      <a:pt x="15" y="30"/>
                      <a:pt x="17" y="30"/>
                      <a:pt x="19" y="31"/>
                    </a:cubicBezTo>
                    <a:cubicBezTo>
                      <a:pt x="35" y="40"/>
                      <a:pt x="35" y="40"/>
                      <a:pt x="35" y="40"/>
                    </a:cubicBezTo>
                    <a:cubicBezTo>
                      <a:pt x="41" y="43"/>
                      <a:pt x="44" y="49"/>
                      <a:pt x="44" y="56"/>
                    </a:cubicBezTo>
                    <a:cubicBezTo>
                      <a:pt x="44" y="71"/>
                      <a:pt x="44" y="71"/>
                      <a:pt x="44" y="71"/>
                    </a:cubicBezTo>
                    <a:cubicBezTo>
                      <a:pt x="25" y="71"/>
                      <a:pt x="25" y="71"/>
                      <a:pt x="25" y="71"/>
                    </a:cubicBezTo>
                    <a:cubicBezTo>
                      <a:pt x="24" y="65"/>
                      <a:pt x="22" y="61"/>
                      <a:pt x="17" y="58"/>
                    </a:cubicBezTo>
                    <a:cubicBezTo>
                      <a:pt x="16" y="57"/>
                      <a:pt x="16" y="57"/>
                      <a:pt x="15" y="57"/>
                    </a:cubicBezTo>
                    <a:cubicBezTo>
                      <a:pt x="6" y="50"/>
                      <a:pt x="0" y="39"/>
                      <a:pt x="0" y="28"/>
                    </a:cubicBezTo>
                    <a:cubicBezTo>
                      <a:pt x="0" y="2"/>
                      <a:pt x="0" y="2"/>
                      <a:pt x="0" y="2"/>
                    </a:cubicBezTo>
                    <a:cubicBezTo>
                      <a:pt x="0" y="1"/>
                      <a:pt x="1" y="0"/>
                      <a:pt x="2" y="0"/>
                    </a:cubicBezTo>
                    <a:cubicBezTo>
                      <a:pt x="6" y="0"/>
                      <a:pt x="9" y="3"/>
                      <a:pt x="10" y="7"/>
                    </a:cubicBezTo>
                    <a:cubicBezTo>
                      <a:pt x="11" y="14"/>
                      <a:pt x="12" y="19"/>
                      <a:pt x="12" y="26"/>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1" name="Rectangle 6">
                <a:extLst>
                  <a:ext uri="{FF2B5EF4-FFF2-40B4-BE49-F238E27FC236}">
                    <a16:creationId xmlns:a16="http://schemas.microsoft.com/office/drawing/2014/main" id="{01BBE99E-167B-2037-1233-AD6B9F8FC1DD}"/>
                  </a:ext>
                </a:extLst>
              </p:cNvPr>
              <p:cNvSpPr>
                <a:spLocks noChangeArrowheads="1"/>
              </p:cNvSpPr>
              <p:nvPr/>
            </p:nvSpPr>
            <p:spPr bwMode="auto">
              <a:xfrm>
                <a:off x="473" y="1357"/>
                <a:ext cx="107" cy="78"/>
              </a:xfrm>
              <a:prstGeom prst="rect">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2" name="Freeform 7">
                <a:extLst>
                  <a:ext uri="{FF2B5EF4-FFF2-40B4-BE49-F238E27FC236}">
                    <a16:creationId xmlns:a16="http://schemas.microsoft.com/office/drawing/2014/main" id="{70B832AF-54DA-CC43-12CD-D045AE2FAB18}"/>
                  </a:ext>
                </a:extLst>
              </p:cNvPr>
              <p:cNvSpPr>
                <a:spLocks/>
              </p:cNvSpPr>
              <p:nvPr/>
            </p:nvSpPr>
            <p:spPr bwMode="auto">
              <a:xfrm>
                <a:off x="702" y="1103"/>
                <a:ext cx="157" cy="254"/>
              </a:xfrm>
              <a:custGeom>
                <a:avLst/>
                <a:gdLst>
                  <a:gd name="T0" fmla="*/ 19 w 44"/>
                  <a:gd name="T1" fmla="*/ 48 h 71"/>
                  <a:gd name="T2" fmla="*/ 30 w 44"/>
                  <a:gd name="T3" fmla="*/ 38 h 71"/>
                  <a:gd name="T4" fmla="*/ 30 w 44"/>
                  <a:gd name="T5" fmla="*/ 31 h 71"/>
                  <a:gd name="T6" fmla="*/ 30 w 44"/>
                  <a:gd name="T7" fmla="*/ 31 h 71"/>
                  <a:gd name="T8" fmla="*/ 25 w 44"/>
                  <a:gd name="T9" fmla="*/ 31 h 71"/>
                  <a:gd name="T10" fmla="*/ 9 w 44"/>
                  <a:gd name="T11" fmla="*/ 40 h 71"/>
                  <a:gd name="T12" fmla="*/ 0 w 44"/>
                  <a:gd name="T13" fmla="*/ 56 h 71"/>
                  <a:gd name="T14" fmla="*/ 0 w 44"/>
                  <a:gd name="T15" fmla="*/ 71 h 71"/>
                  <a:gd name="T16" fmla="*/ 19 w 44"/>
                  <a:gd name="T17" fmla="*/ 71 h 71"/>
                  <a:gd name="T18" fmla="*/ 27 w 44"/>
                  <a:gd name="T19" fmla="*/ 58 h 71"/>
                  <a:gd name="T20" fmla="*/ 28 w 44"/>
                  <a:gd name="T21" fmla="*/ 57 h 71"/>
                  <a:gd name="T22" fmla="*/ 44 w 44"/>
                  <a:gd name="T23" fmla="*/ 28 h 71"/>
                  <a:gd name="T24" fmla="*/ 44 w 44"/>
                  <a:gd name="T25" fmla="*/ 2 h 71"/>
                  <a:gd name="T26" fmla="*/ 42 w 44"/>
                  <a:gd name="T27" fmla="*/ 0 h 71"/>
                  <a:gd name="T28" fmla="*/ 34 w 44"/>
                  <a:gd name="T29" fmla="*/ 7 h 71"/>
                  <a:gd name="T30" fmla="*/ 31 w 44"/>
                  <a:gd name="T31" fmla="*/ 2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71">
                    <a:moveTo>
                      <a:pt x="19" y="48"/>
                    </a:moveTo>
                    <a:cubicBezTo>
                      <a:pt x="30" y="38"/>
                      <a:pt x="30" y="38"/>
                      <a:pt x="30" y="38"/>
                    </a:cubicBezTo>
                    <a:cubicBezTo>
                      <a:pt x="32" y="36"/>
                      <a:pt x="32" y="33"/>
                      <a:pt x="30" y="31"/>
                    </a:cubicBezTo>
                    <a:cubicBezTo>
                      <a:pt x="30" y="31"/>
                      <a:pt x="30" y="31"/>
                      <a:pt x="30" y="31"/>
                    </a:cubicBezTo>
                    <a:cubicBezTo>
                      <a:pt x="29" y="30"/>
                      <a:pt x="26" y="30"/>
                      <a:pt x="25" y="31"/>
                    </a:cubicBezTo>
                    <a:cubicBezTo>
                      <a:pt x="9" y="40"/>
                      <a:pt x="9" y="40"/>
                      <a:pt x="9" y="40"/>
                    </a:cubicBezTo>
                    <a:cubicBezTo>
                      <a:pt x="3" y="43"/>
                      <a:pt x="0" y="49"/>
                      <a:pt x="0" y="56"/>
                    </a:cubicBezTo>
                    <a:cubicBezTo>
                      <a:pt x="0" y="71"/>
                      <a:pt x="0" y="71"/>
                      <a:pt x="0" y="71"/>
                    </a:cubicBezTo>
                    <a:cubicBezTo>
                      <a:pt x="19" y="71"/>
                      <a:pt x="19" y="71"/>
                      <a:pt x="19" y="71"/>
                    </a:cubicBezTo>
                    <a:cubicBezTo>
                      <a:pt x="19" y="65"/>
                      <a:pt x="22" y="61"/>
                      <a:pt x="27" y="58"/>
                    </a:cubicBezTo>
                    <a:cubicBezTo>
                      <a:pt x="27" y="57"/>
                      <a:pt x="28" y="57"/>
                      <a:pt x="28" y="57"/>
                    </a:cubicBezTo>
                    <a:cubicBezTo>
                      <a:pt x="38" y="50"/>
                      <a:pt x="44" y="39"/>
                      <a:pt x="44" y="28"/>
                    </a:cubicBezTo>
                    <a:cubicBezTo>
                      <a:pt x="44" y="2"/>
                      <a:pt x="44" y="2"/>
                      <a:pt x="44" y="2"/>
                    </a:cubicBezTo>
                    <a:cubicBezTo>
                      <a:pt x="44" y="1"/>
                      <a:pt x="43" y="0"/>
                      <a:pt x="42" y="0"/>
                    </a:cubicBezTo>
                    <a:cubicBezTo>
                      <a:pt x="38" y="0"/>
                      <a:pt x="35" y="3"/>
                      <a:pt x="34" y="7"/>
                    </a:cubicBezTo>
                    <a:cubicBezTo>
                      <a:pt x="33" y="14"/>
                      <a:pt x="32" y="19"/>
                      <a:pt x="31" y="26"/>
                    </a:cubicBez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3" name="Rectangle 8">
                <a:extLst>
                  <a:ext uri="{FF2B5EF4-FFF2-40B4-BE49-F238E27FC236}">
                    <a16:creationId xmlns:a16="http://schemas.microsoft.com/office/drawing/2014/main" id="{FA6B0401-7617-CB7A-FA49-BA28778AE941}"/>
                  </a:ext>
                </a:extLst>
              </p:cNvPr>
              <p:cNvSpPr>
                <a:spLocks noChangeArrowheads="1"/>
              </p:cNvSpPr>
              <p:nvPr/>
            </p:nvSpPr>
            <p:spPr bwMode="auto">
              <a:xfrm>
                <a:off x="680" y="1357"/>
                <a:ext cx="111" cy="78"/>
              </a:xfrm>
              <a:prstGeom prst="rect">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4" name="Oval 9">
                <a:extLst>
                  <a:ext uri="{FF2B5EF4-FFF2-40B4-BE49-F238E27FC236}">
                    <a16:creationId xmlns:a16="http://schemas.microsoft.com/office/drawing/2014/main" id="{81465BB9-07BC-C876-20A6-FA41EDE10EF4}"/>
                  </a:ext>
                </a:extLst>
              </p:cNvPr>
              <p:cNvSpPr>
                <a:spLocks noChangeArrowheads="1"/>
              </p:cNvSpPr>
              <p:nvPr/>
            </p:nvSpPr>
            <p:spPr bwMode="auto">
              <a:xfrm>
                <a:off x="594" y="971"/>
                <a:ext cx="76" cy="75"/>
              </a:xfrm>
              <a:prstGeom prst="ellips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5" name="Oval 10">
                <a:extLst>
                  <a:ext uri="{FF2B5EF4-FFF2-40B4-BE49-F238E27FC236}">
                    <a16:creationId xmlns:a16="http://schemas.microsoft.com/office/drawing/2014/main" id="{393737BA-8B16-193F-CCA3-88C04BC50886}"/>
                  </a:ext>
                </a:extLst>
              </p:cNvPr>
              <p:cNvSpPr>
                <a:spLocks noChangeArrowheads="1"/>
              </p:cNvSpPr>
              <p:nvPr/>
            </p:nvSpPr>
            <p:spPr bwMode="auto">
              <a:xfrm>
                <a:off x="505" y="1024"/>
                <a:ext cx="53" cy="54"/>
              </a:xfrm>
              <a:prstGeom prst="ellips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6" name="Oval 11">
                <a:extLst>
                  <a:ext uri="{FF2B5EF4-FFF2-40B4-BE49-F238E27FC236}">
                    <a16:creationId xmlns:a16="http://schemas.microsoft.com/office/drawing/2014/main" id="{D344B8ED-B1D6-BE46-3713-D696D8D9CEFF}"/>
                  </a:ext>
                </a:extLst>
              </p:cNvPr>
              <p:cNvSpPr>
                <a:spLocks noChangeArrowheads="1"/>
              </p:cNvSpPr>
              <p:nvPr/>
            </p:nvSpPr>
            <p:spPr bwMode="auto">
              <a:xfrm>
                <a:off x="702" y="1024"/>
                <a:ext cx="57" cy="54"/>
              </a:xfrm>
              <a:prstGeom prst="ellips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sp>
            <p:nvSpPr>
              <p:cNvPr id="67" name="Freeform 12">
                <a:extLst>
                  <a:ext uri="{FF2B5EF4-FFF2-40B4-BE49-F238E27FC236}">
                    <a16:creationId xmlns:a16="http://schemas.microsoft.com/office/drawing/2014/main" id="{6185A5E7-CD0A-A292-5EC4-68AB65C8A957}"/>
                  </a:ext>
                </a:extLst>
              </p:cNvPr>
              <p:cNvSpPr>
                <a:spLocks/>
              </p:cNvSpPr>
              <p:nvPr/>
            </p:nvSpPr>
            <p:spPr bwMode="auto">
              <a:xfrm>
                <a:off x="483" y="1060"/>
                <a:ext cx="298" cy="132"/>
              </a:xfrm>
              <a:custGeom>
                <a:avLst/>
                <a:gdLst>
                  <a:gd name="T0" fmla="*/ 0 w 83"/>
                  <a:gd name="T1" fmla="*/ 37 h 37"/>
                  <a:gd name="T2" fmla="*/ 0 w 83"/>
                  <a:gd name="T3" fmla="*/ 23 h 37"/>
                  <a:gd name="T4" fmla="*/ 14 w 83"/>
                  <a:gd name="T5" fmla="*/ 9 h 37"/>
                  <a:gd name="T6" fmla="*/ 14 w 83"/>
                  <a:gd name="T7" fmla="*/ 9 h 37"/>
                  <a:gd name="T8" fmla="*/ 27 w 83"/>
                  <a:gd name="T9" fmla="*/ 23 h 37"/>
                  <a:gd name="T10" fmla="*/ 27 w 83"/>
                  <a:gd name="T11" fmla="*/ 35 h 37"/>
                  <a:gd name="T12" fmla="*/ 25 w 83"/>
                  <a:gd name="T13" fmla="*/ 37 h 37"/>
                  <a:gd name="T14" fmla="*/ 25 w 83"/>
                  <a:gd name="T15" fmla="*/ 37 h 37"/>
                  <a:gd name="T16" fmla="*/ 23 w 83"/>
                  <a:gd name="T17" fmla="*/ 35 h 37"/>
                  <a:gd name="T18" fmla="*/ 23 w 83"/>
                  <a:gd name="T19" fmla="*/ 19 h 37"/>
                  <a:gd name="T20" fmla="*/ 41 w 83"/>
                  <a:gd name="T21" fmla="*/ 0 h 37"/>
                  <a:gd name="T22" fmla="*/ 41 w 83"/>
                  <a:gd name="T23" fmla="*/ 0 h 37"/>
                  <a:gd name="T24" fmla="*/ 60 w 83"/>
                  <a:gd name="T25" fmla="*/ 19 h 37"/>
                  <a:gd name="T26" fmla="*/ 60 w 83"/>
                  <a:gd name="T27" fmla="*/ 34 h 37"/>
                  <a:gd name="T28" fmla="*/ 57 w 83"/>
                  <a:gd name="T29" fmla="*/ 37 h 37"/>
                  <a:gd name="T30" fmla="*/ 57 w 83"/>
                  <a:gd name="T31" fmla="*/ 37 h 37"/>
                  <a:gd name="T32" fmla="*/ 55 w 83"/>
                  <a:gd name="T33" fmla="*/ 34 h 37"/>
                  <a:gd name="T34" fmla="*/ 55 w 83"/>
                  <a:gd name="T35" fmla="*/ 23 h 37"/>
                  <a:gd name="T36" fmla="*/ 69 w 83"/>
                  <a:gd name="T37" fmla="*/ 9 h 37"/>
                  <a:gd name="T38" fmla="*/ 69 w 83"/>
                  <a:gd name="T39" fmla="*/ 9 h 37"/>
                  <a:gd name="T40" fmla="*/ 83 w 83"/>
                  <a:gd name="T41" fmla="*/ 23 h 37"/>
                  <a:gd name="T42" fmla="*/ 83 w 83"/>
                  <a:gd name="T43"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3" h="37">
                    <a:moveTo>
                      <a:pt x="0" y="37"/>
                    </a:moveTo>
                    <a:cubicBezTo>
                      <a:pt x="0" y="23"/>
                      <a:pt x="0" y="23"/>
                      <a:pt x="0" y="23"/>
                    </a:cubicBezTo>
                    <a:cubicBezTo>
                      <a:pt x="0" y="15"/>
                      <a:pt x="6" y="9"/>
                      <a:pt x="14" y="9"/>
                    </a:cubicBezTo>
                    <a:cubicBezTo>
                      <a:pt x="14" y="9"/>
                      <a:pt x="14" y="9"/>
                      <a:pt x="14" y="9"/>
                    </a:cubicBezTo>
                    <a:cubicBezTo>
                      <a:pt x="21" y="9"/>
                      <a:pt x="27" y="15"/>
                      <a:pt x="27" y="23"/>
                    </a:cubicBezTo>
                    <a:cubicBezTo>
                      <a:pt x="27" y="35"/>
                      <a:pt x="27" y="35"/>
                      <a:pt x="27" y="35"/>
                    </a:cubicBezTo>
                    <a:cubicBezTo>
                      <a:pt x="27" y="36"/>
                      <a:pt x="26" y="37"/>
                      <a:pt x="25" y="37"/>
                    </a:cubicBezTo>
                    <a:cubicBezTo>
                      <a:pt x="25" y="37"/>
                      <a:pt x="25" y="37"/>
                      <a:pt x="25" y="37"/>
                    </a:cubicBezTo>
                    <a:cubicBezTo>
                      <a:pt x="24" y="37"/>
                      <a:pt x="23" y="36"/>
                      <a:pt x="23" y="35"/>
                    </a:cubicBezTo>
                    <a:cubicBezTo>
                      <a:pt x="23" y="19"/>
                      <a:pt x="23" y="19"/>
                      <a:pt x="23" y="19"/>
                    </a:cubicBezTo>
                    <a:cubicBezTo>
                      <a:pt x="23" y="9"/>
                      <a:pt x="31" y="0"/>
                      <a:pt x="41" y="0"/>
                    </a:cubicBezTo>
                    <a:cubicBezTo>
                      <a:pt x="41" y="0"/>
                      <a:pt x="41" y="0"/>
                      <a:pt x="41" y="0"/>
                    </a:cubicBezTo>
                    <a:cubicBezTo>
                      <a:pt x="51" y="0"/>
                      <a:pt x="60" y="9"/>
                      <a:pt x="60" y="19"/>
                    </a:cubicBezTo>
                    <a:cubicBezTo>
                      <a:pt x="60" y="34"/>
                      <a:pt x="60" y="34"/>
                      <a:pt x="60" y="34"/>
                    </a:cubicBezTo>
                    <a:cubicBezTo>
                      <a:pt x="60" y="36"/>
                      <a:pt x="59" y="37"/>
                      <a:pt x="57" y="37"/>
                    </a:cubicBezTo>
                    <a:cubicBezTo>
                      <a:pt x="57" y="37"/>
                      <a:pt x="57" y="37"/>
                      <a:pt x="57" y="37"/>
                    </a:cubicBezTo>
                    <a:cubicBezTo>
                      <a:pt x="56" y="37"/>
                      <a:pt x="55" y="36"/>
                      <a:pt x="55" y="34"/>
                    </a:cubicBezTo>
                    <a:cubicBezTo>
                      <a:pt x="55" y="23"/>
                      <a:pt x="55" y="23"/>
                      <a:pt x="55" y="23"/>
                    </a:cubicBezTo>
                    <a:cubicBezTo>
                      <a:pt x="55" y="15"/>
                      <a:pt x="61" y="9"/>
                      <a:pt x="69" y="9"/>
                    </a:cubicBezTo>
                    <a:cubicBezTo>
                      <a:pt x="69" y="9"/>
                      <a:pt x="69" y="9"/>
                      <a:pt x="69" y="9"/>
                    </a:cubicBezTo>
                    <a:cubicBezTo>
                      <a:pt x="77" y="9"/>
                      <a:pt x="83" y="15"/>
                      <a:pt x="83" y="23"/>
                    </a:cubicBezTo>
                    <a:cubicBezTo>
                      <a:pt x="83" y="37"/>
                      <a:pt x="83" y="37"/>
                      <a:pt x="83" y="37"/>
                    </a:cubicBezTo>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646464"/>
                  </a:solidFill>
                  <a:effectLst/>
                  <a:uLnTx/>
                  <a:uFillTx/>
                  <a:latin typeface="Century Gothic"/>
                  <a:ea typeface="+mn-ea"/>
                  <a:cs typeface="+mn-cs"/>
                </a:endParaRPr>
              </a:p>
            </p:txBody>
          </p:sp>
        </p:grpSp>
      </p:grpSp>
      <p:grpSp>
        <p:nvGrpSpPr>
          <p:cNvPr id="26" name="Group 25">
            <a:extLst>
              <a:ext uri="{FF2B5EF4-FFF2-40B4-BE49-F238E27FC236}">
                <a16:creationId xmlns:a16="http://schemas.microsoft.com/office/drawing/2014/main" id="{8638D4DC-ABE2-9DD6-C40D-CFA4CC5C3CF1}"/>
              </a:ext>
            </a:extLst>
          </p:cNvPr>
          <p:cNvGrpSpPr/>
          <p:nvPr/>
        </p:nvGrpSpPr>
        <p:grpSpPr>
          <a:xfrm>
            <a:off x="9731158" y="3173542"/>
            <a:ext cx="2094612" cy="2735587"/>
            <a:chOff x="9354439" y="3173542"/>
            <a:chExt cx="2094612" cy="2735587"/>
          </a:xfrm>
        </p:grpSpPr>
        <p:sp>
          <p:nvSpPr>
            <p:cNvPr id="13" name="Rectangle 12">
              <a:extLst>
                <a:ext uri="{FF2B5EF4-FFF2-40B4-BE49-F238E27FC236}">
                  <a16:creationId xmlns:a16="http://schemas.microsoft.com/office/drawing/2014/main" id="{E73FF5D3-14F6-1F39-AAAA-43D64DEA57D1}"/>
                </a:ext>
              </a:extLst>
            </p:cNvPr>
            <p:cNvSpPr/>
            <p:nvPr/>
          </p:nvSpPr>
          <p:spPr>
            <a:xfrm>
              <a:off x="9458315" y="4334782"/>
              <a:ext cx="1886860" cy="15557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F5A77649-83C0-EFA6-4B44-22889A0EDDE8}"/>
                </a:ext>
              </a:extLst>
            </p:cNvPr>
            <p:cNvSpPr/>
            <p:nvPr/>
          </p:nvSpPr>
          <p:spPr>
            <a:xfrm>
              <a:off x="9380747" y="4138391"/>
              <a:ext cx="2041995" cy="36933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algn="ctr">
                <a:spcBef>
                  <a:spcPts val="600"/>
                </a:spcBef>
              </a:pPr>
              <a:r>
                <a:rPr lang="en-US" b="1" dirty="0">
                  <a:solidFill>
                    <a:schemeClr val="accent2"/>
                  </a:solidFill>
                  <a:latin typeface="+mj-lt"/>
                </a:rPr>
                <a:t>Lorem Ipsum</a:t>
              </a:r>
            </a:p>
          </p:txBody>
        </p:sp>
        <p:grpSp>
          <p:nvGrpSpPr>
            <p:cNvPr id="103" name="Group 42">
              <a:extLst>
                <a:ext uri="{FF2B5EF4-FFF2-40B4-BE49-F238E27FC236}">
                  <a16:creationId xmlns:a16="http://schemas.microsoft.com/office/drawing/2014/main" id="{C34E91B6-B1BF-24E5-ADA2-E4E88129E2FA}"/>
                </a:ext>
              </a:extLst>
            </p:cNvPr>
            <p:cNvGrpSpPr>
              <a:grpSpLocks noChangeAspect="1"/>
            </p:cNvGrpSpPr>
            <p:nvPr/>
          </p:nvGrpSpPr>
          <p:grpSpPr bwMode="auto">
            <a:xfrm>
              <a:off x="10012043" y="3173542"/>
              <a:ext cx="784866" cy="867846"/>
              <a:chOff x="6327" y="1900"/>
              <a:chExt cx="454" cy="502"/>
            </a:xfrm>
          </p:grpSpPr>
          <p:sp>
            <p:nvSpPr>
              <p:cNvPr id="105" name="Oval 43">
                <a:extLst>
                  <a:ext uri="{FF2B5EF4-FFF2-40B4-BE49-F238E27FC236}">
                    <a16:creationId xmlns:a16="http://schemas.microsoft.com/office/drawing/2014/main" id="{7E3EE409-3F24-E83E-8F9E-3CA0AD0587CF}"/>
                  </a:ext>
                </a:extLst>
              </p:cNvPr>
              <p:cNvSpPr>
                <a:spLocks noChangeArrowheads="1"/>
              </p:cNvSpPr>
              <p:nvPr/>
            </p:nvSpPr>
            <p:spPr bwMode="auto">
              <a:xfrm>
                <a:off x="6425" y="1946"/>
                <a:ext cx="67" cy="70"/>
              </a:xfrm>
              <a:prstGeom prst="ellipse">
                <a:avLst/>
              </a:pr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6" name="Freeform 44">
                <a:extLst>
                  <a:ext uri="{FF2B5EF4-FFF2-40B4-BE49-F238E27FC236}">
                    <a16:creationId xmlns:a16="http://schemas.microsoft.com/office/drawing/2014/main" id="{231E5085-B603-550B-2631-208ABAA93E66}"/>
                  </a:ext>
                </a:extLst>
              </p:cNvPr>
              <p:cNvSpPr>
                <a:spLocks/>
              </p:cNvSpPr>
              <p:nvPr/>
            </p:nvSpPr>
            <p:spPr bwMode="auto">
              <a:xfrm>
                <a:off x="6327" y="2030"/>
                <a:ext cx="246" cy="232"/>
              </a:xfrm>
              <a:custGeom>
                <a:avLst/>
                <a:gdLst>
                  <a:gd name="T0" fmla="*/ 11 w 70"/>
                  <a:gd name="T1" fmla="*/ 16 h 66"/>
                  <a:gd name="T2" fmla="*/ 9 w 70"/>
                  <a:gd name="T3" fmla="*/ 27 h 66"/>
                  <a:gd name="T4" fmla="*/ 4 w 70"/>
                  <a:gd name="T5" fmla="*/ 30 h 66"/>
                  <a:gd name="T6" fmla="*/ 4 w 70"/>
                  <a:gd name="T7" fmla="*/ 30 h 66"/>
                  <a:gd name="T8" fmla="*/ 0 w 70"/>
                  <a:gd name="T9" fmla="*/ 25 h 66"/>
                  <a:gd name="T10" fmla="*/ 4 w 70"/>
                  <a:gd name="T11" fmla="*/ 11 h 66"/>
                  <a:gd name="T12" fmla="*/ 7 w 70"/>
                  <a:gd name="T13" fmla="*/ 7 h 66"/>
                  <a:gd name="T14" fmla="*/ 20 w 70"/>
                  <a:gd name="T15" fmla="*/ 1 h 66"/>
                  <a:gd name="T16" fmla="*/ 26 w 70"/>
                  <a:gd name="T17" fmla="*/ 0 h 66"/>
                  <a:gd name="T18" fmla="*/ 40 w 70"/>
                  <a:gd name="T19" fmla="*/ 3 h 66"/>
                  <a:gd name="T20" fmla="*/ 45 w 70"/>
                  <a:gd name="T21" fmla="*/ 7 h 66"/>
                  <a:gd name="T22" fmla="*/ 54 w 70"/>
                  <a:gd name="T23" fmla="*/ 17 h 66"/>
                  <a:gd name="T24" fmla="*/ 64 w 70"/>
                  <a:gd name="T25" fmla="*/ 14 h 66"/>
                  <a:gd name="T26" fmla="*/ 69 w 70"/>
                  <a:gd name="T27" fmla="*/ 17 h 66"/>
                  <a:gd name="T28" fmla="*/ 69 w 70"/>
                  <a:gd name="T29" fmla="*/ 17 h 66"/>
                  <a:gd name="T30" fmla="*/ 66 w 70"/>
                  <a:gd name="T31" fmla="*/ 23 h 66"/>
                  <a:gd name="T32" fmla="*/ 55 w 70"/>
                  <a:gd name="T33" fmla="*/ 26 h 66"/>
                  <a:gd name="T34" fmla="*/ 47 w 70"/>
                  <a:gd name="T35" fmla="*/ 24 h 66"/>
                  <a:gd name="T36" fmla="*/ 41 w 70"/>
                  <a:gd name="T37" fmla="*/ 17 h 66"/>
                  <a:gd name="T38" fmla="*/ 37 w 70"/>
                  <a:gd name="T39" fmla="*/ 33 h 66"/>
                  <a:gd name="T40" fmla="*/ 47 w 70"/>
                  <a:gd name="T41" fmla="*/ 37 h 66"/>
                  <a:gd name="T42" fmla="*/ 52 w 70"/>
                  <a:gd name="T43" fmla="*/ 44 h 66"/>
                  <a:gd name="T44" fmla="*/ 52 w 70"/>
                  <a:gd name="T45" fmla="*/ 66 h 66"/>
                  <a:gd name="T46" fmla="*/ 43 w 70"/>
                  <a:gd name="T47" fmla="*/ 66 h 66"/>
                  <a:gd name="T48" fmla="*/ 43 w 70"/>
                  <a:gd name="T49" fmla="*/ 48 h 66"/>
                  <a:gd name="T50" fmla="*/ 24 w 70"/>
                  <a:gd name="T51" fmla="*/ 41 h 66"/>
                  <a:gd name="T52" fmla="*/ 16 w 70"/>
                  <a:gd name="T53" fmla="*/ 27 h 66"/>
                  <a:gd name="T54" fmla="*/ 20 w 70"/>
                  <a:gd name="T55" fmla="*/ 11 h 66"/>
                  <a:gd name="T56" fmla="*/ 11 w 70"/>
                  <a:gd name="T57" fmla="*/ 1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0" h="66">
                    <a:moveTo>
                      <a:pt x="11" y="16"/>
                    </a:moveTo>
                    <a:cubicBezTo>
                      <a:pt x="9" y="27"/>
                      <a:pt x="9" y="27"/>
                      <a:pt x="9" y="27"/>
                    </a:cubicBezTo>
                    <a:cubicBezTo>
                      <a:pt x="8" y="29"/>
                      <a:pt x="6" y="30"/>
                      <a:pt x="4" y="30"/>
                    </a:cubicBezTo>
                    <a:cubicBezTo>
                      <a:pt x="4" y="30"/>
                      <a:pt x="4" y="30"/>
                      <a:pt x="4" y="30"/>
                    </a:cubicBezTo>
                    <a:cubicBezTo>
                      <a:pt x="1" y="30"/>
                      <a:pt x="0" y="27"/>
                      <a:pt x="0" y="25"/>
                    </a:cubicBezTo>
                    <a:cubicBezTo>
                      <a:pt x="4" y="11"/>
                      <a:pt x="4" y="11"/>
                      <a:pt x="4" y="11"/>
                    </a:cubicBezTo>
                    <a:cubicBezTo>
                      <a:pt x="4" y="9"/>
                      <a:pt x="5" y="8"/>
                      <a:pt x="7" y="7"/>
                    </a:cubicBezTo>
                    <a:cubicBezTo>
                      <a:pt x="20" y="1"/>
                      <a:pt x="20" y="1"/>
                      <a:pt x="20" y="1"/>
                    </a:cubicBezTo>
                    <a:cubicBezTo>
                      <a:pt x="22" y="0"/>
                      <a:pt x="24" y="0"/>
                      <a:pt x="26" y="0"/>
                    </a:cubicBezTo>
                    <a:cubicBezTo>
                      <a:pt x="40" y="3"/>
                      <a:pt x="40" y="3"/>
                      <a:pt x="40" y="3"/>
                    </a:cubicBezTo>
                    <a:cubicBezTo>
                      <a:pt x="42" y="4"/>
                      <a:pt x="44" y="5"/>
                      <a:pt x="45" y="7"/>
                    </a:cubicBezTo>
                    <a:cubicBezTo>
                      <a:pt x="54" y="17"/>
                      <a:pt x="54" y="17"/>
                      <a:pt x="54" y="17"/>
                    </a:cubicBezTo>
                    <a:cubicBezTo>
                      <a:pt x="64" y="14"/>
                      <a:pt x="64" y="14"/>
                      <a:pt x="64" y="14"/>
                    </a:cubicBezTo>
                    <a:cubicBezTo>
                      <a:pt x="66" y="14"/>
                      <a:pt x="68" y="15"/>
                      <a:pt x="69" y="17"/>
                    </a:cubicBezTo>
                    <a:cubicBezTo>
                      <a:pt x="69" y="17"/>
                      <a:pt x="69" y="17"/>
                      <a:pt x="69" y="17"/>
                    </a:cubicBezTo>
                    <a:cubicBezTo>
                      <a:pt x="70" y="19"/>
                      <a:pt x="69" y="22"/>
                      <a:pt x="66" y="23"/>
                    </a:cubicBezTo>
                    <a:cubicBezTo>
                      <a:pt x="55" y="26"/>
                      <a:pt x="55" y="26"/>
                      <a:pt x="55" y="26"/>
                    </a:cubicBezTo>
                    <a:cubicBezTo>
                      <a:pt x="52" y="27"/>
                      <a:pt x="49" y="26"/>
                      <a:pt x="47" y="24"/>
                    </a:cubicBezTo>
                    <a:cubicBezTo>
                      <a:pt x="41" y="17"/>
                      <a:pt x="41" y="17"/>
                      <a:pt x="41" y="17"/>
                    </a:cubicBezTo>
                    <a:cubicBezTo>
                      <a:pt x="37" y="33"/>
                      <a:pt x="37" y="33"/>
                      <a:pt x="37" y="33"/>
                    </a:cubicBezTo>
                    <a:cubicBezTo>
                      <a:pt x="47" y="37"/>
                      <a:pt x="47" y="37"/>
                      <a:pt x="47" y="37"/>
                    </a:cubicBezTo>
                    <a:cubicBezTo>
                      <a:pt x="50" y="38"/>
                      <a:pt x="52" y="41"/>
                      <a:pt x="52" y="44"/>
                    </a:cubicBezTo>
                    <a:cubicBezTo>
                      <a:pt x="52" y="66"/>
                      <a:pt x="52" y="66"/>
                      <a:pt x="52" y="66"/>
                    </a:cubicBezTo>
                    <a:cubicBezTo>
                      <a:pt x="43" y="66"/>
                      <a:pt x="43" y="66"/>
                      <a:pt x="43" y="66"/>
                    </a:cubicBezTo>
                    <a:cubicBezTo>
                      <a:pt x="43" y="48"/>
                      <a:pt x="43" y="48"/>
                      <a:pt x="43" y="48"/>
                    </a:cubicBezTo>
                    <a:cubicBezTo>
                      <a:pt x="24" y="41"/>
                      <a:pt x="24" y="41"/>
                      <a:pt x="24" y="41"/>
                    </a:cubicBezTo>
                    <a:cubicBezTo>
                      <a:pt x="18" y="39"/>
                      <a:pt x="15" y="33"/>
                      <a:pt x="16" y="27"/>
                    </a:cubicBezTo>
                    <a:cubicBezTo>
                      <a:pt x="20" y="11"/>
                      <a:pt x="20" y="11"/>
                      <a:pt x="20" y="11"/>
                    </a:cubicBezTo>
                    <a:lnTo>
                      <a:pt x="11" y="16"/>
                    </a:lnTo>
                    <a:close/>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7" name="Freeform 45">
                <a:extLst>
                  <a:ext uri="{FF2B5EF4-FFF2-40B4-BE49-F238E27FC236}">
                    <a16:creationId xmlns:a16="http://schemas.microsoft.com/office/drawing/2014/main" id="{F2492C29-DA7F-18D6-B00F-311E0F9B4737}"/>
                  </a:ext>
                </a:extLst>
              </p:cNvPr>
              <p:cNvSpPr>
                <a:spLocks/>
              </p:cNvSpPr>
              <p:nvPr/>
            </p:nvSpPr>
            <p:spPr bwMode="auto">
              <a:xfrm>
                <a:off x="6376" y="2174"/>
                <a:ext cx="67" cy="140"/>
              </a:xfrm>
              <a:custGeom>
                <a:avLst/>
                <a:gdLst>
                  <a:gd name="T0" fmla="*/ 32 w 67"/>
                  <a:gd name="T1" fmla="*/ 0 h 140"/>
                  <a:gd name="T2" fmla="*/ 0 w 67"/>
                  <a:gd name="T3" fmla="*/ 133 h 140"/>
                  <a:gd name="T4" fmla="*/ 32 w 67"/>
                  <a:gd name="T5" fmla="*/ 140 h 140"/>
                  <a:gd name="T6" fmla="*/ 67 w 67"/>
                  <a:gd name="T7" fmla="*/ 14 h 140"/>
                </a:gdLst>
                <a:ahLst/>
                <a:cxnLst>
                  <a:cxn ang="0">
                    <a:pos x="T0" y="T1"/>
                  </a:cxn>
                  <a:cxn ang="0">
                    <a:pos x="T2" y="T3"/>
                  </a:cxn>
                  <a:cxn ang="0">
                    <a:pos x="T4" y="T5"/>
                  </a:cxn>
                  <a:cxn ang="0">
                    <a:pos x="T6" y="T7"/>
                  </a:cxn>
                </a:cxnLst>
                <a:rect l="0" t="0" r="r" b="b"/>
                <a:pathLst>
                  <a:path w="67" h="140">
                    <a:moveTo>
                      <a:pt x="32" y="0"/>
                    </a:moveTo>
                    <a:lnTo>
                      <a:pt x="0" y="133"/>
                    </a:lnTo>
                    <a:lnTo>
                      <a:pt x="32" y="140"/>
                    </a:lnTo>
                    <a:lnTo>
                      <a:pt x="67" y="14"/>
                    </a:lnTo>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8" name="Freeform 46">
                <a:extLst>
                  <a:ext uri="{FF2B5EF4-FFF2-40B4-BE49-F238E27FC236}">
                    <a16:creationId xmlns:a16="http://schemas.microsoft.com/office/drawing/2014/main" id="{E13D90F3-5FA6-A052-9046-82A2007F195B}"/>
                  </a:ext>
                </a:extLst>
              </p:cNvPr>
              <p:cNvSpPr>
                <a:spLocks/>
              </p:cNvSpPr>
              <p:nvPr/>
            </p:nvSpPr>
            <p:spPr bwMode="auto">
              <a:xfrm>
                <a:off x="6348" y="2135"/>
                <a:ext cx="383" cy="267"/>
              </a:xfrm>
              <a:custGeom>
                <a:avLst/>
                <a:gdLst>
                  <a:gd name="T0" fmla="*/ 292 w 383"/>
                  <a:gd name="T1" fmla="*/ 267 h 267"/>
                  <a:gd name="T2" fmla="*/ 0 w 383"/>
                  <a:gd name="T3" fmla="*/ 267 h 267"/>
                  <a:gd name="T4" fmla="*/ 0 w 383"/>
                  <a:gd name="T5" fmla="*/ 204 h 267"/>
                  <a:gd name="T6" fmla="*/ 99 w 383"/>
                  <a:gd name="T7" fmla="*/ 204 h 267"/>
                  <a:gd name="T8" fmla="*/ 99 w 383"/>
                  <a:gd name="T9" fmla="*/ 144 h 267"/>
                  <a:gd name="T10" fmla="*/ 197 w 383"/>
                  <a:gd name="T11" fmla="*/ 144 h 267"/>
                  <a:gd name="T12" fmla="*/ 197 w 383"/>
                  <a:gd name="T13" fmla="*/ 84 h 267"/>
                  <a:gd name="T14" fmla="*/ 292 w 383"/>
                  <a:gd name="T15" fmla="*/ 84 h 267"/>
                  <a:gd name="T16" fmla="*/ 292 w 383"/>
                  <a:gd name="T17" fmla="*/ 0 h 267"/>
                  <a:gd name="T18" fmla="*/ 383 w 383"/>
                  <a:gd name="T19" fmla="*/ 0 h 267"/>
                  <a:gd name="T20" fmla="*/ 383 w 383"/>
                  <a:gd name="T21" fmla="*/ 267 h 267"/>
                  <a:gd name="T22" fmla="*/ 292 w 383"/>
                  <a:gd name="T23" fmla="*/ 267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83" h="267">
                    <a:moveTo>
                      <a:pt x="292" y="267"/>
                    </a:moveTo>
                    <a:lnTo>
                      <a:pt x="0" y="267"/>
                    </a:lnTo>
                    <a:lnTo>
                      <a:pt x="0" y="204"/>
                    </a:lnTo>
                    <a:lnTo>
                      <a:pt x="99" y="204"/>
                    </a:lnTo>
                    <a:lnTo>
                      <a:pt x="99" y="144"/>
                    </a:lnTo>
                    <a:lnTo>
                      <a:pt x="197" y="144"/>
                    </a:lnTo>
                    <a:lnTo>
                      <a:pt x="197" y="84"/>
                    </a:lnTo>
                    <a:lnTo>
                      <a:pt x="292" y="84"/>
                    </a:lnTo>
                    <a:lnTo>
                      <a:pt x="292" y="0"/>
                    </a:lnTo>
                    <a:lnTo>
                      <a:pt x="383" y="0"/>
                    </a:lnTo>
                    <a:lnTo>
                      <a:pt x="383" y="267"/>
                    </a:lnTo>
                    <a:lnTo>
                      <a:pt x="292" y="267"/>
                    </a:lnTo>
                    <a:close/>
                  </a:path>
                </a:pathLst>
              </a:custGeom>
              <a:noFill/>
              <a:ln w="15875" cap="rnd">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9" name="Line 47">
                <a:extLst>
                  <a:ext uri="{FF2B5EF4-FFF2-40B4-BE49-F238E27FC236}">
                    <a16:creationId xmlns:a16="http://schemas.microsoft.com/office/drawing/2014/main" id="{26088164-15C6-2B17-A2D8-C743280D0165}"/>
                  </a:ext>
                </a:extLst>
              </p:cNvPr>
              <p:cNvSpPr>
                <a:spLocks noChangeShapeType="1"/>
              </p:cNvSpPr>
              <p:nvPr/>
            </p:nvSpPr>
            <p:spPr bwMode="auto">
              <a:xfrm flipV="1">
                <a:off x="6689" y="1900"/>
                <a:ext cx="0" cy="235"/>
              </a:xfrm>
              <a:prstGeom prst="line">
                <a:avLst/>
              </a:pr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0" name="Freeform 48">
                <a:extLst>
                  <a:ext uri="{FF2B5EF4-FFF2-40B4-BE49-F238E27FC236}">
                    <a16:creationId xmlns:a16="http://schemas.microsoft.com/office/drawing/2014/main" id="{8628FF18-BA82-4965-15F9-A13D116AE60C}"/>
                  </a:ext>
                </a:extLst>
              </p:cNvPr>
              <p:cNvSpPr>
                <a:spLocks/>
              </p:cNvSpPr>
              <p:nvPr/>
            </p:nvSpPr>
            <p:spPr bwMode="auto">
              <a:xfrm>
                <a:off x="6689" y="1918"/>
                <a:ext cx="92" cy="63"/>
              </a:xfrm>
              <a:custGeom>
                <a:avLst/>
                <a:gdLst>
                  <a:gd name="T0" fmla="*/ 92 w 92"/>
                  <a:gd name="T1" fmla="*/ 63 h 63"/>
                  <a:gd name="T2" fmla="*/ 0 w 92"/>
                  <a:gd name="T3" fmla="*/ 63 h 63"/>
                  <a:gd name="T4" fmla="*/ 0 w 92"/>
                  <a:gd name="T5" fmla="*/ 0 h 63"/>
                  <a:gd name="T6" fmla="*/ 92 w 92"/>
                  <a:gd name="T7" fmla="*/ 0 h 63"/>
                  <a:gd name="T8" fmla="*/ 74 w 92"/>
                  <a:gd name="T9" fmla="*/ 31 h 63"/>
                  <a:gd name="T10" fmla="*/ 92 w 92"/>
                  <a:gd name="T11" fmla="*/ 63 h 63"/>
                </a:gdLst>
                <a:ahLst/>
                <a:cxnLst>
                  <a:cxn ang="0">
                    <a:pos x="T0" y="T1"/>
                  </a:cxn>
                  <a:cxn ang="0">
                    <a:pos x="T2" y="T3"/>
                  </a:cxn>
                  <a:cxn ang="0">
                    <a:pos x="T4" y="T5"/>
                  </a:cxn>
                  <a:cxn ang="0">
                    <a:pos x="T6" y="T7"/>
                  </a:cxn>
                  <a:cxn ang="0">
                    <a:pos x="T8" y="T9"/>
                  </a:cxn>
                  <a:cxn ang="0">
                    <a:pos x="T10" y="T11"/>
                  </a:cxn>
                </a:cxnLst>
                <a:rect l="0" t="0" r="r" b="b"/>
                <a:pathLst>
                  <a:path w="92" h="63">
                    <a:moveTo>
                      <a:pt x="92" y="63"/>
                    </a:moveTo>
                    <a:lnTo>
                      <a:pt x="0" y="63"/>
                    </a:lnTo>
                    <a:lnTo>
                      <a:pt x="0" y="0"/>
                    </a:lnTo>
                    <a:lnTo>
                      <a:pt x="92" y="0"/>
                    </a:lnTo>
                    <a:lnTo>
                      <a:pt x="74" y="31"/>
                    </a:lnTo>
                    <a:lnTo>
                      <a:pt x="92" y="63"/>
                    </a:lnTo>
                    <a:close/>
                  </a:path>
                </a:pathLst>
              </a:custGeom>
              <a:noFill/>
              <a:ln w="15875"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68" name="Rectangle 67">
              <a:extLst>
                <a:ext uri="{FF2B5EF4-FFF2-40B4-BE49-F238E27FC236}">
                  <a16:creationId xmlns:a16="http://schemas.microsoft.com/office/drawing/2014/main" id="{F27C83E0-4B69-290F-0D30-BC633900374C}"/>
                </a:ext>
              </a:extLst>
            </p:cNvPr>
            <p:cNvSpPr/>
            <p:nvPr/>
          </p:nvSpPr>
          <p:spPr>
            <a:xfrm>
              <a:off x="9354439" y="4626577"/>
              <a:ext cx="2094612" cy="1282552"/>
            </a:xfrm>
            <a:prstGeom prst="rect">
              <a:avLst/>
            </a:prstGeom>
            <a:solidFill>
              <a:schemeClr val="accent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US" sz="1600" b="0" i="0" u="none" strike="noStrike" kern="1200" cap="none" spc="0" normalizeH="0" baseline="0" noProof="0" dirty="0">
                  <a:ln>
                    <a:noFill/>
                  </a:ln>
                  <a:solidFill>
                    <a:srgbClr val="221551"/>
                  </a:solidFill>
                  <a:effectLst/>
                  <a:uLnTx/>
                  <a:uFillTx/>
                  <a:latin typeface="Century Gothic"/>
                  <a:ea typeface="+mn-ea"/>
                  <a:cs typeface="+mn-cs"/>
                </a:rPr>
                <a:t>Lorem Ipsum is simply dummy text of the printing and typesetting industry.</a:t>
              </a:r>
            </a:p>
          </p:txBody>
        </p:sp>
      </p:grpSp>
      <p:grpSp>
        <p:nvGrpSpPr>
          <p:cNvPr id="14" name="Group 13">
            <a:extLst>
              <a:ext uri="{FF2B5EF4-FFF2-40B4-BE49-F238E27FC236}">
                <a16:creationId xmlns:a16="http://schemas.microsoft.com/office/drawing/2014/main" id="{34C7C967-E9F1-0D23-F1E5-0520AC238A54}"/>
              </a:ext>
            </a:extLst>
          </p:cNvPr>
          <p:cNvGrpSpPr/>
          <p:nvPr/>
        </p:nvGrpSpPr>
        <p:grpSpPr>
          <a:xfrm>
            <a:off x="-1" y="6181725"/>
            <a:ext cx="12192002" cy="676275"/>
            <a:chOff x="-2" y="6080760"/>
            <a:chExt cx="12217867" cy="777240"/>
          </a:xfrm>
        </p:grpSpPr>
        <p:grpSp>
          <p:nvGrpSpPr>
            <p:cNvPr id="37" name="Group 36">
              <a:extLst>
                <a:ext uri="{FF2B5EF4-FFF2-40B4-BE49-F238E27FC236}">
                  <a16:creationId xmlns:a16="http://schemas.microsoft.com/office/drawing/2014/main" id="{6F0C9342-BBC8-E80F-727B-058BD49DB280}"/>
                </a:ext>
              </a:extLst>
            </p:cNvPr>
            <p:cNvGrpSpPr/>
            <p:nvPr userDrawn="1"/>
          </p:nvGrpSpPr>
          <p:grpSpPr>
            <a:xfrm>
              <a:off x="-1" y="6080760"/>
              <a:ext cx="12217865" cy="722969"/>
              <a:chOff x="-1" y="6104238"/>
              <a:chExt cx="12217865" cy="699491"/>
            </a:xfrm>
          </p:grpSpPr>
          <p:sp>
            <p:nvSpPr>
              <p:cNvPr id="41" name="Freeform: Shape 40">
                <a:extLst>
                  <a:ext uri="{FF2B5EF4-FFF2-40B4-BE49-F238E27FC236}">
                    <a16:creationId xmlns:a16="http://schemas.microsoft.com/office/drawing/2014/main" id="{512B3F22-E7EE-3FE0-58C2-2A3CFB2585C0}"/>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2" name="Right Triangle 41">
                <a:extLst>
                  <a:ext uri="{FF2B5EF4-FFF2-40B4-BE49-F238E27FC236}">
                    <a16:creationId xmlns:a16="http://schemas.microsoft.com/office/drawing/2014/main" id="{CB33C13D-9CB2-D9B2-117C-1C5A027E7011}"/>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8" name="Freeform: Shape 37">
              <a:extLst>
                <a:ext uri="{FF2B5EF4-FFF2-40B4-BE49-F238E27FC236}">
                  <a16:creationId xmlns:a16="http://schemas.microsoft.com/office/drawing/2014/main" id="{50BA5414-87A6-35AD-A61E-830F5B1662BC}"/>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0" name="Right Triangle 39">
              <a:extLst>
                <a:ext uri="{FF2B5EF4-FFF2-40B4-BE49-F238E27FC236}">
                  <a16:creationId xmlns:a16="http://schemas.microsoft.com/office/drawing/2014/main" id="{DCCCBA55-4C57-C3F7-26AF-3AF921A132DC}"/>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78" name="Slide Number Placeholder 2">
            <a:extLst>
              <a:ext uri="{FF2B5EF4-FFF2-40B4-BE49-F238E27FC236}">
                <a16:creationId xmlns:a16="http://schemas.microsoft.com/office/drawing/2014/main" id="{E3D11E5F-994B-40AE-45C6-4324C040D6E2}"/>
              </a:ext>
            </a:extLst>
          </p:cNvPr>
          <p:cNvSpPr>
            <a:spLocks noGrp="1"/>
          </p:cNvSpPr>
          <p:nvPr>
            <p:ph type="sldNum" sz="quarter" idx="4"/>
          </p:nvPr>
        </p:nvSpPr>
        <p:spPr/>
        <p:txBody>
          <a:bodyPr/>
          <a:lstStyle/>
          <a:p>
            <a:fld id="{9A131BC9-40DA-43B6-B58E-D925B527BF77}" type="slidenum">
              <a:rPr lang="en-IN" smtClean="0"/>
              <a:pPr/>
              <a:t>4</a:t>
            </a:fld>
            <a:endParaRPr lang="en-IN"/>
          </a:p>
        </p:txBody>
      </p:sp>
    </p:spTree>
    <p:extLst>
      <p:ext uri="{BB962C8B-B14F-4D97-AF65-F5344CB8AC3E}">
        <p14:creationId xmlns:p14="http://schemas.microsoft.com/office/powerpoint/2010/main" val="36453035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1C4093-3F33-2F78-6F54-AF71C47DB58B}"/>
              </a:ext>
            </a:extLst>
          </p:cNvPr>
          <p:cNvSpPr/>
          <p:nvPr/>
        </p:nvSpPr>
        <p:spPr>
          <a:xfrm>
            <a:off x="0" y="0"/>
            <a:ext cx="6626086" cy="3840480"/>
          </a:xfrm>
          <a:custGeom>
            <a:avLst/>
            <a:gdLst>
              <a:gd name="connsiteX0" fmla="*/ 0 w 6807200"/>
              <a:gd name="connsiteY0" fmla="*/ 0 h 3781168"/>
              <a:gd name="connsiteX1" fmla="*/ 6807200 w 6807200"/>
              <a:gd name="connsiteY1" fmla="*/ 0 h 3781168"/>
              <a:gd name="connsiteX2" fmla="*/ 6807200 w 6807200"/>
              <a:gd name="connsiteY2" fmla="*/ 3781168 h 3781168"/>
              <a:gd name="connsiteX3" fmla="*/ 0 w 6807200"/>
              <a:gd name="connsiteY3" fmla="*/ 3781168 h 3781168"/>
              <a:gd name="connsiteX4" fmla="*/ 0 w 6807200"/>
              <a:gd name="connsiteY4" fmla="*/ 0 h 3781168"/>
              <a:gd name="connsiteX0" fmla="*/ 0 w 6807200"/>
              <a:gd name="connsiteY0" fmla="*/ 0 h 3781168"/>
              <a:gd name="connsiteX1" fmla="*/ 6807200 w 6807200"/>
              <a:gd name="connsiteY1" fmla="*/ 0 h 3781168"/>
              <a:gd name="connsiteX2" fmla="*/ 6794500 w 6807200"/>
              <a:gd name="connsiteY2" fmla="*/ 2955668 h 3781168"/>
              <a:gd name="connsiteX3" fmla="*/ 0 w 6807200"/>
              <a:gd name="connsiteY3" fmla="*/ 3781168 h 3781168"/>
              <a:gd name="connsiteX4" fmla="*/ 0 w 6807200"/>
              <a:gd name="connsiteY4" fmla="*/ 0 h 37811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7200" h="3781168">
                <a:moveTo>
                  <a:pt x="0" y="0"/>
                </a:moveTo>
                <a:lnTo>
                  <a:pt x="6807200" y="0"/>
                </a:lnTo>
                <a:cubicBezTo>
                  <a:pt x="6802967" y="985223"/>
                  <a:pt x="6798733" y="1970445"/>
                  <a:pt x="6794500" y="2955668"/>
                </a:cubicBezTo>
                <a:lnTo>
                  <a:pt x="0" y="3781168"/>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entury Gothic"/>
              <a:ea typeface="+mn-ea"/>
              <a:cs typeface="+mn-cs"/>
            </a:endParaRPr>
          </a:p>
        </p:txBody>
      </p:sp>
      <p:sp>
        <p:nvSpPr>
          <p:cNvPr id="2" name="Title 1">
            <a:extLst>
              <a:ext uri="{FF2B5EF4-FFF2-40B4-BE49-F238E27FC236}">
                <a16:creationId xmlns:a16="http://schemas.microsoft.com/office/drawing/2014/main" id="{FA49E578-F089-FA59-9EFD-5669B573DEF4}"/>
              </a:ext>
            </a:extLst>
          </p:cNvPr>
          <p:cNvSpPr>
            <a:spLocks noGrp="1"/>
          </p:cNvSpPr>
          <p:nvPr>
            <p:ph type="title"/>
          </p:nvPr>
        </p:nvSpPr>
        <p:spPr>
          <a:xfrm>
            <a:off x="381000" y="300000"/>
            <a:ext cx="8686800" cy="502920"/>
          </a:xfrm>
        </p:spPr>
        <p:txBody>
          <a:bodyPr/>
          <a:lstStyle/>
          <a:p>
            <a:r>
              <a:rPr lang="en-IN" dirty="0"/>
              <a:t>What is Lorem Ipsum?</a:t>
            </a:r>
          </a:p>
        </p:txBody>
      </p:sp>
      <p:sp>
        <p:nvSpPr>
          <p:cNvPr id="5" name="TextBox 4">
            <a:extLst>
              <a:ext uri="{FF2B5EF4-FFF2-40B4-BE49-F238E27FC236}">
                <a16:creationId xmlns:a16="http://schemas.microsoft.com/office/drawing/2014/main" id="{D12362A5-7EFA-C41D-5A4B-281ECB4ECB65}"/>
              </a:ext>
            </a:extLst>
          </p:cNvPr>
          <p:cNvSpPr txBox="1"/>
          <p:nvPr/>
        </p:nvSpPr>
        <p:spPr>
          <a:xfrm>
            <a:off x="380999" y="1126173"/>
            <a:ext cx="5584371" cy="1970441"/>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entury Gothic"/>
                <a:ea typeface="+mn-ea"/>
                <a:cs typeface="+mn-cs"/>
              </a:rPr>
              <a:t>Lorem Ipsum is simply dummy text of the printing and typesetting industry. Lorem Ipsum has been the industry's standard dummy text ever since the 1500s, when</a:t>
            </a:r>
            <a:br>
              <a:rPr kumimoji="0" lang="en-US" sz="1600" b="0" i="0" u="none" strike="noStrike" kern="1200" cap="none" spc="0" normalizeH="0" baseline="0" noProof="0" dirty="0">
                <a:ln>
                  <a:noFill/>
                </a:ln>
                <a:solidFill>
                  <a:prstClr val="white"/>
                </a:solidFill>
                <a:effectLst/>
                <a:uLnTx/>
                <a:uFillTx/>
                <a:latin typeface="Century Gothic"/>
                <a:ea typeface="+mn-ea"/>
                <a:cs typeface="+mn-cs"/>
              </a:rPr>
            </a:br>
            <a:r>
              <a:rPr kumimoji="0" lang="en-US" sz="1600" b="0" i="0" u="none" strike="noStrike" kern="1200" cap="none" spc="0" normalizeH="0" baseline="0" noProof="0" dirty="0">
                <a:ln>
                  <a:noFill/>
                </a:ln>
                <a:solidFill>
                  <a:prstClr val="white"/>
                </a:solidFill>
                <a:effectLst/>
                <a:uLnTx/>
                <a:uFillTx/>
                <a:latin typeface="Century Gothic"/>
                <a:ea typeface="+mn-ea"/>
                <a:cs typeface="+mn-cs"/>
              </a:rPr>
              <a:t>an unknown printer took a galley of type and scrambled it to make a type</a:t>
            </a:r>
            <a:br>
              <a:rPr kumimoji="0" lang="en-US" sz="1600" b="0" i="0" u="none" strike="noStrike" kern="1200" cap="none" spc="0" normalizeH="0" baseline="0" noProof="0" dirty="0">
                <a:ln>
                  <a:noFill/>
                </a:ln>
                <a:solidFill>
                  <a:prstClr val="white"/>
                </a:solidFill>
                <a:effectLst/>
                <a:uLnTx/>
                <a:uFillTx/>
                <a:latin typeface="Century Gothic"/>
                <a:ea typeface="+mn-ea"/>
                <a:cs typeface="+mn-cs"/>
              </a:rPr>
            </a:br>
            <a:r>
              <a:rPr kumimoji="0" lang="en-US" sz="1600" b="0" i="0" u="none" strike="noStrike" kern="1200" cap="none" spc="0" normalizeH="0" baseline="0" noProof="0" dirty="0">
                <a:ln>
                  <a:noFill/>
                </a:ln>
                <a:solidFill>
                  <a:prstClr val="white"/>
                </a:solidFill>
                <a:effectLst/>
                <a:uLnTx/>
                <a:uFillTx/>
                <a:latin typeface="Century Gothic"/>
                <a:ea typeface="+mn-ea"/>
                <a:cs typeface="+mn-cs"/>
              </a:rPr>
              <a:t>specimen book.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entury Gothic"/>
                <a:ea typeface="+mn-ea"/>
                <a:cs typeface="+mn-cs"/>
              </a:rPr>
              <a:t>Lorem Ipsum is simply dummy text of the printing and typesetting industry.</a:t>
            </a:r>
          </a:p>
        </p:txBody>
      </p:sp>
      <p:pic>
        <p:nvPicPr>
          <p:cNvPr id="74" name="Picture 73" descr="A purple drill bit with a black background&#10;&#10;AI-generated content may be incorrect.">
            <a:extLst>
              <a:ext uri="{FF2B5EF4-FFF2-40B4-BE49-F238E27FC236}">
                <a16:creationId xmlns:a16="http://schemas.microsoft.com/office/drawing/2014/main" id="{65C037A0-61B7-118F-805A-EF4864540AFE}"/>
              </a:ext>
            </a:extLst>
          </p:cNvPr>
          <p:cNvPicPr>
            <a:picLocks noChangeAspect="1"/>
          </p:cNvPicPr>
          <p:nvPr/>
        </p:nvPicPr>
        <p:blipFill>
          <a:blip r:embed="rId2">
            <a:extLst>
              <a:ext uri="{28A0092B-C50C-407E-A947-70E740481C1C}">
                <a14:useLocalDpi xmlns:a14="http://schemas.microsoft.com/office/drawing/2010/main" val="0"/>
              </a:ext>
            </a:extLst>
          </a:blip>
          <a:srcRect l="15211" t="15086" r="11873" b="8319"/>
          <a:stretch/>
        </p:blipFill>
        <p:spPr>
          <a:xfrm>
            <a:off x="381000" y="4200125"/>
            <a:ext cx="3597876" cy="1978253"/>
          </a:xfrm>
          <a:prstGeom prst="rect">
            <a:avLst/>
          </a:prstGeom>
        </p:spPr>
      </p:pic>
      <p:pic>
        <p:nvPicPr>
          <p:cNvPr id="76" name="Picture 75" descr="A purple drill bit with black background&#10;&#10;AI-generated content may be incorrect.">
            <a:extLst>
              <a:ext uri="{FF2B5EF4-FFF2-40B4-BE49-F238E27FC236}">
                <a16:creationId xmlns:a16="http://schemas.microsoft.com/office/drawing/2014/main" id="{CBA043DA-4CF5-1A15-3CF0-8691D5BECEBB}"/>
              </a:ext>
            </a:extLst>
          </p:cNvPr>
          <p:cNvPicPr>
            <a:picLocks noChangeAspect="1"/>
          </p:cNvPicPr>
          <p:nvPr/>
        </p:nvPicPr>
        <p:blipFill>
          <a:blip r:embed="rId3">
            <a:extLst>
              <a:ext uri="{28A0092B-C50C-407E-A947-70E740481C1C}">
                <a14:useLocalDpi xmlns:a14="http://schemas.microsoft.com/office/drawing/2010/main" val="0"/>
              </a:ext>
            </a:extLst>
          </a:blip>
          <a:srcRect l="21580" t="5563" r="23375" b="7336"/>
          <a:stretch/>
        </p:blipFill>
        <p:spPr>
          <a:xfrm>
            <a:off x="4452357" y="3400638"/>
            <a:ext cx="3517751" cy="2913665"/>
          </a:xfrm>
          <a:prstGeom prst="rect">
            <a:avLst/>
          </a:prstGeom>
        </p:spPr>
      </p:pic>
      <p:pic>
        <p:nvPicPr>
          <p:cNvPr id="78" name="Picture 77" descr="A purple drill bit with a black background&#10;&#10;AI-generated content may be incorrect.">
            <a:extLst>
              <a:ext uri="{FF2B5EF4-FFF2-40B4-BE49-F238E27FC236}">
                <a16:creationId xmlns:a16="http://schemas.microsoft.com/office/drawing/2014/main" id="{E8A59C4B-6AA9-D8B5-A42C-57E6DFA66A8D}"/>
              </a:ext>
            </a:extLst>
          </p:cNvPr>
          <p:cNvPicPr>
            <a:picLocks noChangeAspect="1"/>
          </p:cNvPicPr>
          <p:nvPr/>
        </p:nvPicPr>
        <p:blipFill>
          <a:blip r:embed="rId4">
            <a:extLst>
              <a:ext uri="{28A0092B-C50C-407E-A947-70E740481C1C}">
                <a14:useLocalDpi xmlns:a14="http://schemas.microsoft.com/office/drawing/2010/main" val="0"/>
              </a:ext>
            </a:extLst>
          </a:blip>
          <a:srcRect l="3924" t="9550" r="17913" b="10090"/>
          <a:stretch/>
        </p:blipFill>
        <p:spPr>
          <a:xfrm>
            <a:off x="7117493" y="1106944"/>
            <a:ext cx="5100372" cy="5243767"/>
          </a:xfrm>
          <a:prstGeom prst="rect">
            <a:avLst/>
          </a:prstGeom>
        </p:spPr>
      </p:pic>
      <p:grpSp>
        <p:nvGrpSpPr>
          <p:cNvPr id="79" name="Group 78">
            <a:extLst>
              <a:ext uri="{FF2B5EF4-FFF2-40B4-BE49-F238E27FC236}">
                <a16:creationId xmlns:a16="http://schemas.microsoft.com/office/drawing/2014/main" id="{91644835-4236-3FD4-8E33-905DA3ADC5BC}"/>
              </a:ext>
            </a:extLst>
          </p:cNvPr>
          <p:cNvGrpSpPr/>
          <p:nvPr/>
        </p:nvGrpSpPr>
        <p:grpSpPr>
          <a:xfrm>
            <a:off x="-1" y="6181724"/>
            <a:ext cx="12192002" cy="676275"/>
            <a:chOff x="-2" y="6080760"/>
            <a:chExt cx="12217867" cy="777240"/>
          </a:xfrm>
        </p:grpSpPr>
        <p:grpSp>
          <p:nvGrpSpPr>
            <p:cNvPr id="80" name="Group 79">
              <a:extLst>
                <a:ext uri="{FF2B5EF4-FFF2-40B4-BE49-F238E27FC236}">
                  <a16:creationId xmlns:a16="http://schemas.microsoft.com/office/drawing/2014/main" id="{BE1082D0-1B7E-FCA0-7D1D-A80A9F348615}"/>
                </a:ext>
              </a:extLst>
            </p:cNvPr>
            <p:cNvGrpSpPr/>
            <p:nvPr userDrawn="1"/>
          </p:nvGrpSpPr>
          <p:grpSpPr>
            <a:xfrm>
              <a:off x="-1" y="6080760"/>
              <a:ext cx="12217865" cy="722969"/>
              <a:chOff x="-1" y="6104238"/>
              <a:chExt cx="12217865" cy="699491"/>
            </a:xfrm>
          </p:grpSpPr>
          <p:sp>
            <p:nvSpPr>
              <p:cNvPr id="83" name="Freeform: Shape 82">
                <a:extLst>
                  <a:ext uri="{FF2B5EF4-FFF2-40B4-BE49-F238E27FC236}">
                    <a16:creationId xmlns:a16="http://schemas.microsoft.com/office/drawing/2014/main" id="{33614FB7-1ED6-894D-A00B-29F132EE0FCC}"/>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4" name="Right Triangle 83">
                <a:extLst>
                  <a:ext uri="{FF2B5EF4-FFF2-40B4-BE49-F238E27FC236}">
                    <a16:creationId xmlns:a16="http://schemas.microsoft.com/office/drawing/2014/main" id="{FB847D3B-71DC-B212-2ED3-0FE04F5B0596}"/>
                  </a:ext>
                </a:extLst>
              </p:cNvPr>
              <p:cNvSpPr/>
              <p:nvPr/>
            </p:nvSpPr>
            <p:spPr>
              <a:xfrm flipH="1">
                <a:off x="6788150" y="6104238"/>
                <a:ext cx="5429714" cy="699491"/>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1" name="Freeform: Shape 80">
              <a:extLst>
                <a:ext uri="{FF2B5EF4-FFF2-40B4-BE49-F238E27FC236}">
                  <a16:creationId xmlns:a16="http://schemas.microsoft.com/office/drawing/2014/main" id="{4B662926-EF74-61A6-EEA2-0EB31BCBFDA9}"/>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2" name="Right Triangle 81">
              <a:extLst>
                <a:ext uri="{FF2B5EF4-FFF2-40B4-BE49-F238E27FC236}">
                  <a16:creationId xmlns:a16="http://schemas.microsoft.com/office/drawing/2014/main" id="{957F10CC-39EC-8C5F-7838-6C93F572CC3B}"/>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Slide Number Placeholder 2">
            <a:extLst>
              <a:ext uri="{FF2B5EF4-FFF2-40B4-BE49-F238E27FC236}">
                <a16:creationId xmlns:a16="http://schemas.microsoft.com/office/drawing/2014/main" id="{CA6278DF-8329-778C-6BF0-22C2BB08D31B}"/>
              </a:ext>
            </a:extLst>
          </p:cNvPr>
          <p:cNvSpPr>
            <a:spLocks noGrp="1"/>
          </p:cNvSpPr>
          <p:nvPr>
            <p:ph type="sldNum" sz="quarter" idx="4"/>
          </p:nvPr>
        </p:nvSpPr>
        <p:spPr>
          <a:xfrm>
            <a:off x="11602792" y="6483657"/>
            <a:ext cx="217732" cy="16459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131BC9-40DA-43B6-B58E-D925B527BF77}" type="slidenum">
              <a:rPr kumimoji="0" lang="en-IN" sz="1000" b="1" i="0" u="none" strike="noStrike" kern="1200" cap="none" spc="0" normalizeH="0" baseline="0" noProof="0" smtClean="0">
                <a:ln>
                  <a:noFill/>
                </a:ln>
                <a:solidFill>
                  <a:prstClr val="white"/>
                </a:solidFill>
                <a:effectLst/>
                <a:uLnTx/>
                <a:uFillTx/>
                <a:latin typeface="Century Gothic"/>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000" b="1" i="0" u="none" strike="noStrike" kern="1200" cap="none" spc="0" normalizeH="0" baseline="0" noProof="0">
              <a:ln>
                <a:noFill/>
              </a:ln>
              <a:solidFill>
                <a:prstClr val="white"/>
              </a:solidFill>
              <a:effectLst/>
              <a:uLnTx/>
              <a:uFillTx/>
              <a:latin typeface="Century Gothic"/>
              <a:ea typeface="+mn-ea"/>
              <a:cs typeface="+mn-cs"/>
            </a:endParaRPr>
          </a:p>
        </p:txBody>
      </p:sp>
    </p:spTree>
    <p:extLst>
      <p:ext uri="{BB962C8B-B14F-4D97-AF65-F5344CB8AC3E}">
        <p14:creationId xmlns:p14="http://schemas.microsoft.com/office/powerpoint/2010/main" val="4020180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6024-51C2-1299-7B15-55DE954A4FA6}"/>
            </a:ext>
          </a:extLst>
        </p:cNvPr>
        <p:cNvGrpSpPr/>
        <p:nvPr/>
      </p:nvGrpSpPr>
      <p:grpSpPr>
        <a:xfrm>
          <a:off x="0" y="0"/>
          <a:ext cx="0" cy="0"/>
          <a:chOff x="0" y="0"/>
          <a:chExt cx="0" cy="0"/>
        </a:xfrm>
      </p:grpSpPr>
      <p:sp>
        <p:nvSpPr>
          <p:cNvPr id="29" name="Freeform: Shape 28">
            <a:extLst>
              <a:ext uri="{FF2B5EF4-FFF2-40B4-BE49-F238E27FC236}">
                <a16:creationId xmlns:a16="http://schemas.microsoft.com/office/drawing/2014/main" id="{2D21CAE4-D628-05D2-30C8-DE8BBAC9EAE5}"/>
              </a:ext>
            </a:extLst>
          </p:cNvPr>
          <p:cNvSpPr/>
          <p:nvPr/>
        </p:nvSpPr>
        <p:spPr>
          <a:xfrm flipV="1">
            <a:off x="0" y="0"/>
            <a:ext cx="4775200" cy="1324707"/>
          </a:xfrm>
          <a:custGeom>
            <a:avLst/>
            <a:gdLst>
              <a:gd name="connsiteX0" fmla="*/ 0 w 5626100"/>
              <a:gd name="connsiteY0" fmla="*/ 1854203 h 1854203"/>
              <a:gd name="connsiteX1" fmla="*/ 4958661 w 5626100"/>
              <a:gd name="connsiteY1" fmla="*/ 1854203 h 1854203"/>
              <a:gd name="connsiteX2" fmla="*/ 5626100 w 5626100"/>
              <a:gd name="connsiteY2" fmla="*/ 0 h 1854203"/>
              <a:gd name="connsiteX3" fmla="*/ 0 w 5626100"/>
              <a:gd name="connsiteY3" fmla="*/ 0 h 1854203"/>
            </a:gdLst>
            <a:ahLst/>
            <a:cxnLst>
              <a:cxn ang="0">
                <a:pos x="connsiteX0" y="connsiteY0"/>
              </a:cxn>
              <a:cxn ang="0">
                <a:pos x="connsiteX1" y="connsiteY1"/>
              </a:cxn>
              <a:cxn ang="0">
                <a:pos x="connsiteX2" y="connsiteY2"/>
              </a:cxn>
              <a:cxn ang="0">
                <a:pos x="connsiteX3" y="connsiteY3"/>
              </a:cxn>
            </a:cxnLst>
            <a:rect l="l" t="t" r="r" b="b"/>
            <a:pathLst>
              <a:path w="5626100" h="1854203">
                <a:moveTo>
                  <a:pt x="0" y="1854203"/>
                </a:moveTo>
                <a:lnTo>
                  <a:pt x="4958661" y="1854203"/>
                </a:lnTo>
                <a:lnTo>
                  <a:pt x="5626100" y="0"/>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2" name="Title 1">
            <a:extLst>
              <a:ext uri="{FF2B5EF4-FFF2-40B4-BE49-F238E27FC236}">
                <a16:creationId xmlns:a16="http://schemas.microsoft.com/office/drawing/2014/main" id="{8A81823B-EE98-30F8-2A93-8E0C7BF8495B}"/>
              </a:ext>
            </a:extLst>
          </p:cNvPr>
          <p:cNvSpPr>
            <a:spLocks noGrp="1"/>
          </p:cNvSpPr>
          <p:nvPr>
            <p:ph type="title"/>
          </p:nvPr>
        </p:nvSpPr>
        <p:spPr>
          <a:xfrm>
            <a:off x="381000" y="410893"/>
            <a:ext cx="8686800" cy="502920"/>
          </a:xfrm>
        </p:spPr>
        <p:txBody>
          <a:bodyPr/>
          <a:lstStyle/>
          <a:p>
            <a:r>
              <a:rPr lang="en-IN" dirty="0">
                <a:solidFill>
                  <a:schemeClr val="accent2"/>
                </a:solidFill>
              </a:rPr>
              <a:t>What is Lorem Ipsum?</a:t>
            </a:r>
          </a:p>
        </p:txBody>
      </p:sp>
      <p:sp>
        <p:nvSpPr>
          <p:cNvPr id="30" name="Rectangle 29">
            <a:extLst>
              <a:ext uri="{FF2B5EF4-FFF2-40B4-BE49-F238E27FC236}">
                <a16:creationId xmlns:a16="http://schemas.microsoft.com/office/drawing/2014/main" id="{87B79DBF-82C9-C834-1380-6CED73B10A91}"/>
              </a:ext>
            </a:extLst>
          </p:cNvPr>
          <p:cNvSpPr/>
          <p:nvPr/>
        </p:nvSpPr>
        <p:spPr>
          <a:xfrm>
            <a:off x="380999" y="1526873"/>
            <a:ext cx="5688188" cy="9276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spcAft>
                <a:spcPts val="600"/>
              </a:spcAft>
            </a:pPr>
            <a:r>
              <a:rPr lang="en-US" sz="1000" dirty="0"/>
              <a:t>Lorem Ipsum is simply dummy text of the printing and typesetting industry. Lorem Ipsum has been the industry's standard dummy text ever since the 1500s, when an unknown printer took a galley of type and scrambled it to make a type specimen book. It has survived</a:t>
            </a:r>
            <a:br>
              <a:rPr lang="en-US" sz="1000" dirty="0"/>
            </a:br>
            <a:r>
              <a:rPr lang="en-US" sz="1000" dirty="0"/>
              <a:t>not only five centuries, but also the leap into electronic typesetting, remaining</a:t>
            </a:r>
            <a:br>
              <a:rPr lang="en-US" sz="1000" dirty="0"/>
            </a:br>
            <a:r>
              <a:rPr lang="en-US" sz="1000" dirty="0"/>
              <a:t>essentially unchanged. It was </a:t>
            </a:r>
            <a:r>
              <a:rPr lang="en-US" sz="1000" dirty="0" err="1"/>
              <a:t>popularised</a:t>
            </a:r>
            <a:r>
              <a:rPr lang="en-US" sz="1000" dirty="0"/>
              <a:t> in the 1960s with the release of Letraset</a:t>
            </a:r>
            <a:br>
              <a:rPr lang="en-US" sz="1000" dirty="0"/>
            </a:br>
            <a:r>
              <a:rPr lang="en-US" sz="1000" dirty="0"/>
              <a:t>sheets containing. (</a:t>
            </a:r>
            <a:r>
              <a:rPr lang="en-US" sz="1200" b="1" dirty="0">
                <a:solidFill>
                  <a:schemeClr val="accent3"/>
                </a:solidFill>
              </a:rPr>
              <a:t>~10%</a:t>
            </a:r>
            <a:r>
              <a:rPr lang="en-US" sz="1000" dirty="0"/>
              <a:t>)</a:t>
            </a:r>
            <a:endParaRPr lang="en-IN" sz="1000" dirty="0"/>
          </a:p>
        </p:txBody>
      </p:sp>
      <p:sp>
        <p:nvSpPr>
          <p:cNvPr id="31" name="Rectangle 30">
            <a:extLst>
              <a:ext uri="{FF2B5EF4-FFF2-40B4-BE49-F238E27FC236}">
                <a16:creationId xmlns:a16="http://schemas.microsoft.com/office/drawing/2014/main" id="{BD7868BF-CA93-878F-A468-C546D9C23F01}"/>
              </a:ext>
            </a:extLst>
          </p:cNvPr>
          <p:cNvSpPr/>
          <p:nvPr/>
        </p:nvSpPr>
        <p:spPr>
          <a:xfrm>
            <a:off x="380999" y="2752430"/>
            <a:ext cx="5688188" cy="7706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spcAft>
                <a:spcPts val="600"/>
              </a:spcAft>
            </a:pPr>
            <a:r>
              <a:rPr lang="en-US" sz="1000" dirty="0"/>
              <a:t>Lorem Ipsum is simply dummy text of the printing and typesetting industry. Lorem Ipsum has been the industry's standard dummy text ever since the 1500s, It has survived not only five centuries, but also the leap into electronic typesetting, remaining essentially unchanged.</a:t>
            </a:r>
          </a:p>
          <a:p>
            <a:pPr>
              <a:spcAft>
                <a:spcPts val="600"/>
              </a:spcAft>
            </a:pPr>
            <a:r>
              <a:rPr lang="en-US" sz="1000" dirty="0"/>
              <a:t>Lorem Ipsum is simply dummy text of the printing and typesetting industry.(</a:t>
            </a:r>
            <a:r>
              <a:rPr lang="en-US" sz="1200" b="1" dirty="0">
                <a:solidFill>
                  <a:schemeClr val="accent3"/>
                </a:solidFill>
              </a:rPr>
              <a:t>~20%</a:t>
            </a:r>
            <a:r>
              <a:rPr lang="en-US" sz="1000" dirty="0"/>
              <a:t>)</a:t>
            </a:r>
          </a:p>
        </p:txBody>
      </p:sp>
      <p:sp>
        <p:nvSpPr>
          <p:cNvPr id="34" name="Rectangle 33">
            <a:extLst>
              <a:ext uri="{FF2B5EF4-FFF2-40B4-BE49-F238E27FC236}">
                <a16:creationId xmlns:a16="http://schemas.microsoft.com/office/drawing/2014/main" id="{F72A0935-3B0B-43F0-EB08-9773F6153FD4}"/>
              </a:ext>
            </a:extLst>
          </p:cNvPr>
          <p:cNvSpPr/>
          <p:nvPr/>
        </p:nvSpPr>
        <p:spPr>
          <a:xfrm>
            <a:off x="380999" y="3821036"/>
            <a:ext cx="5688188" cy="9276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spcAft>
                <a:spcPts val="600"/>
              </a:spcAft>
            </a:pPr>
            <a:r>
              <a:rPr lang="en-US" sz="1000" dirty="0"/>
              <a:t>Lorem Ipsum is simply dummy text of the printing and typesetting industry. Lorem Ipsum has been the industry's standard dummy text ever since the 1500s, It has survived not only five centuries, but also the leap into electronic typesetting, remaining essentially unchanged.</a:t>
            </a:r>
          </a:p>
          <a:p>
            <a:pPr>
              <a:spcAft>
                <a:spcPts val="600"/>
              </a:spcAft>
            </a:pPr>
            <a:r>
              <a:rPr lang="en-US" sz="1000" dirty="0"/>
              <a:t>Lorem Ipsum is simply dummy text of the printing and typesetting industry. Lorem Ipsum has been the industry's standard dummy text ever since the 1500s. (</a:t>
            </a:r>
            <a:r>
              <a:rPr lang="en-US" sz="1200" b="1" dirty="0">
                <a:solidFill>
                  <a:schemeClr val="accent3"/>
                </a:solidFill>
              </a:rPr>
              <a:t>~10%</a:t>
            </a:r>
            <a:r>
              <a:rPr lang="en-US" sz="1000" dirty="0"/>
              <a:t>)</a:t>
            </a:r>
          </a:p>
        </p:txBody>
      </p:sp>
      <p:sp>
        <p:nvSpPr>
          <p:cNvPr id="35" name="Rectangle 34">
            <a:extLst>
              <a:ext uri="{FF2B5EF4-FFF2-40B4-BE49-F238E27FC236}">
                <a16:creationId xmlns:a16="http://schemas.microsoft.com/office/drawing/2014/main" id="{020E1AB5-69DB-6558-C50D-ABF5ED13A15B}"/>
              </a:ext>
            </a:extLst>
          </p:cNvPr>
          <p:cNvSpPr/>
          <p:nvPr/>
        </p:nvSpPr>
        <p:spPr>
          <a:xfrm>
            <a:off x="380999" y="5046596"/>
            <a:ext cx="5688188" cy="97395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spcAft>
                <a:spcPts val="600"/>
              </a:spcAft>
            </a:pPr>
            <a:r>
              <a:rPr lang="en-US" sz="1000" dirty="0"/>
              <a:t>Lorem Ipsum is simply dummy text of the printing and typesetting industry. Lorem Ipsum has been the industry's standard dummy text ever since the 1500s, when an unknown printer took a galley of type and scrambled it to make a type specimen book. It has survived</a:t>
            </a:r>
            <a:br>
              <a:rPr lang="en-US" sz="1000" dirty="0"/>
            </a:br>
            <a:r>
              <a:rPr lang="en-US" sz="1000" dirty="0"/>
              <a:t>not only five centuries, but also the leap into electronic typesetting, remaining</a:t>
            </a:r>
            <a:br>
              <a:rPr lang="en-US" sz="1000" dirty="0"/>
            </a:br>
            <a:r>
              <a:rPr lang="en-US" sz="1000" dirty="0"/>
              <a:t>essentially unchanged. It was </a:t>
            </a:r>
            <a:r>
              <a:rPr lang="en-US" sz="1000" dirty="0" err="1"/>
              <a:t>popularised</a:t>
            </a:r>
            <a:r>
              <a:rPr lang="en-US" sz="1000" dirty="0"/>
              <a:t> in the 1960s with the release of Letraset</a:t>
            </a:r>
            <a:br>
              <a:rPr lang="en-US" sz="1000" dirty="0"/>
            </a:br>
            <a:r>
              <a:rPr lang="en-US" sz="1000" dirty="0"/>
              <a:t>sheets containing. (</a:t>
            </a:r>
            <a:r>
              <a:rPr lang="en-US" sz="1200" b="1" dirty="0">
                <a:solidFill>
                  <a:schemeClr val="accent3"/>
                </a:solidFill>
              </a:rPr>
              <a:t>~10%</a:t>
            </a:r>
            <a:r>
              <a:rPr lang="en-US" sz="1000" dirty="0"/>
              <a:t>)</a:t>
            </a:r>
            <a:endParaRPr lang="en-IN" sz="1000" dirty="0"/>
          </a:p>
        </p:txBody>
      </p:sp>
      <p:sp>
        <p:nvSpPr>
          <p:cNvPr id="38" name="Rectangle 37">
            <a:extLst>
              <a:ext uri="{FF2B5EF4-FFF2-40B4-BE49-F238E27FC236}">
                <a16:creationId xmlns:a16="http://schemas.microsoft.com/office/drawing/2014/main" id="{DF461815-3840-A2F0-4367-B250D947B94B}"/>
              </a:ext>
            </a:extLst>
          </p:cNvPr>
          <p:cNvSpPr/>
          <p:nvPr/>
        </p:nvSpPr>
        <p:spPr>
          <a:xfrm>
            <a:off x="6229349" y="1153796"/>
            <a:ext cx="5591175" cy="63983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000" dirty="0"/>
              <a:t>Lorem Ipsum is simply dummy text of the printing and typesetting industry. Lorem Ipsum</a:t>
            </a:r>
            <a:br>
              <a:rPr lang="en-US" sz="1000" dirty="0"/>
            </a:br>
            <a:r>
              <a:rPr lang="en-US" sz="1000" dirty="0"/>
              <a:t>has been the industry's standard dummy text ever since the 1500s, It has survived not</a:t>
            </a:r>
            <a:br>
              <a:rPr lang="en-US" sz="1000" dirty="0"/>
            </a:br>
            <a:r>
              <a:rPr lang="en-US" sz="1000" dirty="0"/>
              <a:t>only five centuries, but also the leap into electronic typesetting, remaining essentially unchanged. (</a:t>
            </a:r>
            <a:r>
              <a:rPr lang="en-US" sz="1200" b="1" dirty="0">
                <a:solidFill>
                  <a:schemeClr val="accent3"/>
                </a:solidFill>
              </a:rPr>
              <a:t>~10%</a:t>
            </a:r>
            <a:r>
              <a:rPr lang="en-US" sz="1000" dirty="0"/>
              <a:t>)</a:t>
            </a:r>
            <a:endParaRPr lang="en-IN" sz="1000" dirty="0"/>
          </a:p>
        </p:txBody>
      </p:sp>
      <p:sp>
        <p:nvSpPr>
          <p:cNvPr id="47" name="Rectangle 46">
            <a:extLst>
              <a:ext uri="{FF2B5EF4-FFF2-40B4-BE49-F238E27FC236}">
                <a16:creationId xmlns:a16="http://schemas.microsoft.com/office/drawing/2014/main" id="{60DA12EB-FAF0-4C64-FC7B-4194F1445182}"/>
              </a:ext>
            </a:extLst>
          </p:cNvPr>
          <p:cNvSpPr/>
          <p:nvPr/>
        </p:nvSpPr>
        <p:spPr>
          <a:xfrm>
            <a:off x="6229349" y="1983328"/>
            <a:ext cx="5591175" cy="108296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spcAft>
                <a:spcPts val="600"/>
              </a:spcAft>
            </a:pPr>
            <a:r>
              <a:rPr lang="en-US" sz="1000" dirty="0"/>
              <a:t>Lorem Ipsum is simply dummy text of the printing and typesetting industry. Lorem Ipsum has been the industry's standard dummy text ever since the 1500s, It has survived not only five centuries, but also the leap into electronic typesetting, remaining essentially unchanged.</a:t>
            </a:r>
          </a:p>
          <a:p>
            <a:pPr>
              <a:spcAft>
                <a:spcPts val="600"/>
              </a:spcAft>
            </a:pPr>
            <a:r>
              <a:rPr lang="en-US" sz="1000" dirty="0"/>
              <a:t>Lorem Ipsum is simply dummy text of the printing and typesetting industry. Lorem Ipsum</a:t>
            </a:r>
            <a:br>
              <a:rPr lang="en-US" sz="1000" dirty="0"/>
            </a:br>
            <a:r>
              <a:rPr lang="en-US" sz="1000" dirty="0"/>
              <a:t>has been the industry's standard dummy text ever since the 1500s, It has survived not</a:t>
            </a:r>
            <a:br>
              <a:rPr lang="en-US" sz="1000" dirty="0"/>
            </a:br>
            <a:r>
              <a:rPr lang="en-US" sz="1000" dirty="0"/>
              <a:t>only five centuries, but also the leap into electronic typesetting, remaining essentially unchanged.(</a:t>
            </a:r>
            <a:r>
              <a:rPr lang="en-US" sz="1200" b="1" dirty="0">
                <a:solidFill>
                  <a:schemeClr val="accent3"/>
                </a:solidFill>
              </a:rPr>
              <a:t>~10%</a:t>
            </a:r>
            <a:r>
              <a:rPr lang="en-US" sz="1000" dirty="0"/>
              <a:t>)</a:t>
            </a:r>
            <a:endParaRPr lang="en-IN" sz="1000" dirty="0"/>
          </a:p>
        </p:txBody>
      </p:sp>
      <p:sp>
        <p:nvSpPr>
          <p:cNvPr id="51" name="Rectangle 50">
            <a:extLst>
              <a:ext uri="{FF2B5EF4-FFF2-40B4-BE49-F238E27FC236}">
                <a16:creationId xmlns:a16="http://schemas.microsoft.com/office/drawing/2014/main" id="{009670AC-BCA8-BF5B-95AF-15C62F78CB55}"/>
              </a:ext>
            </a:extLst>
          </p:cNvPr>
          <p:cNvSpPr/>
          <p:nvPr/>
        </p:nvSpPr>
        <p:spPr>
          <a:xfrm>
            <a:off x="6229349" y="3255987"/>
            <a:ext cx="5591175" cy="6810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000" dirty="0"/>
              <a:t>Lorem Ipsum is simply dummy text of the printing and typesetting industry. Lorem Ipsum</a:t>
            </a:r>
            <a:br>
              <a:rPr lang="en-US" sz="1000" dirty="0"/>
            </a:br>
            <a:r>
              <a:rPr lang="en-US" sz="1000" dirty="0"/>
              <a:t>has been the industry's standard dummy text ever since the 1500s, It has survived not</a:t>
            </a:r>
            <a:br>
              <a:rPr lang="en-US" sz="1000" dirty="0"/>
            </a:br>
            <a:r>
              <a:rPr lang="en-US" sz="1000" dirty="0"/>
              <a:t>only five centuries, but also the leap into electronic typesetting, remaining essentially unchanged. (</a:t>
            </a:r>
            <a:r>
              <a:rPr lang="en-US" sz="1200" b="1" dirty="0">
                <a:solidFill>
                  <a:schemeClr val="accent3"/>
                </a:solidFill>
              </a:rPr>
              <a:t>~10%</a:t>
            </a:r>
            <a:r>
              <a:rPr lang="en-US" sz="1000" dirty="0"/>
              <a:t>)</a:t>
            </a:r>
            <a:endParaRPr lang="en-IN" sz="1000" dirty="0"/>
          </a:p>
        </p:txBody>
      </p:sp>
      <p:sp>
        <p:nvSpPr>
          <p:cNvPr id="52" name="Rectangle 51">
            <a:extLst>
              <a:ext uri="{FF2B5EF4-FFF2-40B4-BE49-F238E27FC236}">
                <a16:creationId xmlns:a16="http://schemas.microsoft.com/office/drawing/2014/main" id="{BB765DAB-6D0D-7014-A839-A9FB8E917B26}"/>
              </a:ext>
            </a:extLst>
          </p:cNvPr>
          <p:cNvSpPr/>
          <p:nvPr/>
        </p:nvSpPr>
        <p:spPr>
          <a:xfrm>
            <a:off x="6229349" y="4126706"/>
            <a:ext cx="5591175" cy="48685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000" dirty="0"/>
              <a:t>Lorem Ipsum is simply dummy text of the printing and typesetting industry. Lorem Ipsum</a:t>
            </a:r>
            <a:br>
              <a:rPr lang="en-US" sz="1000" dirty="0"/>
            </a:br>
            <a:r>
              <a:rPr lang="en-US" sz="1000" dirty="0"/>
              <a:t>has been the industry's standard dummy text ever since the 1500s.(</a:t>
            </a:r>
            <a:r>
              <a:rPr lang="en-US" sz="1200" b="1" dirty="0">
                <a:solidFill>
                  <a:schemeClr val="accent3"/>
                </a:solidFill>
              </a:rPr>
              <a:t>~10%</a:t>
            </a:r>
            <a:r>
              <a:rPr lang="en-US" sz="1000" dirty="0"/>
              <a:t>)</a:t>
            </a:r>
            <a:endParaRPr lang="en-IN" sz="1000" dirty="0"/>
          </a:p>
        </p:txBody>
      </p:sp>
      <p:sp>
        <p:nvSpPr>
          <p:cNvPr id="54" name="Rectangle 53">
            <a:extLst>
              <a:ext uri="{FF2B5EF4-FFF2-40B4-BE49-F238E27FC236}">
                <a16:creationId xmlns:a16="http://schemas.microsoft.com/office/drawing/2014/main" id="{30AF00B6-8B4F-49CA-4D99-4DAE4610F104}"/>
              </a:ext>
            </a:extLst>
          </p:cNvPr>
          <p:cNvSpPr/>
          <p:nvPr/>
        </p:nvSpPr>
        <p:spPr>
          <a:xfrm>
            <a:off x="6229349" y="4803255"/>
            <a:ext cx="5591175" cy="6810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000" dirty="0"/>
              <a:t>Lorem Ipsum is simply dummy text of the printing and typesetting industry. Lorem</a:t>
            </a:r>
            <a:br>
              <a:rPr lang="en-US" sz="1000" dirty="0"/>
            </a:br>
            <a:r>
              <a:rPr lang="en-US" sz="1000" dirty="0"/>
              <a:t>Ipsum has been the industry's standard dummy text ever since the 1500s, It has survived</a:t>
            </a:r>
            <a:br>
              <a:rPr lang="en-US" sz="1000" dirty="0"/>
            </a:br>
            <a:r>
              <a:rPr lang="en-US" sz="1000" dirty="0"/>
              <a:t>not only five centuries, but also the leap into electronic typesetting, remaining essentially unchanged.(</a:t>
            </a:r>
            <a:r>
              <a:rPr lang="en-US" sz="1200" b="1" dirty="0">
                <a:solidFill>
                  <a:schemeClr val="accent3"/>
                </a:solidFill>
              </a:rPr>
              <a:t>~10%</a:t>
            </a:r>
            <a:r>
              <a:rPr lang="en-US" sz="1000" dirty="0"/>
              <a:t>)</a:t>
            </a:r>
            <a:endParaRPr lang="en-IN" sz="1000" dirty="0"/>
          </a:p>
        </p:txBody>
      </p:sp>
      <p:sp>
        <p:nvSpPr>
          <p:cNvPr id="55" name="Rectangle 54">
            <a:extLst>
              <a:ext uri="{FF2B5EF4-FFF2-40B4-BE49-F238E27FC236}">
                <a16:creationId xmlns:a16="http://schemas.microsoft.com/office/drawing/2014/main" id="{AD9CFE76-0996-E9D7-BB2D-B6645CB8E04E}"/>
              </a:ext>
            </a:extLst>
          </p:cNvPr>
          <p:cNvSpPr/>
          <p:nvPr/>
        </p:nvSpPr>
        <p:spPr>
          <a:xfrm>
            <a:off x="6229349" y="5673969"/>
            <a:ext cx="5591175" cy="3465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000" dirty="0"/>
              <a:t>Lorem Ipsum is simply dummy text of the printing and typesetting industry.</a:t>
            </a:r>
            <a:endParaRPr lang="en-IN" sz="1000" dirty="0"/>
          </a:p>
        </p:txBody>
      </p:sp>
      <p:cxnSp>
        <p:nvCxnSpPr>
          <p:cNvPr id="80" name="Straight Connector 79">
            <a:extLst>
              <a:ext uri="{FF2B5EF4-FFF2-40B4-BE49-F238E27FC236}">
                <a16:creationId xmlns:a16="http://schemas.microsoft.com/office/drawing/2014/main" id="{14FBA33A-5D8B-200B-A527-7BDE5552298D}"/>
              </a:ext>
            </a:extLst>
          </p:cNvPr>
          <p:cNvCxnSpPr/>
          <p:nvPr/>
        </p:nvCxnSpPr>
        <p:spPr>
          <a:xfrm>
            <a:off x="380999" y="2603457"/>
            <a:ext cx="5688188"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51BBF6F-2062-D042-70D6-CB993CB3356A}"/>
              </a:ext>
            </a:extLst>
          </p:cNvPr>
          <p:cNvCxnSpPr/>
          <p:nvPr/>
        </p:nvCxnSpPr>
        <p:spPr>
          <a:xfrm>
            <a:off x="380999" y="3672063"/>
            <a:ext cx="5688188"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4EC1883-6CAE-EB65-738C-1A50C46C9FD4}"/>
              </a:ext>
            </a:extLst>
          </p:cNvPr>
          <p:cNvCxnSpPr/>
          <p:nvPr/>
        </p:nvCxnSpPr>
        <p:spPr>
          <a:xfrm>
            <a:off x="380999" y="4897620"/>
            <a:ext cx="5688188"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C3A2633-4411-A08B-FFCA-547B3B61AB4D}"/>
              </a:ext>
            </a:extLst>
          </p:cNvPr>
          <p:cNvCxnSpPr/>
          <p:nvPr/>
        </p:nvCxnSpPr>
        <p:spPr>
          <a:xfrm>
            <a:off x="6229349" y="1888480"/>
            <a:ext cx="5591175"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C11B0772-D944-FC83-9E6F-9506599C5757}"/>
              </a:ext>
            </a:extLst>
          </p:cNvPr>
          <p:cNvCxnSpPr/>
          <p:nvPr/>
        </p:nvCxnSpPr>
        <p:spPr>
          <a:xfrm>
            <a:off x="6229349" y="3161139"/>
            <a:ext cx="5591175"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877BD88-1ACC-622A-80BE-77182F7E3CF5}"/>
              </a:ext>
            </a:extLst>
          </p:cNvPr>
          <p:cNvCxnSpPr/>
          <p:nvPr/>
        </p:nvCxnSpPr>
        <p:spPr>
          <a:xfrm>
            <a:off x="6229349" y="4031858"/>
            <a:ext cx="5591175"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6E192926-09A4-A638-7DFD-90B44D6D527D}"/>
              </a:ext>
            </a:extLst>
          </p:cNvPr>
          <p:cNvCxnSpPr/>
          <p:nvPr/>
        </p:nvCxnSpPr>
        <p:spPr>
          <a:xfrm>
            <a:off x="6229349" y="4708407"/>
            <a:ext cx="5591175"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E6A487FA-B549-55E5-434B-AECE1CAEF960}"/>
              </a:ext>
            </a:extLst>
          </p:cNvPr>
          <p:cNvCxnSpPr/>
          <p:nvPr/>
        </p:nvCxnSpPr>
        <p:spPr>
          <a:xfrm>
            <a:off x="6229349" y="5579126"/>
            <a:ext cx="5591175" cy="0"/>
          </a:xfrm>
          <a:prstGeom prst="line">
            <a:avLst/>
          </a:prstGeom>
          <a:ln w="9525">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78" name="Slide Number Placeholder 2">
            <a:extLst>
              <a:ext uri="{FF2B5EF4-FFF2-40B4-BE49-F238E27FC236}">
                <a16:creationId xmlns:a16="http://schemas.microsoft.com/office/drawing/2014/main" id="{4453DC37-0FE5-370F-08EB-FDE119874D0D}"/>
              </a:ext>
            </a:extLst>
          </p:cNvPr>
          <p:cNvSpPr>
            <a:spLocks noGrp="1"/>
          </p:cNvSpPr>
          <p:nvPr>
            <p:ph type="sldNum" sz="quarter" idx="4"/>
          </p:nvPr>
        </p:nvSpPr>
        <p:spPr/>
        <p:txBody>
          <a:bodyPr/>
          <a:lstStyle/>
          <a:p>
            <a:fld id="{9A131BC9-40DA-43B6-B58E-D925B527BF77}" type="slidenum">
              <a:rPr lang="en-IN" smtClean="0"/>
              <a:pPr/>
              <a:t>6</a:t>
            </a:fld>
            <a:endParaRPr lang="en-IN"/>
          </a:p>
        </p:txBody>
      </p:sp>
    </p:spTree>
    <p:extLst>
      <p:ext uri="{BB962C8B-B14F-4D97-AF65-F5344CB8AC3E}">
        <p14:creationId xmlns:p14="http://schemas.microsoft.com/office/powerpoint/2010/main" val="286210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5D0EC4AD-336F-2768-4160-E4CD7D58DA82}"/>
            </a:ext>
          </a:extLst>
        </p:cNvPr>
        <p:cNvGrpSpPr/>
        <p:nvPr/>
      </p:nvGrpSpPr>
      <p:grpSpPr>
        <a:xfrm>
          <a:off x="0" y="0"/>
          <a:ext cx="0" cy="0"/>
          <a:chOff x="0" y="0"/>
          <a:chExt cx="0" cy="0"/>
        </a:xfrm>
      </p:grpSpPr>
      <p:sp>
        <p:nvSpPr>
          <p:cNvPr id="93" name="Freeform: Shape 92">
            <a:extLst>
              <a:ext uri="{FF2B5EF4-FFF2-40B4-BE49-F238E27FC236}">
                <a16:creationId xmlns:a16="http://schemas.microsoft.com/office/drawing/2014/main" id="{2E239CDE-571A-7B29-2F39-899CBE2EA920}"/>
              </a:ext>
            </a:extLst>
          </p:cNvPr>
          <p:cNvSpPr/>
          <p:nvPr/>
        </p:nvSpPr>
        <p:spPr>
          <a:xfrm flipH="1" flipV="1">
            <a:off x="5083780" y="2060574"/>
            <a:ext cx="7108220" cy="4797425"/>
          </a:xfrm>
          <a:custGeom>
            <a:avLst/>
            <a:gdLst>
              <a:gd name="connsiteX0" fmla="*/ 6312915 w 7108220"/>
              <a:gd name="connsiteY0" fmla="*/ 4797425 h 4797425"/>
              <a:gd name="connsiteX1" fmla="*/ 512157 w 7108220"/>
              <a:gd name="connsiteY1" fmla="*/ 4797425 h 4797425"/>
              <a:gd name="connsiteX2" fmla="*/ 0 w 7108220"/>
              <a:gd name="connsiteY2" fmla="*/ 4797425 h 4797425"/>
              <a:gd name="connsiteX3" fmla="*/ 0 w 7108220"/>
              <a:gd name="connsiteY3" fmla="*/ 0 h 4797425"/>
              <a:gd name="connsiteX4" fmla="*/ 512157 w 7108220"/>
              <a:gd name="connsiteY4" fmla="*/ 0 h 4797425"/>
              <a:gd name="connsiteX5" fmla="*/ 7108220 w 7108220"/>
              <a:gd name="connsiteY5" fmla="*/ 0 h 479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08220" h="4797425">
                <a:moveTo>
                  <a:pt x="6312915" y="4797425"/>
                </a:moveTo>
                <a:lnTo>
                  <a:pt x="512157" y="4797425"/>
                </a:lnTo>
                <a:lnTo>
                  <a:pt x="0" y="4797425"/>
                </a:lnTo>
                <a:lnTo>
                  <a:pt x="0" y="0"/>
                </a:lnTo>
                <a:lnTo>
                  <a:pt x="512157" y="0"/>
                </a:lnTo>
                <a:lnTo>
                  <a:pt x="710822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2" name="Freeform: Shape 91">
            <a:extLst>
              <a:ext uri="{FF2B5EF4-FFF2-40B4-BE49-F238E27FC236}">
                <a16:creationId xmlns:a16="http://schemas.microsoft.com/office/drawing/2014/main" id="{8F18C425-27F5-D13D-1745-9F4FD36B0A67}"/>
              </a:ext>
            </a:extLst>
          </p:cNvPr>
          <p:cNvSpPr/>
          <p:nvPr/>
        </p:nvSpPr>
        <p:spPr>
          <a:xfrm flipH="1" flipV="1">
            <a:off x="5592155" y="-9653"/>
            <a:ext cx="6599845" cy="4060953"/>
          </a:xfrm>
          <a:custGeom>
            <a:avLst/>
            <a:gdLst>
              <a:gd name="connsiteX0" fmla="*/ 5990892 w 6599845"/>
              <a:gd name="connsiteY0" fmla="*/ 4060953 h 4060953"/>
              <a:gd name="connsiteX1" fmla="*/ 0 w 6599845"/>
              <a:gd name="connsiteY1" fmla="*/ 4060953 h 4060953"/>
              <a:gd name="connsiteX2" fmla="*/ 0 w 6599845"/>
              <a:gd name="connsiteY2" fmla="*/ 410451 h 4060953"/>
              <a:gd name="connsiteX3" fmla="*/ 4 w 6599845"/>
              <a:gd name="connsiteY3" fmla="*/ 410451 h 4060953"/>
              <a:gd name="connsiteX4" fmla="*/ 4 w 6599845"/>
              <a:gd name="connsiteY4" fmla="*/ 0 h 4060953"/>
              <a:gd name="connsiteX5" fmla="*/ 6506399 w 6599845"/>
              <a:gd name="connsiteY5" fmla="*/ 410451 h 4060953"/>
              <a:gd name="connsiteX6" fmla="*/ 6596063 w 6599845"/>
              <a:gd name="connsiteY6" fmla="*/ 410451 h 4060953"/>
              <a:gd name="connsiteX7" fmla="*/ 6595135 w 6599845"/>
              <a:gd name="connsiteY7" fmla="*/ 416049 h 4060953"/>
              <a:gd name="connsiteX8" fmla="*/ 6599845 w 6599845"/>
              <a:gd name="connsiteY8" fmla="*/ 416346 h 4060953"/>
              <a:gd name="connsiteX9" fmla="*/ 6595086 w 6599845"/>
              <a:gd name="connsiteY9" fmla="*/ 416346 h 4060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99845" h="4060953">
                <a:moveTo>
                  <a:pt x="5990892" y="4060953"/>
                </a:moveTo>
                <a:lnTo>
                  <a:pt x="0" y="4060953"/>
                </a:lnTo>
                <a:lnTo>
                  <a:pt x="0" y="410451"/>
                </a:lnTo>
                <a:lnTo>
                  <a:pt x="4" y="410451"/>
                </a:lnTo>
                <a:lnTo>
                  <a:pt x="4" y="0"/>
                </a:lnTo>
                <a:lnTo>
                  <a:pt x="6506399" y="410451"/>
                </a:lnTo>
                <a:lnTo>
                  <a:pt x="6596063" y="410451"/>
                </a:lnTo>
                <a:lnTo>
                  <a:pt x="6595135" y="416049"/>
                </a:lnTo>
                <a:lnTo>
                  <a:pt x="6599845" y="416346"/>
                </a:lnTo>
                <a:lnTo>
                  <a:pt x="6595086" y="416346"/>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2" name="Title 1">
            <a:extLst>
              <a:ext uri="{FF2B5EF4-FFF2-40B4-BE49-F238E27FC236}">
                <a16:creationId xmlns:a16="http://schemas.microsoft.com/office/drawing/2014/main" id="{8DE4E9CB-73B4-573C-9D83-EE9E6BCD33BC}"/>
              </a:ext>
            </a:extLst>
          </p:cNvPr>
          <p:cNvSpPr>
            <a:spLocks noGrp="1"/>
          </p:cNvSpPr>
          <p:nvPr>
            <p:ph type="title"/>
          </p:nvPr>
        </p:nvSpPr>
        <p:spPr/>
        <p:txBody>
          <a:bodyPr/>
          <a:lstStyle/>
          <a:p>
            <a:r>
              <a:rPr lang="en-IN" dirty="0"/>
              <a:t>What is Lorem Ipsum?</a:t>
            </a:r>
          </a:p>
        </p:txBody>
      </p:sp>
      <p:sp>
        <p:nvSpPr>
          <p:cNvPr id="15" name="TextBox 14">
            <a:extLst>
              <a:ext uri="{FF2B5EF4-FFF2-40B4-BE49-F238E27FC236}">
                <a16:creationId xmlns:a16="http://schemas.microsoft.com/office/drawing/2014/main" id="{65DA07C8-4CD0-D96D-00DF-28CCA2BDB5C0}"/>
              </a:ext>
            </a:extLst>
          </p:cNvPr>
          <p:cNvSpPr txBox="1"/>
          <p:nvPr/>
        </p:nvSpPr>
        <p:spPr>
          <a:xfrm>
            <a:off x="6658708" y="1806447"/>
            <a:ext cx="5161815" cy="1698754"/>
          </a:xfrm>
          <a:prstGeom prst="rect">
            <a:avLst/>
          </a:prstGeom>
          <a:noFill/>
        </p:spPr>
        <p:txBody>
          <a:bodyPr wrap="square" lIns="0" tIns="0" rIns="0" bIns="0" numCol="1" spcCol="360000" rtlCol="0">
            <a:noAutofit/>
          </a:bodyPr>
          <a:lstStyle/>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endParaRPr lang="en-US" sz="900" dirty="0">
              <a:solidFill>
                <a:schemeClr val="bg1"/>
              </a:solidFill>
            </a:endParaRPr>
          </a:p>
        </p:txBody>
      </p:sp>
      <p:sp>
        <p:nvSpPr>
          <p:cNvPr id="14" name="TextBox 13">
            <a:extLst>
              <a:ext uri="{FF2B5EF4-FFF2-40B4-BE49-F238E27FC236}">
                <a16:creationId xmlns:a16="http://schemas.microsoft.com/office/drawing/2014/main" id="{75EEE7DF-C40A-62C4-8436-B08FEA5AEE0C}"/>
              </a:ext>
            </a:extLst>
          </p:cNvPr>
          <p:cNvSpPr txBox="1"/>
          <p:nvPr/>
        </p:nvSpPr>
        <p:spPr>
          <a:xfrm>
            <a:off x="7362057" y="1358029"/>
            <a:ext cx="2654064" cy="184666"/>
          </a:xfrm>
          <a:prstGeom prst="rect">
            <a:avLst/>
          </a:prstGeom>
          <a:noFill/>
        </p:spPr>
        <p:txBody>
          <a:bodyPr wrap="square" lIns="0" tIns="0" rIns="0" bIns="0" rtlCol="0" anchor="ctr">
            <a:spAutoFit/>
          </a:bodyPr>
          <a:lstStyle/>
          <a:p>
            <a:pPr>
              <a:spcAft>
                <a:spcPts val="600"/>
              </a:spcAft>
            </a:pPr>
            <a:r>
              <a:rPr lang="en-US" sz="1200" b="1" dirty="0">
                <a:solidFill>
                  <a:schemeClr val="bg1"/>
                </a:solidFill>
              </a:rPr>
              <a:t>Lorem Ipsum</a:t>
            </a:r>
          </a:p>
        </p:txBody>
      </p:sp>
      <p:sp>
        <p:nvSpPr>
          <p:cNvPr id="17" name="TextBox 16">
            <a:extLst>
              <a:ext uri="{FF2B5EF4-FFF2-40B4-BE49-F238E27FC236}">
                <a16:creationId xmlns:a16="http://schemas.microsoft.com/office/drawing/2014/main" id="{874D8FD5-A32B-A688-5A7E-94F0DCD2A961}"/>
              </a:ext>
            </a:extLst>
          </p:cNvPr>
          <p:cNvSpPr txBox="1"/>
          <p:nvPr/>
        </p:nvSpPr>
        <p:spPr>
          <a:xfrm>
            <a:off x="7362057" y="4133195"/>
            <a:ext cx="2654064" cy="184666"/>
          </a:xfrm>
          <a:prstGeom prst="rect">
            <a:avLst/>
          </a:prstGeom>
          <a:noFill/>
        </p:spPr>
        <p:txBody>
          <a:bodyPr wrap="square" lIns="0" tIns="0" rIns="0" bIns="0" rtlCol="0" anchor="ctr">
            <a:spAutoFit/>
          </a:bodyPr>
          <a:lstStyle/>
          <a:p>
            <a:pPr>
              <a:spcAft>
                <a:spcPts val="600"/>
              </a:spcAft>
            </a:pPr>
            <a:r>
              <a:rPr lang="en-US" sz="1200" b="1" dirty="0">
                <a:solidFill>
                  <a:schemeClr val="bg1"/>
                </a:solidFill>
              </a:rPr>
              <a:t>Lorem Ipsum</a:t>
            </a:r>
          </a:p>
        </p:txBody>
      </p:sp>
      <p:sp>
        <p:nvSpPr>
          <p:cNvPr id="18" name="TextBox 17">
            <a:extLst>
              <a:ext uri="{FF2B5EF4-FFF2-40B4-BE49-F238E27FC236}">
                <a16:creationId xmlns:a16="http://schemas.microsoft.com/office/drawing/2014/main" id="{56959708-CBC9-DF3D-9AB1-726992B7326B}"/>
              </a:ext>
            </a:extLst>
          </p:cNvPr>
          <p:cNvSpPr txBox="1"/>
          <p:nvPr/>
        </p:nvSpPr>
        <p:spPr>
          <a:xfrm>
            <a:off x="6658708" y="4581612"/>
            <a:ext cx="5161815" cy="1538883"/>
          </a:xfrm>
          <a:prstGeom prst="rect">
            <a:avLst/>
          </a:prstGeom>
          <a:noFill/>
        </p:spPr>
        <p:txBody>
          <a:bodyPr wrap="square" lIns="0" tIns="0" rIns="0" bIns="0" numCol="1" spcCol="360000" rtlCol="0">
            <a:noAutofit/>
          </a:bodyPr>
          <a:lstStyle/>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r>
              <a:rPr lang="en-US" sz="900" dirty="0">
                <a:solidFill>
                  <a:schemeClr val="bg1"/>
                </a:solidFill>
              </a:rPr>
              <a:t>Lorem Ipsum is simply dummy text of the printing and typesetting industry. Lorem Ipsum has been the industry's standard dummy text ever since the 1500s.</a:t>
            </a:r>
          </a:p>
          <a:p>
            <a:pPr>
              <a:spcAft>
                <a:spcPts val="600"/>
              </a:spcAft>
            </a:pPr>
            <a:endParaRPr lang="en-US" sz="900" dirty="0">
              <a:solidFill>
                <a:schemeClr val="bg1"/>
              </a:solidFill>
            </a:endParaRPr>
          </a:p>
          <a:p>
            <a:pPr>
              <a:spcAft>
                <a:spcPts val="600"/>
              </a:spcAft>
            </a:pPr>
            <a:endParaRPr lang="en-US" sz="900" dirty="0">
              <a:solidFill>
                <a:schemeClr val="bg1"/>
              </a:solidFill>
            </a:endParaRPr>
          </a:p>
        </p:txBody>
      </p:sp>
      <p:sp>
        <p:nvSpPr>
          <p:cNvPr id="6" name="Parallelogram 5">
            <a:extLst>
              <a:ext uri="{FF2B5EF4-FFF2-40B4-BE49-F238E27FC236}">
                <a16:creationId xmlns:a16="http://schemas.microsoft.com/office/drawing/2014/main" id="{56CC7A02-337C-A48A-DF31-72170E62C699}"/>
              </a:ext>
            </a:extLst>
          </p:cNvPr>
          <p:cNvSpPr/>
          <p:nvPr/>
        </p:nvSpPr>
        <p:spPr>
          <a:xfrm>
            <a:off x="6658708" y="1209222"/>
            <a:ext cx="641432" cy="482280"/>
          </a:xfrm>
          <a:prstGeom prst="parallelogram">
            <a:avLst>
              <a:gd name="adj" fmla="val 1973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Parallelogram 6">
            <a:extLst>
              <a:ext uri="{FF2B5EF4-FFF2-40B4-BE49-F238E27FC236}">
                <a16:creationId xmlns:a16="http://schemas.microsoft.com/office/drawing/2014/main" id="{CD7C5A8D-62DA-CCD5-4503-68478FEB52B2}"/>
              </a:ext>
            </a:extLst>
          </p:cNvPr>
          <p:cNvSpPr/>
          <p:nvPr/>
        </p:nvSpPr>
        <p:spPr>
          <a:xfrm>
            <a:off x="6658708" y="3984387"/>
            <a:ext cx="641432" cy="482280"/>
          </a:xfrm>
          <a:prstGeom prst="parallelogram">
            <a:avLst>
              <a:gd name="adj" fmla="val 1973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Freeform: Shape 3">
            <a:extLst>
              <a:ext uri="{FF2B5EF4-FFF2-40B4-BE49-F238E27FC236}">
                <a16:creationId xmlns:a16="http://schemas.microsoft.com/office/drawing/2014/main" id="{4538AF5E-D1BC-027D-657A-AACBAF26328B}"/>
              </a:ext>
            </a:extLst>
          </p:cNvPr>
          <p:cNvSpPr/>
          <p:nvPr/>
        </p:nvSpPr>
        <p:spPr>
          <a:xfrm>
            <a:off x="0" y="1146175"/>
            <a:ext cx="6424246" cy="4797425"/>
          </a:xfrm>
          <a:custGeom>
            <a:avLst/>
            <a:gdLst>
              <a:gd name="connsiteX0" fmla="*/ 0 w 6424246"/>
              <a:gd name="connsiteY0" fmla="*/ 0 h 4898121"/>
              <a:gd name="connsiteX1" fmla="*/ 6424246 w 6424246"/>
              <a:gd name="connsiteY1" fmla="*/ 0 h 4898121"/>
              <a:gd name="connsiteX2" fmla="*/ 5649657 w 6424246"/>
              <a:gd name="connsiteY2" fmla="*/ 4898121 h 4898121"/>
              <a:gd name="connsiteX3" fmla="*/ 0 w 6424246"/>
              <a:gd name="connsiteY3" fmla="*/ 4898121 h 4898121"/>
            </a:gdLst>
            <a:ahLst/>
            <a:cxnLst>
              <a:cxn ang="0">
                <a:pos x="connsiteX0" y="connsiteY0"/>
              </a:cxn>
              <a:cxn ang="0">
                <a:pos x="connsiteX1" y="connsiteY1"/>
              </a:cxn>
              <a:cxn ang="0">
                <a:pos x="connsiteX2" y="connsiteY2"/>
              </a:cxn>
              <a:cxn ang="0">
                <a:pos x="connsiteX3" y="connsiteY3"/>
              </a:cxn>
            </a:cxnLst>
            <a:rect l="l" t="t" r="r" b="b"/>
            <a:pathLst>
              <a:path w="6424246" h="4898121">
                <a:moveTo>
                  <a:pt x="0" y="0"/>
                </a:moveTo>
                <a:lnTo>
                  <a:pt x="6424246" y="0"/>
                </a:lnTo>
                <a:lnTo>
                  <a:pt x="5649657" y="4898121"/>
                </a:lnTo>
                <a:lnTo>
                  <a:pt x="0" y="4898121"/>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1" name="TextBox 10">
            <a:extLst>
              <a:ext uri="{FF2B5EF4-FFF2-40B4-BE49-F238E27FC236}">
                <a16:creationId xmlns:a16="http://schemas.microsoft.com/office/drawing/2014/main" id="{7B906A14-9E9F-28DB-9544-DA017A8DCD8C}"/>
              </a:ext>
            </a:extLst>
          </p:cNvPr>
          <p:cNvSpPr txBox="1"/>
          <p:nvPr/>
        </p:nvSpPr>
        <p:spPr>
          <a:xfrm>
            <a:off x="1058949" y="1446929"/>
            <a:ext cx="2654064" cy="184666"/>
          </a:xfrm>
          <a:prstGeom prst="rect">
            <a:avLst/>
          </a:prstGeom>
          <a:noFill/>
        </p:spPr>
        <p:txBody>
          <a:bodyPr wrap="square" lIns="0" tIns="0" rIns="0" bIns="0" rtlCol="0" anchor="ctr">
            <a:spAutoFit/>
          </a:bodyPr>
          <a:lstStyle/>
          <a:p>
            <a:pPr>
              <a:spcAft>
                <a:spcPts val="600"/>
              </a:spcAft>
            </a:pPr>
            <a:r>
              <a:rPr lang="en-US" sz="1200" b="1" dirty="0">
                <a:solidFill>
                  <a:schemeClr val="accent1"/>
                </a:solidFill>
              </a:rPr>
              <a:t>Lorem Ipsum</a:t>
            </a:r>
            <a:endParaRPr lang="en-IN" sz="1200" b="1" dirty="0">
              <a:solidFill>
                <a:schemeClr val="accent1"/>
              </a:solidFill>
            </a:endParaRPr>
          </a:p>
        </p:txBody>
      </p:sp>
      <p:sp>
        <p:nvSpPr>
          <p:cNvPr id="12" name="TextBox 11">
            <a:extLst>
              <a:ext uri="{FF2B5EF4-FFF2-40B4-BE49-F238E27FC236}">
                <a16:creationId xmlns:a16="http://schemas.microsoft.com/office/drawing/2014/main" id="{92DE31E4-7D46-C815-E609-DD640BCFF581}"/>
              </a:ext>
            </a:extLst>
          </p:cNvPr>
          <p:cNvSpPr txBox="1"/>
          <p:nvPr/>
        </p:nvSpPr>
        <p:spPr>
          <a:xfrm>
            <a:off x="368302" y="1895346"/>
            <a:ext cx="5437412" cy="3972054"/>
          </a:xfrm>
          <a:prstGeom prst="rect">
            <a:avLst/>
          </a:prstGeom>
          <a:noFill/>
        </p:spPr>
        <p:txBody>
          <a:bodyPr wrap="square" lIns="0" tIns="0" rIns="0" bIns="0" numCol="1" spcCol="360000" rtlCol="0">
            <a:noAutofit/>
          </a:bodyPr>
          <a:lstStyle/>
          <a:p>
            <a:pPr>
              <a:spcAft>
                <a:spcPts val="500"/>
              </a:spcAft>
            </a:pPr>
            <a:r>
              <a:rPr lang="en-US" sz="900" dirty="0">
                <a:solidFill>
                  <a:schemeClr val="accent1"/>
                </a:solidFill>
              </a:rPr>
              <a:t>Lorem Ipsum:</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 took</a:t>
            </a:r>
            <a:br>
              <a:rPr lang="en-US" sz="900" dirty="0">
                <a:solidFill>
                  <a:schemeClr val="accent1"/>
                </a:solidFill>
              </a:rPr>
            </a:br>
            <a:r>
              <a:rPr lang="en-US" sz="900" dirty="0">
                <a:solidFill>
                  <a:schemeClr val="accent1"/>
                </a:solidFill>
              </a:rPr>
              <a:t>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 printer</a:t>
            </a:r>
            <a:br>
              <a:rPr lang="en-US" sz="900" dirty="0">
                <a:solidFill>
                  <a:schemeClr val="accent1"/>
                </a:solidFill>
              </a:rPr>
            </a:br>
            <a:r>
              <a:rPr lang="en-US" sz="900" dirty="0">
                <a:solidFill>
                  <a:schemeClr val="accent1"/>
                </a:solidFill>
              </a:rPr>
              <a:t>took a galley of type and scrambled it to make a type specimen book. </a:t>
            </a:r>
          </a:p>
          <a:p>
            <a:pPr marL="172800" indent="-172800">
              <a:spcAft>
                <a:spcPts val="500"/>
              </a:spcAft>
              <a:buClr>
                <a:schemeClr val="accent1"/>
              </a:buClr>
              <a:buFont typeface="Arial" panose="020B0604020202020204" pitchFamily="34" charset="0"/>
              <a:buChar char="•"/>
            </a:pPr>
            <a:r>
              <a:rPr lang="en-US" sz="900" dirty="0">
                <a:solidFill>
                  <a:schemeClr val="accent1"/>
                </a:solidFill>
              </a:rPr>
              <a:t>Lorem Ipsum is simply dummy text of the printing and typesetting industry. Lorem Ipsum has been the industry's standard dummy text ever since the 1500s, when an unknown</a:t>
            </a:r>
            <a:br>
              <a:rPr lang="en-US" sz="900" dirty="0">
                <a:solidFill>
                  <a:schemeClr val="accent1"/>
                </a:solidFill>
              </a:rPr>
            </a:br>
            <a:r>
              <a:rPr lang="en-US" sz="900" dirty="0">
                <a:solidFill>
                  <a:schemeClr val="accent1"/>
                </a:solidFill>
              </a:rPr>
              <a:t>printer took a galley of type and scrambled it to make a type specimen book.</a:t>
            </a:r>
          </a:p>
        </p:txBody>
      </p:sp>
      <p:sp>
        <p:nvSpPr>
          <p:cNvPr id="9" name="Parallelogram 8">
            <a:extLst>
              <a:ext uri="{FF2B5EF4-FFF2-40B4-BE49-F238E27FC236}">
                <a16:creationId xmlns:a16="http://schemas.microsoft.com/office/drawing/2014/main" id="{2BD01B44-D919-1DAD-5737-A027D65A1E1A}"/>
              </a:ext>
            </a:extLst>
          </p:cNvPr>
          <p:cNvSpPr/>
          <p:nvPr/>
        </p:nvSpPr>
        <p:spPr>
          <a:xfrm>
            <a:off x="370766" y="1298122"/>
            <a:ext cx="641432" cy="482280"/>
          </a:xfrm>
          <a:prstGeom prst="parallelogram">
            <a:avLst>
              <a:gd name="adj" fmla="val 1973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7" name="Graphic 94">
            <a:extLst>
              <a:ext uri="{FF2B5EF4-FFF2-40B4-BE49-F238E27FC236}">
                <a16:creationId xmlns:a16="http://schemas.microsoft.com/office/drawing/2014/main" id="{13AC6E8F-9F7D-324C-C647-1B62D2C4938E}"/>
              </a:ext>
            </a:extLst>
          </p:cNvPr>
          <p:cNvGrpSpPr/>
          <p:nvPr/>
        </p:nvGrpSpPr>
        <p:grpSpPr>
          <a:xfrm>
            <a:off x="6815100" y="1311988"/>
            <a:ext cx="328650" cy="276748"/>
            <a:chOff x="-644144" y="-431863"/>
            <a:chExt cx="350424" cy="295084"/>
          </a:xfrm>
          <a:noFill/>
        </p:grpSpPr>
        <p:sp>
          <p:nvSpPr>
            <p:cNvPr id="98" name="Freeform: Shape 97">
              <a:extLst>
                <a:ext uri="{FF2B5EF4-FFF2-40B4-BE49-F238E27FC236}">
                  <a16:creationId xmlns:a16="http://schemas.microsoft.com/office/drawing/2014/main" id="{1282CE98-7BF2-2E31-32E8-5C27944CD093}"/>
                </a:ext>
              </a:extLst>
            </p:cNvPr>
            <p:cNvSpPr/>
            <p:nvPr/>
          </p:nvSpPr>
          <p:spPr>
            <a:xfrm>
              <a:off x="-573564" y="-339090"/>
              <a:ext cx="209168" cy="84391"/>
            </a:xfrm>
            <a:custGeom>
              <a:avLst/>
              <a:gdLst>
                <a:gd name="connsiteX0" fmla="*/ 104584 w 209168"/>
                <a:gd name="connsiteY0" fmla="*/ 42196 h 84391"/>
                <a:gd name="connsiteX1" fmla="*/ 0 w 209168"/>
                <a:gd name="connsiteY1" fmla="*/ 0 h 84391"/>
                <a:gd name="connsiteX2" fmla="*/ 0 w 209168"/>
                <a:gd name="connsiteY2" fmla="*/ 45911 h 84391"/>
                <a:gd name="connsiteX3" fmla="*/ 104584 w 209168"/>
                <a:gd name="connsiteY3" fmla="*/ 84392 h 84391"/>
                <a:gd name="connsiteX4" fmla="*/ 209169 w 209168"/>
                <a:gd name="connsiteY4" fmla="*/ 45911 h 84391"/>
                <a:gd name="connsiteX5" fmla="*/ 209169 w 209168"/>
                <a:gd name="connsiteY5" fmla="*/ 45434 h 84391"/>
                <a:gd name="connsiteX6" fmla="*/ 209169 w 209168"/>
                <a:gd name="connsiteY6" fmla="*/ 0 h 84391"/>
                <a:gd name="connsiteX7" fmla="*/ 104584 w 209168"/>
                <a:gd name="connsiteY7" fmla="*/ 42196 h 84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168" h="84391">
                  <a:moveTo>
                    <a:pt x="104584" y="42196"/>
                  </a:moveTo>
                  <a:lnTo>
                    <a:pt x="0" y="0"/>
                  </a:lnTo>
                  <a:lnTo>
                    <a:pt x="0" y="45911"/>
                  </a:lnTo>
                  <a:cubicBezTo>
                    <a:pt x="0" y="67151"/>
                    <a:pt x="46863" y="84392"/>
                    <a:pt x="104584" y="84392"/>
                  </a:cubicBezTo>
                  <a:cubicBezTo>
                    <a:pt x="162306" y="84392"/>
                    <a:pt x="209169" y="67151"/>
                    <a:pt x="209169" y="45911"/>
                  </a:cubicBezTo>
                  <a:cubicBezTo>
                    <a:pt x="209169" y="45720"/>
                    <a:pt x="209169" y="45530"/>
                    <a:pt x="209169" y="45434"/>
                  </a:cubicBezTo>
                  <a:lnTo>
                    <a:pt x="209169" y="0"/>
                  </a:lnTo>
                  <a:lnTo>
                    <a:pt x="104584" y="42196"/>
                  </a:lnTo>
                  <a:close/>
                </a:path>
              </a:pathLst>
            </a:custGeom>
            <a:noFill/>
            <a:ln w="15875" cap="flat">
              <a:solidFill>
                <a:srgbClr val="231F20"/>
              </a:solid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F329A4A9-CB80-229F-E6CA-C11B90FE0124}"/>
                </a:ext>
              </a:extLst>
            </p:cNvPr>
            <p:cNvSpPr/>
            <p:nvPr/>
          </p:nvSpPr>
          <p:spPr>
            <a:xfrm>
              <a:off x="-644144" y="-431863"/>
              <a:ext cx="350424" cy="92773"/>
            </a:xfrm>
            <a:custGeom>
              <a:avLst/>
              <a:gdLst>
                <a:gd name="connsiteX0" fmla="*/ 70675 w 350424"/>
                <a:gd name="connsiteY0" fmla="*/ 92774 h 92773"/>
                <a:gd name="connsiteX1" fmla="*/ 0 w 350424"/>
                <a:gd name="connsiteY1" fmla="*/ 67342 h 92773"/>
                <a:gd name="connsiteX2" fmla="*/ 175165 w 350424"/>
                <a:gd name="connsiteY2" fmla="*/ 0 h 92773"/>
                <a:gd name="connsiteX3" fmla="*/ 350425 w 350424"/>
                <a:gd name="connsiteY3" fmla="*/ 67342 h 92773"/>
                <a:gd name="connsiteX4" fmla="*/ 279749 w 350424"/>
                <a:gd name="connsiteY4" fmla="*/ 92774 h 927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0424" h="92773">
                  <a:moveTo>
                    <a:pt x="70675" y="92774"/>
                  </a:moveTo>
                  <a:lnTo>
                    <a:pt x="0" y="67342"/>
                  </a:lnTo>
                  <a:lnTo>
                    <a:pt x="175165" y="0"/>
                  </a:lnTo>
                  <a:lnTo>
                    <a:pt x="350425" y="67342"/>
                  </a:lnTo>
                  <a:lnTo>
                    <a:pt x="279749" y="92774"/>
                  </a:lnTo>
                </a:path>
              </a:pathLst>
            </a:custGeom>
            <a:noFill/>
            <a:ln w="15875" cap="flat">
              <a:solidFill>
                <a:srgbClr val="231F20"/>
              </a:solid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A84DAF2A-6AC9-0D59-7AAF-3F1D38426540}"/>
                </a:ext>
              </a:extLst>
            </p:cNvPr>
            <p:cNvSpPr/>
            <p:nvPr/>
          </p:nvSpPr>
          <p:spPr>
            <a:xfrm>
              <a:off x="-613093" y="-350710"/>
              <a:ext cx="9525" cy="73914"/>
            </a:xfrm>
            <a:custGeom>
              <a:avLst/>
              <a:gdLst>
                <a:gd name="connsiteX0" fmla="*/ 0 w 9525"/>
                <a:gd name="connsiteY0" fmla="*/ 0 h 73914"/>
                <a:gd name="connsiteX1" fmla="*/ 0 w 9525"/>
                <a:gd name="connsiteY1" fmla="*/ 73914 h 73914"/>
              </a:gdLst>
              <a:ahLst/>
              <a:cxnLst>
                <a:cxn ang="0">
                  <a:pos x="connsiteX0" y="connsiteY0"/>
                </a:cxn>
                <a:cxn ang="0">
                  <a:pos x="connsiteX1" y="connsiteY1"/>
                </a:cxn>
              </a:cxnLst>
              <a:rect l="l" t="t" r="r" b="b"/>
              <a:pathLst>
                <a:path w="9525" h="73914">
                  <a:moveTo>
                    <a:pt x="0" y="0"/>
                  </a:moveTo>
                  <a:lnTo>
                    <a:pt x="0" y="73914"/>
                  </a:lnTo>
                </a:path>
              </a:pathLst>
            </a:custGeom>
            <a:ln w="15875" cap="rnd">
              <a:solidFill>
                <a:srgbClr val="231F20"/>
              </a:solid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1424152C-D03C-DE8C-C0C4-66A758EE2EE5}"/>
                </a:ext>
              </a:extLst>
            </p:cNvPr>
            <p:cNvSpPr/>
            <p:nvPr/>
          </p:nvSpPr>
          <p:spPr>
            <a:xfrm>
              <a:off x="-607282" y="-207168"/>
              <a:ext cx="276510" cy="70389"/>
            </a:xfrm>
            <a:custGeom>
              <a:avLst/>
              <a:gdLst>
                <a:gd name="connsiteX0" fmla="*/ 276511 w 276510"/>
                <a:gd name="connsiteY0" fmla="*/ 62579 h 70389"/>
                <a:gd name="connsiteX1" fmla="*/ 267081 w 276510"/>
                <a:gd name="connsiteY1" fmla="*/ 70390 h 70389"/>
                <a:gd name="connsiteX2" fmla="*/ 30099 w 276510"/>
                <a:gd name="connsiteY2" fmla="*/ 70390 h 70389"/>
                <a:gd name="connsiteX3" fmla="*/ 0 w 276510"/>
                <a:gd name="connsiteY3" fmla="*/ 45625 h 70389"/>
                <a:gd name="connsiteX4" fmla="*/ 0 w 276510"/>
                <a:gd name="connsiteY4" fmla="*/ 24765 h 70389"/>
                <a:gd name="connsiteX5" fmla="*/ 30099 w 276510"/>
                <a:gd name="connsiteY5" fmla="*/ 0 h 70389"/>
                <a:gd name="connsiteX6" fmla="*/ 267081 w 276510"/>
                <a:gd name="connsiteY6" fmla="*/ 0 h 70389"/>
                <a:gd name="connsiteX7" fmla="*/ 276511 w 276510"/>
                <a:gd name="connsiteY7" fmla="*/ 7811 h 70389"/>
                <a:gd name="connsiteX8" fmla="*/ 267081 w 276510"/>
                <a:gd name="connsiteY8" fmla="*/ 15621 h 70389"/>
                <a:gd name="connsiteX9" fmla="*/ 262319 w 276510"/>
                <a:gd name="connsiteY9" fmla="*/ 15621 h 70389"/>
                <a:gd name="connsiteX10" fmla="*/ 262319 w 276510"/>
                <a:gd name="connsiteY10" fmla="*/ 54864 h 70389"/>
                <a:gd name="connsiteX11" fmla="*/ 267081 w 276510"/>
                <a:gd name="connsiteY11" fmla="*/ 54864 h 70389"/>
                <a:gd name="connsiteX12" fmla="*/ 276511 w 276510"/>
                <a:gd name="connsiteY12" fmla="*/ 62675 h 7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510" h="70389">
                  <a:moveTo>
                    <a:pt x="276511" y="62579"/>
                  </a:moveTo>
                  <a:cubicBezTo>
                    <a:pt x="276511" y="66866"/>
                    <a:pt x="272320" y="70390"/>
                    <a:pt x="267081" y="70390"/>
                  </a:cubicBezTo>
                  <a:lnTo>
                    <a:pt x="30099" y="70390"/>
                  </a:lnTo>
                  <a:cubicBezTo>
                    <a:pt x="13525" y="70390"/>
                    <a:pt x="0" y="59246"/>
                    <a:pt x="0" y="45625"/>
                  </a:cubicBezTo>
                  <a:lnTo>
                    <a:pt x="0" y="24765"/>
                  </a:lnTo>
                  <a:cubicBezTo>
                    <a:pt x="0" y="11049"/>
                    <a:pt x="13525" y="0"/>
                    <a:pt x="30099" y="0"/>
                  </a:cubicBezTo>
                  <a:lnTo>
                    <a:pt x="267081" y="0"/>
                  </a:lnTo>
                  <a:cubicBezTo>
                    <a:pt x="272320" y="0"/>
                    <a:pt x="276511" y="3524"/>
                    <a:pt x="276511" y="7811"/>
                  </a:cubicBezTo>
                  <a:cubicBezTo>
                    <a:pt x="276511" y="12097"/>
                    <a:pt x="272320" y="15621"/>
                    <a:pt x="267081" y="15621"/>
                  </a:cubicBezTo>
                  <a:lnTo>
                    <a:pt x="262319" y="15621"/>
                  </a:lnTo>
                  <a:lnTo>
                    <a:pt x="262319" y="54864"/>
                  </a:lnTo>
                  <a:lnTo>
                    <a:pt x="267081" y="54864"/>
                  </a:lnTo>
                  <a:cubicBezTo>
                    <a:pt x="272320" y="54864"/>
                    <a:pt x="276511" y="58388"/>
                    <a:pt x="276511" y="62675"/>
                  </a:cubicBezTo>
                  <a:close/>
                </a:path>
              </a:pathLst>
            </a:custGeom>
            <a:noFill/>
            <a:ln w="15875" cap="flat">
              <a:solidFill>
                <a:srgbClr val="231F20"/>
              </a:solidFill>
              <a:prstDash val="solid"/>
              <a:miter/>
            </a:ln>
          </p:spPr>
          <p:txBody>
            <a:bodyPr rtlCol="0" anchor="ctr"/>
            <a:lstStyle/>
            <a:p>
              <a:endParaRPr lang="en-IN"/>
            </a:p>
          </p:txBody>
        </p:sp>
      </p:grpSp>
      <p:grpSp>
        <p:nvGrpSpPr>
          <p:cNvPr id="102" name="Graphic 94">
            <a:extLst>
              <a:ext uri="{FF2B5EF4-FFF2-40B4-BE49-F238E27FC236}">
                <a16:creationId xmlns:a16="http://schemas.microsoft.com/office/drawing/2014/main" id="{C9930DB5-D06E-D953-65DF-84BBA7AB0C9E}"/>
              </a:ext>
            </a:extLst>
          </p:cNvPr>
          <p:cNvGrpSpPr/>
          <p:nvPr/>
        </p:nvGrpSpPr>
        <p:grpSpPr>
          <a:xfrm>
            <a:off x="550330" y="1362075"/>
            <a:ext cx="271306" cy="344646"/>
            <a:chOff x="-5407017" y="-398716"/>
            <a:chExt cx="288599" cy="366617"/>
          </a:xfrm>
          <a:noFill/>
        </p:grpSpPr>
        <p:sp>
          <p:nvSpPr>
            <p:cNvPr id="103" name="Freeform: Shape 102">
              <a:extLst>
                <a:ext uri="{FF2B5EF4-FFF2-40B4-BE49-F238E27FC236}">
                  <a16:creationId xmlns:a16="http://schemas.microsoft.com/office/drawing/2014/main" id="{BCF4A28E-B519-4E1A-A49F-6ED40458E66B}"/>
                </a:ext>
              </a:extLst>
            </p:cNvPr>
            <p:cNvSpPr/>
            <p:nvPr/>
          </p:nvSpPr>
          <p:spPr>
            <a:xfrm>
              <a:off x="-5407017" y="-383476"/>
              <a:ext cx="263578" cy="351377"/>
            </a:xfrm>
            <a:custGeom>
              <a:avLst/>
              <a:gdLst>
                <a:gd name="connsiteX0" fmla="*/ 126865 w 263578"/>
                <a:gd name="connsiteY0" fmla="*/ 0 h 351377"/>
                <a:gd name="connsiteX1" fmla="*/ 23233 w 263578"/>
                <a:gd name="connsiteY1" fmla="*/ 99251 h 351377"/>
                <a:gd name="connsiteX2" fmla="*/ 23233 w 263578"/>
                <a:gd name="connsiteY2" fmla="*/ 101822 h 351377"/>
                <a:gd name="connsiteX3" fmla="*/ 15137 w 263578"/>
                <a:gd name="connsiteY3" fmla="*/ 134969 h 351377"/>
                <a:gd name="connsiteX4" fmla="*/ 1516 w 263578"/>
                <a:gd name="connsiteY4" fmla="*/ 158877 h 351377"/>
                <a:gd name="connsiteX5" fmla="*/ 9231 w 263578"/>
                <a:gd name="connsiteY5" fmla="*/ 173260 h 351377"/>
                <a:gd name="connsiteX6" fmla="*/ 23233 w 263578"/>
                <a:gd name="connsiteY6" fmla="*/ 173260 h 351377"/>
                <a:gd name="connsiteX7" fmla="*/ 23233 w 263578"/>
                <a:gd name="connsiteY7" fmla="*/ 235363 h 351377"/>
                <a:gd name="connsiteX8" fmla="*/ 31043 w 263578"/>
                <a:gd name="connsiteY8" fmla="*/ 243173 h 351377"/>
                <a:gd name="connsiteX9" fmla="*/ 80669 w 263578"/>
                <a:gd name="connsiteY9" fmla="*/ 243173 h 351377"/>
                <a:gd name="connsiteX10" fmla="*/ 80669 w 263578"/>
                <a:gd name="connsiteY10" fmla="*/ 262700 h 351377"/>
                <a:gd name="connsiteX11" fmla="*/ 66000 w 263578"/>
                <a:gd name="connsiteY11" fmla="*/ 298037 h 351377"/>
                <a:gd name="connsiteX12" fmla="*/ 36568 w 263578"/>
                <a:gd name="connsiteY12" fmla="*/ 327851 h 351377"/>
                <a:gd name="connsiteX13" fmla="*/ 46093 w 263578"/>
                <a:gd name="connsiteY13" fmla="*/ 351377 h 351377"/>
                <a:gd name="connsiteX14" fmla="*/ 248785 w 263578"/>
                <a:gd name="connsiteY14" fmla="*/ 351377 h 351377"/>
                <a:gd name="connsiteX15" fmla="*/ 260596 w 263578"/>
                <a:gd name="connsiteY15" fmla="*/ 327470 h 351377"/>
                <a:gd name="connsiteX16" fmla="*/ 223067 w 263578"/>
                <a:gd name="connsiteY16" fmla="*/ 277844 h 351377"/>
                <a:gd name="connsiteX17" fmla="*/ 209828 w 263578"/>
                <a:gd name="connsiteY17" fmla="*/ 238887 h 351377"/>
                <a:gd name="connsiteX18" fmla="*/ 209828 w 263578"/>
                <a:gd name="connsiteY18" fmla="*/ 176022 h 351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63578" h="351377">
                  <a:moveTo>
                    <a:pt x="126865" y="0"/>
                  </a:moveTo>
                  <a:cubicBezTo>
                    <a:pt x="71620" y="1238"/>
                    <a:pt x="27043" y="44387"/>
                    <a:pt x="23233" y="99251"/>
                  </a:cubicBezTo>
                  <a:lnTo>
                    <a:pt x="23233" y="101822"/>
                  </a:lnTo>
                  <a:cubicBezTo>
                    <a:pt x="23233" y="111347"/>
                    <a:pt x="19518" y="126492"/>
                    <a:pt x="15137" y="134969"/>
                  </a:cubicBezTo>
                  <a:cubicBezTo>
                    <a:pt x="10374" y="143828"/>
                    <a:pt x="5612" y="152591"/>
                    <a:pt x="1516" y="158877"/>
                  </a:cubicBezTo>
                  <a:cubicBezTo>
                    <a:pt x="-2485" y="165164"/>
                    <a:pt x="1897" y="173260"/>
                    <a:pt x="9231" y="173260"/>
                  </a:cubicBezTo>
                  <a:lnTo>
                    <a:pt x="23233" y="173260"/>
                  </a:lnTo>
                  <a:lnTo>
                    <a:pt x="23233" y="235363"/>
                  </a:lnTo>
                  <a:cubicBezTo>
                    <a:pt x="23233" y="239649"/>
                    <a:pt x="26757" y="243173"/>
                    <a:pt x="31043" y="243173"/>
                  </a:cubicBezTo>
                  <a:lnTo>
                    <a:pt x="80669" y="243173"/>
                  </a:lnTo>
                  <a:lnTo>
                    <a:pt x="80669" y="262700"/>
                  </a:lnTo>
                  <a:cubicBezTo>
                    <a:pt x="80669" y="275939"/>
                    <a:pt x="75525" y="288798"/>
                    <a:pt x="66000" y="298037"/>
                  </a:cubicBezTo>
                  <a:lnTo>
                    <a:pt x="36568" y="327851"/>
                  </a:lnTo>
                  <a:cubicBezTo>
                    <a:pt x="28091" y="336709"/>
                    <a:pt x="33996" y="351377"/>
                    <a:pt x="46093" y="351377"/>
                  </a:cubicBezTo>
                  <a:lnTo>
                    <a:pt x="248785" y="351377"/>
                  </a:lnTo>
                  <a:cubicBezTo>
                    <a:pt x="260882" y="351377"/>
                    <a:pt x="267930" y="337376"/>
                    <a:pt x="260596" y="327470"/>
                  </a:cubicBezTo>
                  <a:lnTo>
                    <a:pt x="223067" y="277844"/>
                  </a:lnTo>
                  <a:cubicBezTo>
                    <a:pt x="214590" y="266795"/>
                    <a:pt x="209828" y="252794"/>
                    <a:pt x="209828" y="238887"/>
                  </a:cubicBezTo>
                  <a:lnTo>
                    <a:pt x="209828" y="176022"/>
                  </a:lnTo>
                </a:path>
              </a:pathLst>
            </a:custGeom>
            <a:noFill/>
            <a:ln w="15875" cap="flat">
              <a:solidFill>
                <a:schemeClr val="accent1"/>
              </a:solidFill>
              <a:prstDash val="solid"/>
              <a:miter/>
            </a:ln>
          </p:spPr>
          <p:txBody>
            <a:bodyPr rtlCol="0" anchor="ctr"/>
            <a:lstStyle/>
            <a:p>
              <a:endParaRPr lang="en-IN"/>
            </a:p>
          </p:txBody>
        </p:sp>
        <p:grpSp>
          <p:nvGrpSpPr>
            <p:cNvPr id="104" name="Graphic 94">
              <a:extLst>
                <a:ext uri="{FF2B5EF4-FFF2-40B4-BE49-F238E27FC236}">
                  <a16:creationId xmlns:a16="http://schemas.microsoft.com/office/drawing/2014/main" id="{5878EF92-3291-D960-0D82-3AB9B7DD4AC8}"/>
                </a:ext>
              </a:extLst>
            </p:cNvPr>
            <p:cNvGrpSpPr/>
            <p:nvPr/>
          </p:nvGrpSpPr>
          <p:grpSpPr>
            <a:xfrm>
              <a:off x="-5289772" y="-398716"/>
              <a:ext cx="171354" cy="170116"/>
              <a:chOff x="-5289772" y="-398716"/>
              <a:chExt cx="171354" cy="170116"/>
            </a:xfrm>
            <a:noFill/>
          </p:grpSpPr>
          <p:sp>
            <p:nvSpPr>
              <p:cNvPr id="105" name="Freeform: Shape 104">
                <a:extLst>
                  <a:ext uri="{FF2B5EF4-FFF2-40B4-BE49-F238E27FC236}">
                    <a16:creationId xmlns:a16="http://schemas.microsoft.com/office/drawing/2014/main" id="{8AA99D62-3ED4-FC20-E57D-BA895BFED51D}"/>
                  </a:ext>
                </a:extLst>
              </p:cNvPr>
              <p:cNvSpPr/>
              <p:nvPr/>
            </p:nvSpPr>
            <p:spPr>
              <a:xfrm>
                <a:off x="-5289772" y="-398716"/>
                <a:ext cx="171354" cy="170116"/>
              </a:xfrm>
              <a:custGeom>
                <a:avLst/>
                <a:gdLst>
                  <a:gd name="connsiteX0" fmla="*/ 24670 w 171354"/>
                  <a:gd name="connsiteY0" fmla="*/ 68866 h 170116"/>
                  <a:gd name="connsiteX1" fmla="*/ 25527 w 171354"/>
                  <a:gd name="connsiteY1" fmla="*/ 66294 h 170116"/>
                  <a:gd name="connsiteX2" fmla="*/ 29813 w 171354"/>
                  <a:gd name="connsiteY2" fmla="*/ 56388 h 170116"/>
                  <a:gd name="connsiteX3" fmla="*/ 31242 w 171354"/>
                  <a:gd name="connsiteY3" fmla="*/ 53816 h 170116"/>
                  <a:gd name="connsiteX4" fmla="*/ 29527 w 171354"/>
                  <a:gd name="connsiteY4" fmla="*/ 51530 h 170116"/>
                  <a:gd name="connsiteX5" fmla="*/ 17050 w 171354"/>
                  <a:gd name="connsiteY5" fmla="*/ 35147 h 170116"/>
                  <a:gd name="connsiteX6" fmla="*/ 28099 w 171354"/>
                  <a:gd name="connsiteY6" fmla="*/ 23241 h 170116"/>
                  <a:gd name="connsiteX7" fmla="*/ 36290 w 171354"/>
                  <a:gd name="connsiteY7" fmla="*/ 16478 h 170116"/>
                  <a:gd name="connsiteX8" fmla="*/ 54388 w 171354"/>
                  <a:gd name="connsiteY8" fmla="*/ 30670 h 170116"/>
                  <a:gd name="connsiteX9" fmla="*/ 56960 w 171354"/>
                  <a:gd name="connsiteY9" fmla="*/ 29242 h 170116"/>
                  <a:gd name="connsiteX10" fmla="*/ 66865 w 171354"/>
                  <a:gd name="connsiteY10" fmla="*/ 24955 h 170116"/>
                  <a:gd name="connsiteX11" fmla="*/ 69723 w 171354"/>
                  <a:gd name="connsiteY11" fmla="*/ 24098 h 170116"/>
                  <a:gd name="connsiteX12" fmla="*/ 70009 w 171354"/>
                  <a:gd name="connsiteY12" fmla="*/ 21241 h 170116"/>
                  <a:gd name="connsiteX13" fmla="*/ 73152 w 171354"/>
                  <a:gd name="connsiteY13" fmla="*/ 286 h 170116"/>
                  <a:gd name="connsiteX14" fmla="*/ 98679 w 171354"/>
                  <a:gd name="connsiteY14" fmla="*/ 0 h 170116"/>
                  <a:gd name="connsiteX15" fmla="*/ 102394 w 171354"/>
                  <a:gd name="connsiteY15" fmla="*/ 24098 h 170116"/>
                  <a:gd name="connsiteX16" fmla="*/ 104965 w 171354"/>
                  <a:gd name="connsiteY16" fmla="*/ 24955 h 170116"/>
                  <a:gd name="connsiteX17" fmla="*/ 114872 w 171354"/>
                  <a:gd name="connsiteY17" fmla="*/ 28956 h 170116"/>
                  <a:gd name="connsiteX18" fmla="*/ 117443 w 171354"/>
                  <a:gd name="connsiteY18" fmla="*/ 30099 h 170116"/>
                  <a:gd name="connsiteX19" fmla="*/ 136112 w 171354"/>
                  <a:gd name="connsiteY19" fmla="*/ 15907 h 170116"/>
                  <a:gd name="connsiteX20" fmla="*/ 154496 w 171354"/>
                  <a:gd name="connsiteY20" fmla="*/ 35147 h 170116"/>
                  <a:gd name="connsiteX21" fmla="*/ 148876 w 171354"/>
                  <a:gd name="connsiteY21" fmla="*/ 42767 h 170116"/>
                  <a:gd name="connsiteX22" fmla="*/ 142399 w 171354"/>
                  <a:gd name="connsiteY22" fmla="*/ 50959 h 170116"/>
                  <a:gd name="connsiteX23" fmla="*/ 140684 w 171354"/>
                  <a:gd name="connsiteY23" fmla="*/ 53245 h 170116"/>
                  <a:gd name="connsiteX24" fmla="*/ 141827 w 171354"/>
                  <a:gd name="connsiteY24" fmla="*/ 55817 h 170116"/>
                  <a:gd name="connsiteX25" fmla="*/ 146399 w 171354"/>
                  <a:gd name="connsiteY25" fmla="*/ 66580 h 170116"/>
                  <a:gd name="connsiteX26" fmla="*/ 147257 w 171354"/>
                  <a:gd name="connsiteY26" fmla="*/ 69152 h 170116"/>
                  <a:gd name="connsiteX27" fmla="*/ 170783 w 171354"/>
                  <a:gd name="connsiteY27" fmla="*/ 72581 h 170116"/>
                  <a:gd name="connsiteX28" fmla="*/ 171355 w 171354"/>
                  <a:gd name="connsiteY28" fmla="*/ 98108 h 170116"/>
                  <a:gd name="connsiteX29" fmla="*/ 147257 w 171354"/>
                  <a:gd name="connsiteY29" fmla="*/ 101822 h 170116"/>
                  <a:gd name="connsiteX30" fmla="*/ 146399 w 171354"/>
                  <a:gd name="connsiteY30" fmla="*/ 104394 h 170116"/>
                  <a:gd name="connsiteX31" fmla="*/ 142113 w 171354"/>
                  <a:gd name="connsiteY31" fmla="*/ 114300 h 170116"/>
                  <a:gd name="connsiteX32" fmla="*/ 140684 w 171354"/>
                  <a:gd name="connsiteY32" fmla="*/ 116586 h 170116"/>
                  <a:gd name="connsiteX33" fmla="*/ 142399 w 171354"/>
                  <a:gd name="connsiteY33" fmla="*/ 118872 h 170116"/>
                  <a:gd name="connsiteX34" fmla="*/ 154877 w 171354"/>
                  <a:gd name="connsiteY34" fmla="*/ 135255 h 170116"/>
                  <a:gd name="connsiteX35" fmla="*/ 143828 w 171354"/>
                  <a:gd name="connsiteY35" fmla="*/ 147161 h 170116"/>
                  <a:gd name="connsiteX36" fmla="*/ 135636 w 171354"/>
                  <a:gd name="connsiteY36" fmla="*/ 153924 h 170116"/>
                  <a:gd name="connsiteX37" fmla="*/ 117253 w 171354"/>
                  <a:gd name="connsiteY37" fmla="*/ 139446 h 170116"/>
                  <a:gd name="connsiteX38" fmla="*/ 114681 w 171354"/>
                  <a:gd name="connsiteY38" fmla="*/ 140875 h 170116"/>
                  <a:gd name="connsiteX39" fmla="*/ 104775 w 171354"/>
                  <a:gd name="connsiteY39" fmla="*/ 145161 h 170116"/>
                  <a:gd name="connsiteX40" fmla="*/ 101918 w 171354"/>
                  <a:gd name="connsiteY40" fmla="*/ 146018 h 170116"/>
                  <a:gd name="connsiteX41" fmla="*/ 101632 w 171354"/>
                  <a:gd name="connsiteY41" fmla="*/ 148876 h 170116"/>
                  <a:gd name="connsiteX42" fmla="*/ 98774 w 171354"/>
                  <a:gd name="connsiteY42" fmla="*/ 169831 h 170116"/>
                  <a:gd name="connsiteX43" fmla="*/ 98488 w 171354"/>
                  <a:gd name="connsiteY43" fmla="*/ 169831 h 170116"/>
                  <a:gd name="connsiteX44" fmla="*/ 72961 w 171354"/>
                  <a:gd name="connsiteY44" fmla="*/ 170117 h 170116"/>
                  <a:gd name="connsiteX45" fmla="*/ 69247 w 171354"/>
                  <a:gd name="connsiteY45" fmla="*/ 146018 h 170116"/>
                  <a:gd name="connsiteX46" fmla="*/ 66675 w 171354"/>
                  <a:gd name="connsiteY46" fmla="*/ 145161 h 170116"/>
                  <a:gd name="connsiteX47" fmla="*/ 56769 w 171354"/>
                  <a:gd name="connsiteY47" fmla="*/ 141161 h 170116"/>
                  <a:gd name="connsiteX48" fmla="*/ 54483 w 171354"/>
                  <a:gd name="connsiteY48" fmla="*/ 140589 h 170116"/>
                  <a:gd name="connsiteX49" fmla="*/ 35814 w 171354"/>
                  <a:gd name="connsiteY49" fmla="*/ 154781 h 170116"/>
                  <a:gd name="connsiteX50" fmla="*/ 17431 w 171354"/>
                  <a:gd name="connsiteY50" fmla="*/ 135827 h 170116"/>
                  <a:gd name="connsiteX51" fmla="*/ 23050 w 171354"/>
                  <a:gd name="connsiteY51" fmla="*/ 128206 h 170116"/>
                  <a:gd name="connsiteX52" fmla="*/ 29527 w 171354"/>
                  <a:gd name="connsiteY52" fmla="*/ 120015 h 170116"/>
                  <a:gd name="connsiteX53" fmla="*/ 31242 w 171354"/>
                  <a:gd name="connsiteY53" fmla="*/ 117729 h 170116"/>
                  <a:gd name="connsiteX54" fmla="*/ 29813 w 171354"/>
                  <a:gd name="connsiteY54" fmla="*/ 115157 h 170116"/>
                  <a:gd name="connsiteX55" fmla="*/ 25241 w 171354"/>
                  <a:gd name="connsiteY55" fmla="*/ 104680 h 170116"/>
                  <a:gd name="connsiteX56" fmla="*/ 24384 w 171354"/>
                  <a:gd name="connsiteY56" fmla="*/ 101822 h 170116"/>
                  <a:gd name="connsiteX57" fmla="*/ 571 w 171354"/>
                  <a:gd name="connsiteY57" fmla="*/ 98393 h 170116"/>
                  <a:gd name="connsiteX58" fmla="*/ 0 w 171354"/>
                  <a:gd name="connsiteY58" fmla="*/ 72866 h 170116"/>
                  <a:gd name="connsiteX59" fmla="*/ 24670 w 171354"/>
                  <a:gd name="connsiteY59" fmla="*/ 68866 h 17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71354" h="170116">
                    <a:moveTo>
                      <a:pt x="24670" y="68866"/>
                    </a:moveTo>
                    <a:lnTo>
                      <a:pt x="25527" y="66294"/>
                    </a:lnTo>
                    <a:cubicBezTo>
                      <a:pt x="26670" y="62865"/>
                      <a:pt x="27813" y="59817"/>
                      <a:pt x="29813" y="56388"/>
                    </a:cubicBezTo>
                    <a:lnTo>
                      <a:pt x="31242" y="53816"/>
                    </a:lnTo>
                    <a:lnTo>
                      <a:pt x="29527" y="51530"/>
                    </a:lnTo>
                    <a:cubicBezTo>
                      <a:pt x="26384" y="46958"/>
                      <a:pt x="22193" y="41624"/>
                      <a:pt x="17050" y="35147"/>
                    </a:cubicBezTo>
                    <a:cubicBezTo>
                      <a:pt x="19050" y="32576"/>
                      <a:pt x="22669" y="28670"/>
                      <a:pt x="28099" y="23241"/>
                    </a:cubicBezTo>
                    <a:cubicBezTo>
                      <a:pt x="34290" y="17050"/>
                      <a:pt x="36290" y="16192"/>
                      <a:pt x="36290" y="16478"/>
                    </a:cubicBezTo>
                    <a:lnTo>
                      <a:pt x="54388" y="30670"/>
                    </a:lnTo>
                    <a:lnTo>
                      <a:pt x="56960" y="29242"/>
                    </a:lnTo>
                    <a:cubicBezTo>
                      <a:pt x="60103" y="27527"/>
                      <a:pt x="63436" y="26099"/>
                      <a:pt x="66865" y="24955"/>
                    </a:cubicBezTo>
                    <a:lnTo>
                      <a:pt x="69723" y="24098"/>
                    </a:lnTo>
                    <a:lnTo>
                      <a:pt x="70009" y="21241"/>
                    </a:lnTo>
                    <a:cubicBezTo>
                      <a:pt x="71152" y="11049"/>
                      <a:pt x="72295" y="4001"/>
                      <a:pt x="73152" y="286"/>
                    </a:cubicBezTo>
                    <a:lnTo>
                      <a:pt x="98679" y="0"/>
                    </a:lnTo>
                    <a:lnTo>
                      <a:pt x="102394" y="24098"/>
                    </a:lnTo>
                    <a:lnTo>
                      <a:pt x="104965" y="24955"/>
                    </a:lnTo>
                    <a:cubicBezTo>
                      <a:pt x="108680" y="26099"/>
                      <a:pt x="111728" y="27527"/>
                      <a:pt x="114872" y="28956"/>
                    </a:cubicBezTo>
                    <a:lnTo>
                      <a:pt x="117443" y="30099"/>
                    </a:lnTo>
                    <a:lnTo>
                      <a:pt x="136112" y="15907"/>
                    </a:lnTo>
                    <a:cubicBezTo>
                      <a:pt x="145733" y="24955"/>
                      <a:pt x="151924" y="31242"/>
                      <a:pt x="154496" y="35147"/>
                    </a:cubicBezTo>
                    <a:cubicBezTo>
                      <a:pt x="153353" y="36862"/>
                      <a:pt x="151352" y="39434"/>
                      <a:pt x="148876" y="42767"/>
                    </a:cubicBezTo>
                    <a:cubicBezTo>
                      <a:pt x="146018" y="46482"/>
                      <a:pt x="143732" y="48959"/>
                      <a:pt x="142399" y="50959"/>
                    </a:cubicBezTo>
                    <a:lnTo>
                      <a:pt x="140684" y="53245"/>
                    </a:lnTo>
                    <a:lnTo>
                      <a:pt x="141827" y="55817"/>
                    </a:lnTo>
                    <a:cubicBezTo>
                      <a:pt x="143828" y="59531"/>
                      <a:pt x="145256" y="62865"/>
                      <a:pt x="146399" y="66580"/>
                    </a:cubicBezTo>
                    <a:lnTo>
                      <a:pt x="147257" y="69152"/>
                    </a:lnTo>
                    <a:lnTo>
                      <a:pt x="170783" y="72581"/>
                    </a:lnTo>
                    <a:lnTo>
                      <a:pt x="171355" y="98108"/>
                    </a:lnTo>
                    <a:lnTo>
                      <a:pt x="147257" y="101822"/>
                    </a:lnTo>
                    <a:lnTo>
                      <a:pt x="146399" y="104394"/>
                    </a:lnTo>
                    <a:cubicBezTo>
                      <a:pt x="144971" y="108395"/>
                      <a:pt x="143542" y="111728"/>
                      <a:pt x="142113" y="114300"/>
                    </a:cubicBezTo>
                    <a:lnTo>
                      <a:pt x="140684" y="116586"/>
                    </a:lnTo>
                    <a:lnTo>
                      <a:pt x="142399" y="118872"/>
                    </a:lnTo>
                    <a:cubicBezTo>
                      <a:pt x="145256" y="122873"/>
                      <a:pt x="149161" y="128206"/>
                      <a:pt x="154877" y="135255"/>
                    </a:cubicBezTo>
                    <a:cubicBezTo>
                      <a:pt x="152876" y="137827"/>
                      <a:pt x="149257" y="142018"/>
                      <a:pt x="143828" y="147161"/>
                    </a:cubicBezTo>
                    <a:cubicBezTo>
                      <a:pt x="137636" y="153353"/>
                      <a:pt x="135636" y="153924"/>
                      <a:pt x="135636" y="153924"/>
                    </a:cubicBezTo>
                    <a:lnTo>
                      <a:pt x="117253" y="139446"/>
                    </a:lnTo>
                    <a:lnTo>
                      <a:pt x="114681" y="140875"/>
                    </a:lnTo>
                    <a:cubicBezTo>
                      <a:pt x="111538" y="142589"/>
                      <a:pt x="108204" y="144018"/>
                      <a:pt x="104775" y="145161"/>
                    </a:cubicBezTo>
                    <a:lnTo>
                      <a:pt x="101918" y="146018"/>
                    </a:lnTo>
                    <a:lnTo>
                      <a:pt x="101632" y="148876"/>
                    </a:lnTo>
                    <a:cubicBezTo>
                      <a:pt x="100489" y="159068"/>
                      <a:pt x="99346" y="166116"/>
                      <a:pt x="98774" y="169831"/>
                    </a:cubicBezTo>
                    <a:lnTo>
                      <a:pt x="98488" y="169831"/>
                    </a:lnTo>
                    <a:lnTo>
                      <a:pt x="72961" y="170117"/>
                    </a:lnTo>
                    <a:lnTo>
                      <a:pt x="69247" y="146018"/>
                    </a:lnTo>
                    <a:lnTo>
                      <a:pt x="66675" y="145161"/>
                    </a:lnTo>
                    <a:cubicBezTo>
                      <a:pt x="63246" y="144018"/>
                      <a:pt x="59912" y="142589"/>
                      <a:pt x="56769" y="141161"/>
                    </a:cubicBezTo>
                    <a:lnTo>
                      <a:pt x="54483" y="140589"/>
                    </a:lnTo>
                    <a:lnTo>
                      <a:pt x="35814" y="154781"/>
                    </a:lnTo>
                    <a:cubicBezTo>
                      <a:pt x="26479" y="146304"/>
                      <a:pt x="20193" y="139732"/>
                      <a:pt x="17431" y="135827"/>
                    </a:cubicBezTo>
                    <a:cubicBezTo>
                      <a:pt x="18574" y="134112"/>
                      <a:pt x="20574" y="131540"/>
                      <a:pt x="23050" y="128206"/>
                    </a:cubicBezTo>
                    <a:cubicBezTo>
                      <a:pt x="25908" y="124492"/>
                      <a:pt x="28194" y="121729"/>
                      <a:pt x="29527" y="120015"/>
                    </a:cubicBezTo>
                    <a:lnTo>
                      <a:pt x="31242" y="117729"/>
                    </a:lnTo>
                    <a:lnTo>
                      <a:pt x="29813" y="115157"/>
                    </a:lnTo>
                    <a:cubicBezTo>
                      <a:pt x="27813" y="111443"/>
                      <a:pt x="26384" y="108109"/>
                      <a:pt x="25241" y="104680"/>
                    </a:cubicBezTo>
                    <a:lnTo>
                      <a:pt x="24384" y="101822"/>
                    </a:lnTo>
                    <a:lnTo>
                      <a:pt x="571" y="98393"/>
                    </a:lnTo>
                    <a:lnTo>
                      <a:pt x="0" y="72866"/>
                    </a:lnTo>
                    <a:lnTo>
                      <a:pt x="24670" y="68866"/>
                    </a:lnTo>
                    <a:close/>
                  </a:path>
                </a:pathLst>
              </a:custGeom>
              <a:noFill/>
              <a:ln w="15875" cap="flat">
                <a:solidFill>
                  <a:schemeClr val="accent1"/>
                </a:solid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031C7ADC-E8D6-C201-5E06-959925866B07}"/>
                  </a:ext>
                </a:extLst>
              </p:cNvPr>
              <p:cNvSpPr/>
              <p:nvPr/>
            </p:nvSpPr>
            <p:spPr>
              <a:xfrm>
                <a:off x="-5238433" y="-347948"/>
                <a:ext cx="68580" cy="68580"/>
              </a:xfrm>
              <a:custGeom>
                <a:avLst/>
                <a:gdLst>
                  <a:gd name="connsiteX0" fmla="*/ 68580 w 68580"/>
                  <a:gd name="connsiteY0" fmla="*/ 34290 h 68580"/>
                  <a:gd name="connsiteX1" fmla="*/ 34290 w 68580"/>
                  <a:gd name="connsiteY1" fmla="*/ 68580 h 68580"/>
                  <a:gd name="connsiteX2" fmla="*/ 0 w 68580"/>
                  <a:gd name="connsiteY2" fmla="*/ 34290 h 68580"/>
                  <a:gd name="connsiteX3" fmla="*/ 34290 w 68580"/>
                  <a:gd name="connsiteY3" fmla="*/ 0 h 68580"/>
                  <a:gd name="connsiteX4" fmla="*/ 68580 w 68580"/>
                  <a:gd name="connsiteY4" fmla="*/ 34290 h 685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 h="68580">
                    <a:moveTo>
                      <a:pt x="68580" y="34290"/>
                    </a:moveTo>
                    <a:cubicBezTo>
                      <a:pt x="68580" y="53228"/>
                      <a:pt x="53228" y="68580"/>
                      <a:pt x="34290" y="68580"/>
                    </a:cubicBezTo>
                    <a:cubicBezTo>
                      <a:pt x="15352" y="68580"/>
                      <a:pt x="0" y="53228"/>
                      <a:pt x="0" y="34290"/>
                    </a:cubicBezTo>
                    <a:cubicBezTo>
                      <a:pt x="0" y="15352"/>
                      <a:pt x="15352" y="0"/>
                      <a:pt x="34290" y="0"/>
                    </a:cubicBezTo>
                    <a:cubicBezTo>
                      <a:pt x="53228" y="0"/>
                      <a:pt x="68580" y="15352"/>
                      <a:pt x="68580" y="34290"/>
                    </a:cubicBezTo>
                    <a:close/>
                  </a:path>
                </a:pathLst>
              </a:custGeom>
              <a:noFill/>
              <a:ln w="15875" cap="flat">
                <a:solidFill>
                  <a:schemeClr val="accent1"/>
                </a:solidFill>
                <a:prstDash val="solid"/>
                <a:miter/>
              </a:ln>
            </p:spPr>
            <p:txBody>
              <a:bodyPr rtlCol="0" anchor="ctr"/>
              <a:lstStyle/>
              <a:p>
                <a:endParaRPr lang="en-IN"/>
              </a:p>
            </p:txBody>
          </p:sp>
        </p:grpSp>
      </p:grpSp>
      <p:grpSp>
        <p:nvGrpSpPr>
          <p:cNvPr id="107" name="Graphic 94">
            <a:extLst>
              <a:ext uri="{FF2B5EF4-FFF2-40B4-BE49-F238E27FC236}">
                <a16:creationId xmlns:a16="http://schemas.microsoft.com/office/drawing/2014/main" id="{6F271FE5-1B41-2B06-3491-EBEB02B61E8F}"/>
              </a:ext>
            </a:extLst>
          </p:cNvPr>
          <p:cNvGrpSpPr/>
          <p:nvPr/>
        </p:nvGrpSpPr>
        <p:grpSpPr>
          <a:xfrm>
            <a:off x="6803313" y="4090988"/>
            <a:ext cx="370534" cy="284234"/>
            <a:chOff x="-775970" y="1567624"/>
            <a:chExt cx="551687" cy="423195"/>
          </a:xfrm>
          <a:noFill/>
        </p:grpSpPr>
        <p:grpSp>
          <p:nvGrpSpPr>
            <p:cNvPr id="108" name="Graphic 94">
              <a:extLst>
                <a:ext uri="{FF2B5EF4-FFF2-40B4-BE49-F238E27FC236}">
                  <a16:creationId xmlns:a16="http://schemas.microsoft.com/office/drawing/2014/main" id="{A2A09160-0831-9040-1609-E8B79D1B3474}"/>
                </a:ext>
              </a:extLst>
            </p:cNvPr>
            <p:cNvGrpSpPr/>
            <p:nvPr/>
          </p:nvGrpSpPr>
          <p:grpSpPr>
            <a:xfrm>
              <a:off x="-434308" y="1782032"/>
              <a:ext cx="210026" cy="208787"/>
              <a:chOff x="-434308" y="1782032"/>
              <a:chExt cx="210026" cy="208787"/>
            </a:xfrm>
            <a:noFill/>
          </p:grpSpPr>
          <p:sp>
            <p:nvSpPr>
              <p:cNvPr id="109" name="Freeform: Shape 108">
                <a:extLst>
                  <a:ext uri="{FF2B5EF4-FFF2-40B4-BE49-F238E27FC236}">
                    <a16:creationId xmlns:a16="http://schemas.microsoft.com/office/drawing/2014/main" id="{AD94B15F-F315-EA11-C01A-3D354FA7BBE3}"/>
                  </a:ext>
                </a:extLst>
              </p:cNvPr>
              <p:cNvSpPr/>
              <p:nvPr/>
            </p:nvSpPr>
            <p:spPr>
              <a:xfrm>
                <a:off x="-434308" y="1782032"/>
                <a:ext cx="210026" cy="208787"/>
              </a:xfrm>
              <a:custGeom>
                <a:avLst/>
                <a:gdLst>
                  <a:gd name="connsiteX0" fmla="*/ 30194 w 210026"/>
                  <a:gd name="connsiteY0" fmla="*/ 84582 h 208787"/>
                  <a:gd name="connsiteX1" fmla="*/ 31242 w 210026"/>
                  <a:gd name="connsiteY1" fmla="*/ 81439 h 208787"/>
                  <a:gd name="connsiteX2" fmla="*/ 36481 w 210026"/>
                  <a:gd name="connsiteY2" fmla="*/ 69247 h 208787"/>
                  <a:gd name="connsiteX3" fmla="*/ 38195 w 210026"/>
                  <a:gd name="connsiteY3" fmla="*/ 66104 h 208787"/>
                  <a:gd name="connsiteX4" fmla="*/ 36100 w 210026"/>
                  <a:gd name="connsiteY4" fmla="*/ 63341 h 208787"/>
                  <a:gd name="connsiteX5" fmla="*/ 20764 w 210026"/>
                  <a:gd name="connsiteY5" fmla="*/ 43148 h 208787"/>
                  <a:gd name="connsiteX6" fmla="*/ 34290 w 210026"/>
                  <a:gd name="connsiteY6" fmla="*/ 28575 h 208787"/>
                  <a:gd name="connsiteX7" fmla="*/ 44386 w 210026"/>
                  <a:gd name="connsiteY7" fmla="*/ 20193 h 208787"/>
                  <a:gd name="connsiteX8" fmla="*/ 66675 w 210026"/>
                  <a:gd name="connsiteY8" fmla="*/ 37624 h 208787"/>
                  <a:gd name="connsiteX9" fmla="*/ 69818 w 210026"/>
                  <a:gd name="connsiteY9" fmla="*/ 35909 h 208787"/>
                  <a:gd name="connsiteX10" fmla="*/ 82010 w 210026"/>
                  <a:gd name="connsiteY10" fmla="*/ 30671 h 208787"/>
                  <a:gd name="connsiteX11" fmla="*/ 85534 w 210026"/>
                  <a:gd name="connsiteY11" fmla="*/ 29623 h 208787"/>
                  <a:gd name="connsiteX12" fmla="*/ 85916 w 210026"/>
                  <a:gd name="connsiteY12" fmla="*/ 26099 h 208787"/>
                  <a:gd name="connsiteX13" fmla="*/ 89725 w 210026"/>
                  <a:gd name="connsiteY13" fmla="*/ 381 h 208787"/>
                  <a:gd name="connsiteX14" fmla="*/ 121063 w 210026"/>
                  <a:gd name="connsiteY14" fmla="*/ 0 h 208787"/>
                  <a:gd name="connsiteX15" fmla="*/ 125539 w 210026"/>
                  <a:gd name="connsiteY15" fmla="*/ 29528 h 208787"/>
                  <a:gd name="connsiteX16" fmla="*/ 128683 w 210026"/>
                  <a:gd name="connsiteY16" fmla="*/ 30575 h 208787"/>
                  <a:gd name="connsiteX17" fmla="*/ 140875 w 210026"/>
                  <a:gd name="connsiteY17" fmla="*/ 35433 h 208787"/>
                  <a:gd name="connsiteX18" fmla="*/ 144018 w 210026"/>
                  <a:gd name="connsiteY18" fmla="*/ 36862 h 208787"/>
                  <a:gd name="connsiteX19" fmla="*/ 166973 w 210026"/>
                  <a:gd name="connsiteY19" fmla="*/ 19431 h 208787"/>
                  <a:gd name="connsiteX20" fmla="*/ 189547 w 210026"/>
                  <a:gd name="connsiteY20" fmla="*/ 43053 h 208787"/>
                  <a:gd name="connsiteX21" fmla="*/ 182594 w 210026"/>
                  <a:gd name="connsiteY21" fmla="*/ 52483 h 208787"/>
                  <a:gd name="connsiteX22" fmla="*/ 174593 w 210026"/>
                  <a:gd name="connsiteY22" fmla="*/ 62579 h 208787"/>
                  <a:gd name="connsiteX23" fmla="*/ 172498 w 210026"/>
                  <a:gd name="connsiteY23" fmla="*/ 65342 h 208787"/>
                  <a:gd name="connsiteX24" fmla="*/ 173927 w 210026"/>
                  <a:gd name="connsiteY24" fmla="*/ 68485 h 208787"/>
                  <a:gd name="connsiteX25" fmla="*/ 179451 w 210026"/>
                  <a:gd name="connsiteY25" fmla="*/ 81725 h 208787"/>
                  <a:gd name="connsiteX26" fmla="*/ 180499 w 210026"/>
                  <a:gd name="connsiteY26" fmla="*/ 84868 h 208787"/>
                  <a:gd name="connsiteX27" fmla="*/ 209359 w 210026"/>
                  <a:gd name="connsiteY27" fmla="*/ 89059 h 208787"/>
                  <a:gd name="connsiteX28" fmla="*/ 210026 w 210026"/>
                  <a:gd name="connsiteY28" fmla="*/ 120396 h 208787"/>
                  <a:gd name="connsiteX29" fmla="*/ 180499 w 210026"/>
                  <a:gd name="connsiteY29" fmla="*/ 124873 h 208787"/>
                  <a:gd name="connsiteX30" fmla="*/ 179451 w 210026"/>
                  <a:gd name="connsiteY30" fmla="*/ 128016 h 208787"/>
                  <a:gd name="connsiteX31" fmla="*/ 174212 w 210026"/>
                  <a:gd name="connsiteY31" fmla="*/ 140208 h 208787"/>
                  <a:gd name="connsiteX32" fmla="*/ 172498 w 210026"/>
                  <a:gd name="connsiteY32" fmla="*/ 142970 h 208787"/>
                  <a:gd name="connsiteX33" fmla="*/ 174593 w 210026"/>
                  <a:gd name="connsiteY33" fmla="*/ 145733 h 208787"/>
                  <a:gd name="connsiteX34" fmla="*/ 189929 w 210026"/>
                  <a:gd name="connsiteY34" fmla="*/ 165925 h 208787"/>
                  <a:gd name="connsiteX35" fmla="*/ 176403 w 210026"/>
                  <a:gd name="connsiteY35" fmla="*/ 180499 h 208787"/>
                  <a:gd name="connsiteX36" fmla="*/ 166307 w 210026"/>
                  <a:gd name="connsiteY36" fmla="*/ 188881 h 208787"/>
                  <a:gd name="connsiteX37" fmla="*/ 143732 w 210026"/>
                  <a:gd name="connsiteY37" fmla="*/ 171164 h 208787"/>
                  <a:gd name="connsiteX38" fmla="*/ 140589 w 210026"/>
                  <a:gd name="connsiteY38" fmla="*/ 172879 h 208787"/>
                  <a:gd name="connsiteX39" fmla="*/ 128397 w 210026"/>
                  <a:gd name="connsiteY39" fmla="*/ 178117 h 208787"/>
                  <a:gd name="connsiteX40" fmla="*/ 124873 w 210026"/>
                  <a:gd name="connsiteY40" fmla="*/ 179165 h 208787"/>
                  <a:gd name="connsiteX41" fmla="*/ 124492 w 210026"/>
                  <a:gd name="connsiteY41" fmla="*/ 182689 h 208787"/>
                  <a:gd name="connsiteX42" fmla="*/ 120968 w 210026"/>
                  <a:gd name="connsiteY42" fmla="*/ 208407 h 208787"/>
                  <a:gd name="connsiteX43" fmla="*/ 120586 w 210026"/>
                  <a:gd name="connsiteY43" fmla="*/ 208407 h 208787"/>
                  <a:gd name="connsiteX44" fmla="*/ 89249 w 210026"/>
                  <a:gd name="connsiteY44" fmla="*/ 208788 h 208787"/>
                  <a:gd name="connsiteX45" fmla="*/ 84772 w 210026"/>
                  <a:gd name="connsiteY45" fmla="*/ 179260 h 208787"/>
                  <a:gd name="connsiteX46" fmla="*/ 81629 w 210026"/>
                  <a:gd name="connsiteY46" fmla="*/ 178213 h 208787"/>
                  <a:gd name="connsiteX47" fmla="*/ 69437 w 210026"/>
                  <a:gd name="connsiteY47" fmla="*/ 173355 h 208787"/>
                  <a:gd name="connsiteX48" fmla="*/ 66675 w 210026"/>
                  <a:gd name="connsiteY48" fmla="*/ 172688 h 208787"/>
                  <a:gd name="connsiteX49" fmla="*/ 43719 w 210026"/>
                  <a:gd name="connsiteY49" fmla="*/ 190119 h 208787"/>
                  <a:gd name="connsiteX50" fmla="*/ 21145 w 210026"/>
                  <a:gd name="connsiteY50" fmla="*/ 166783 h 208787"/>
                  <a:gd name="connsiteX51" fmla="*/ 28099 w 210026"/>
                  <a:gd name="connsiteY51" fmla="*/ 157353 h 208787"/>
                  <a:gd name="connsiteX52" fmla="*/ 36100 w 210026"/>
                  <a:gd name="connsiteY52" fmla="*/ 147256 h 208787"/>
                  <a:gd name="connsiteX53" fmla="*/ 38195 w 210026"/>
                  <a:gd name="connsiteY53" fmla="*/ 144494 h 208787"/>
                  <a:gd name="connsiteX54" fmla="*/ 36481 w 210026"/>
                  <a:gd name="connsiteY54" fmla="*/ 141351 h 208787"/>
                  <a:gd name="connsiteX55" fmla="*/ 30956 w 210026"/>
                  <a:gd name="connsiteY55" fmla="*/ 128492 h 208787"/>
                  <a:gd name="connsiteX56" fmla="*/ 29909 w 210026"/>
                  <a:gd name="connsiteY56" fmla="*/ 124968 h 208787"/>
                  <a:gd name="connsiteX57" fmla="*/ 667 w 210026"/>
                  <a:gd name="connsiteY57" fmla="*/ 120777 h 208787"/>
                  <a:gd name="connsiteX58" fmla="*/ 0 w 210026"/>
                  <a:gd name="connsiteY58" fmla="*/ 89440 h 208787"/>
                  <a:gd name="connsiteX59" fmla="*/ 30289 w 210026"/>
                  <a:gd name="connsiteY59" fmla="*/ 84582 h 208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210026" h="208787">
                    <a:moveTo>
                      <a:pt x="30194" y="84582"/>
                    </a:moveTo>
                    <a:lnTo>
                      <a:pt x="31242" y="81439"/>
                    </a:lnTo>
                    <a:cubicBezTo>
                      <a:pt x="32671" y="77248"/>
                      <a:pt x="34004" y="73438"/>
                      <a:pt x="36481" y="69247"/>
                    </a:cubicBezTo>
                    <a:lnTo>
                      <a:pt x="38195" y="66104"/>
                    </a:lnTo>
                    <a:lnTo>
                      <a:pt x="36100" y="63341"/>
                    </a:lnTo>
                    <a:cubicBezTo>
                      <a:pt x="32290" y="57817"/>
                      <a:pt x="27051" y="51149"/>
                      <a:pt x="20764" y="43148"/>
                    </a:cubicBezTo>
                    <a:cubicBezTo>
                      <a:pt x="23241" y="40005"/>
                      <a:pt x="27717" y="35147"/>
                      <a:pt x="34290" y="28575"/>
                    </a:cubicBezTo>
                    <a:cubicBezTo>
                      <a:pt x="41910" y="20955"/>
                      <a:pt x="44386" y="19907"/>
                      <a:pt x="44386" y="20193"/>
                    </a:cubicBezTo>
                    <a:lnTo>
                      <a:pt x="66675" y="37624"/>
                    </a:lnTo>
                    <a:lnTo>
                      <a:pt x="69818" y="35909"/>
                    </a:lnTo>
                    <a:cubicBezTo>
                      <a:pt x="73628" y="33814"/>
                      <a:pt x="77819" y="32099"/>
                      <a:pt x="82010" y="30671"/>
                    </a:cubicBezTo>
                    <a:lnTo>
                      <a:pt x="85534" y="29623"/>
                    </a:lnTo>
                    <a:lnTo>
                      <a:pt x="85916" y="26099"/>
                    </a:lnTo>
                    <a:cubicBezTo>
                      <a:pt x="87344" y="13621"/>
                      <a:pt x="88678" y="4858"/>
                      <a:pt x="89725" y="381"/>
                    </a:cubicBezTo>
                    <a:lnTo>
                      <a:pt x="121063" y="0"/>
                    </a:lnTo>
                    <a:lnTo>
                      <a:pt x="125539" y="29528"/>
                    </a:lnTo>
                    <a:lnTo>
                      <a:pt x="128683" y="30575"/>
                    </a:lnTo>
                    <a:cubicBezTo>
                      <a:pt x="133159" y="32004"/>
                      <a:pt x="137065" y="33718"/>
                      <a:pt x="140875" y="35433"/>
                    </a:cubicBezTo>
                    <a:lnTo>
                      <a:pt x="144018" y="36862"/>
                    </a:lnTo>
                    <a:lnTo>
                      <a:pt x="166973" y="19431"/>
                    </a:lnTo>
                    <a:cubicBezTo>
                      <a:pt x="178784" y="30575"/>
                      <a:pt x="186404" y="38195"/>
                      <a:pt x="189547" y="43053"/>
                    </a:cubicBezTo>
                    <a:cubicBezTo>
                      <a:pt x="188119" y="45149"/>
                      <a:pt x="185738" y="48292"/>
                      <a:pt x="182594" y="52483"/>
                    </a:cubicBezTo>
                    <a:cubicBezTo>
                      <a:pt x="179070" y="56959"/>
                      <a:pt x="176308" y="60103"/>
                      <a:pt x="174593" y="62579"/>
                    </a:cubicBezTo>
                    <a:lnTo>
                      <a:pt x="172498" y="65342"/>
                    </a:lnTo>
                    <a:lnTo>
                      <a:pt x="173927" y="68485"/>
                    </a:lnTo>
                    <a:cubicBezTo>
                      <a:pt x="176403" y="72962"/>
                      <a:pt x="178118" y="77153"/>
                      <a:pt x="179451" y="81725"/>
                    </a:cubicBezTo>
                    <a:lnTo>
                      <a:pt x="180499" y="84868"/>
                    </a:lnTo>
                    <a:lnTo>
                      <a:pt x="209359" y="89059"/>
                    </a:lnTo>
                    <a:lnTo>
                      <a:pt x="210026" y="120396"/>
                    </a:lnTo>
                    <a:lnTo>
                      <a:pt x="180499" y="124873"/>
                    </a:lnTo>
                    <a:lnTo>
                      <a:pt x="179451" y="128016"/>
                    </a:lnTo>
                    <a:cubicBezTo>
                      <a:pt x="177736" y="132874"/>
                      <a:pt x="175926" y="137065"/>
                      <a:pt x="174212" y="140208"/>
                    </a:cubicBezTo>
                    <a:lnTo>
                      <a:pt x="172498" y="142970"/>
                    </a:lnTo>
                    <a:lnTo>
                      <a:pt x="174593" y="145733"/>
                    </a:lnTo>
                    <a:cubicBezTo>
                      <a:pt x="178118" y="150590"/>
                      <a:pt x="182975" y="157163"/>
                      <a:pt x="189929" y="165925"/>
                    </a:cubicBezTo>
                    <a:cubicBezTo>
                      <a:pt x="187452" y="169069"/>
                      <a:pt x="182975" y="174308"/>
                      <a:pt x="176403" y="180499"/>
                    </a:cubicBezTo>
                    <a:cubicBezTo>
                      <a:pt x="168783" y="188119"/>
                      <a:pt x="166307" y="188881"/>
                      <a:pt x="166307" y="188881"/>
                    </a:cubicBezTo>
                    <a:lnTo>
                      <a:pt x="143732" y="171164"/>
                    </a:lnTo>
                    <a:lnTo>
                      <a:pt x="140589" y="172879"/>
                    </a:lnTo>
                    <a:cubicBezTo>
                      <a:pt x="136779" y="174974"/>
                      <a:pt x="132588" y="176689"/>
                      <a:pt x="128397" y="178117"/>
                    </a:cubicBezTo>
                    <a:lnTo>
                      <a:pt x="124873" y="179165"/>
                    </a:lnTo>
                    <a:lnTo>
                      <a:pt x="124492" y="182689"/>
                    </a:lnTo>
                    <a:cubicBezTo>
                      <a:pt x="123063" y="195167"/>
                      <a:pt x="121729" y="203930"/>
                      <a:pt x="120968" y="208407"/>
                    </a:cubicBezTo>
                    <a:lnTo>
                      <a:pt x="120586" y="208407"/>
                    </a:lnTo>
                    <a:lnTo>
                      <a:pt x="89249" y="208788"/>
                    </a:lnTo>
                    <a:lnTo>
                      <a:pt x="84772" y="179260"/>
                    </a:lnTo>
                    <a:lnTo>
                      <a:pt x="81629" y="178213"/>
                    </a:lnTo>
                    <a:cubicBezTo>
                      <a:pt x="77438" y="176784"/>
                      <a:pt x="73247" y="175070"/>
                      <a:pt x="69437" y="173355"/>
                    </a:cubicBezTo>
                    <a:lnTo>
                      <a:pt x="66675" y="172688"/>
                    </a:lnTo>
                    <a:lnTo>
                      <a:pt x="43719" y="190119"/>
                    </a:lnTo>
                    <a:cubicBezTo>
                      <a:pt x="32290" y="179642"/>
                      <a:pt x="24575" y="171736"/>
                      <a:pt x="21145" y="166783"/>
                    </a:cubicBezTo>
                    <a:cubicBezTo>
                      <a:pt x="22574" y="164687"/>
                      <a:pt x="24955" y="161544"/>
                      <a:pt x="28099" y="157353"/>
                    </a:cubicBezTo>
                    <a:cubicBezTo>
                      <a:pt x="31623" y="152876"/>
                      <a:pt x="34385" y="149352"/>
                      <a:pt x="36100" y="147256"/>
                    </a:cubicBezTo>
                    <a:lnTo>
                      <a:pt x="38195" y="144494"/>
                    </a:lnTo>
                    <a:lnTo>
                      <a:pt x="36481" y="141351"/>
                    </a:lnTo>
                    <a:cubicBezTo>
                      <a:pt x="34004" y="136874"/>
                      <a:pt x="32290" y="132683"/>
                      <a:pt x="30956" y="128492"/>
                    </a:cubicBezTo>
                    <a:lnTo>
                      <a:pt x="29909" y="124968"/>
                    </a:lnTo>
                    <a:lnTo>
                      <a:pt x="667" y="120777"/>
                    </a:lnTo>
                    <a:lnTo>
                      <a:pt x="0" y="89440"/>
                    </a:lnTo>
                    <a:lnTo>
                      <a:pt x="30289" y="84582"/>
                    </a:lnTo>
                    <a:close/>
                  </a:path>
                </a:pathLst>
              </a:custGeom>
              <a:noFill/>
              <a:ln w="15875" cap="flat">
                <a:solidFill>
                  <a:srgbClr val="231F20"/>
                </a:solidFill>
                <a:prstDash val="solid"/>
                <a:round/>
              </a:ln>
            </p:spPr>
            <p:txBody>
              <a:bodyPr rtlCol="0" anchor="ctr"/>
              <a:lstStyle/>
              <a:p>
                <a:endParaRPr lang="en-IN"/>
              </a:p>
            </p:txBody>
          </p:sp>
          <p:sp>
            <p:nvSpPr>
              <p:cNvPr id="110" name="Freeform: Shape 109">
                <a:extLst>
                  <a:ext uri="{FF2B5EF4-FFF2-40B4-BE49-F238E27FC236}">
                    <a16:creationId xmlns:a16="http://schemas.microsoft.com/office/drawing/2014/main" id="{C18BB3D2-BBB7-F871-034D-D3BF574C5055}"/>
                  </a:ext>
                </a:extLst>
              </p:cNvPr>
              <p:cNvSpPr/>
              <p:nvPr/>
            </p:nvSpPr>
            <p:spPr>
              <a:xfrm>
                <a:off x="-371348" y="1844421"/>
                <a:ext cx="84010" cy="84010"/>
              </a:xfrm>
              <a:custGeom>
                <a:avLst/>
                <a:gdLst>
                  <a:gd name="connsiteX0" fmla="*/ 84011 w 84010"/>
                  <a:gd name="connsiteY0" fmla="*/ 42005 h 84010"/>
                  <a:gd name="connsiteX1" fmla="*/ 42006 w 84010"/>
                  <a:gd name="connsiteY1" fmla="*/ 84010 h 84010"/>
                  <a:gd name="connsiteX2" fmla="*/ 1 w 84010"/>
                  <a:gd name="connsiteY2" fmla="*/ 42005 h 84010"/>
                  <a:gd name="connsiteX3" fmla="*/ 42006 w 84010"/>
                  <a:gd name="connsiteY3" fmla="*/ 0 h 84010"/>
                  <a:gd name="connsiteX4" fmla="*/ 84011 w 84010"/>
                  <a:gd name="connsiteY4" fmla="*/ 42005 h 840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010" h="84010">
                    <a:moveTo>
                      <a:pt x="84011" y="42005"/>
                    </a:moveTo>
                    <a:cubicBezTo>
                      <a:pt x="84011" y="65204"/>
                      <a:pt x="65204" y="84010"/>
                      <a:pt x="42006" y="84010"/>
                    </a:cubicBezTo>
                    <a:cubicBezTo>
                      <a:pt x="18807" y="84010"/>
                      <a:pt x="1" y="65204"/>
                      <a:pt x="1" y="42005"/>
                    </a:cubicBezTo>
                    <a:cubicBezTo>
                      <a:pt x="1" y="18806"/>
                      <a:pt x="18807" y="0"/>
                      <a:pt x="42006" y="0"/>
                    </a:cubicBezTo>
                    <a:cubicBezTo>
                      <a:pt x="65204" y="0"/>
                      <a:pt x="84011" y="18806"/>
                      <a:pt x="84011" y="42005"/>
                    </a:cubicBezTo>
                    <a:close/>
                  </a:path>
                </a:pathLst>
              </a:custGeom>
              <a:noFill/>
              <a:ln w="15875" cap="flat">
                <a:solidFill>
                  <a:srgbClr val="231F20"/>
                </a:solidFill>
                <a:prstDash val="solid"/>
                <a:round/>
              </a:ln>
            </p:spPr>
            <p:txBody>
              <a:bodyPr rtlCol="0" anchor="ctr"/>
              <a:lstStyle/>
              <a:p>
                <a:endParaRPr lang="en-IN"/>
              </a:p>
            </p:txBody>
          </p:sp>
        </p:grpSp>
        <p:grpSp>
          <p:nvGrpSpPr>
            <p:cNvPr id="111" name="Graphic 94">
              <a:extLst>
                <a:ext uri="{FF2B5EF4-FFF2-40B4-BE49-F238E27FC236}">
                  <a16:creationId xmlns:a16="http://schemas.microsoft.com/office/drawing/2014/main" id="{E729797C-D35A-0FE7-A891-626970FCCBD7}"/>
                </a:ext>
              </a:extLst>
            </p:cNvPr>
            <p:cNvGrpSpPr/>
            <p:nvPr/>
          </p:nvGrpSpPr>
          <p:grpSpPr>
            <a:xfrm>
              <a:off x="-775970" y="1567624"/>
              <a:ext cx="446627" cy="360330"/>
              <a:chOff x="-775970" y="1567624"/>
              <a:chExt cx="446627" cy="360330"/>
            </a:xfrm>
            <a:noFill/>
          </p:grpSpPr>
          <p:grpSp>
            <p:nvGrpSpPr>
              <p:cNvPr id="112" name="Graphic 94">
                <a:extLst>
                  <a:ext uri="{FF2B5EF4-FFF2-40B4-BE49-F238E27FC236}">
                    <a16:creationId xmlns:a16="http://schemas.microsoft.com/office/drawing/2014/main" id="{761F8CDE-221F-CC24-E5E5-1DDA4E087307}"/>
                  </a:ext>
                </a:extLst>
              </p:cNvPr>
              <p:cNvGrpSpPr/>
              <p:nvPr/>
            </p:nvGrpSpPr>
            <p:grpSpPr>
              <a:xfrm>
                <a:off x="-775970" y="1567624"/>
                <a:ext cx="446532" cy="360330"/>
                <a:chOff x="-775970" y="1567624"/>
                <a:chExt cx="446532" cy="360330"/>
              </a:xfrm>
              <a:noFill/>
            </p:grpSpPr>
            <p:sp>
              <p:nvSpPr>
                <p:cNvPr id="113" name="Freeform: Shape 112">
                  <a:extLst>
                    <a:ext uri="{FF2B5EF4-FFF2-40B4-BE49-F238E27FC236}">
                      <a16:creationId xmlns:a16="http://schemas.microsoft.com/office/drawing/2014/main" id="{FD99A3A8-6D1E-ADB4-8631-E62F63979E9E}"/>
                    </a:ext>
                  </a:extLst>
                </p:cNvPr>
                <p:cNvSpPr/>
                <p:nvPr/>
              </p:nvSpPr>
              <p:spPr>
                <a:xfrm>
                  <a:off x="-338868" y="1927288"/>
                  <a:ext cx="95" cy="9525"/>
                </a:xfrm>
                <a:custGeom>
                  <a:avLst/>
                  <a:gdLst>
                    <a:gd name="connsiteX0" fmla="*/ 95 w 95"/>
                    <a:gd name="connsiteY0" fmla="*/ 0 h 9525"/>
                    <a:gd name="connsiteX1" fmla="*/ 0 w 95"/>
                    <a:gd name="connsiteY1" fmla="*/ 0 h 9525"/>
                  </a:gdLst>
                  <a:ahLst/>
                  <a:cxnLst>
                    <a:cxn ang="0">
                      <a:pos x="connsiteX0" y="connsiteY0"/>
                    </a:cxn>
                    <a:cxn ang="0">
                      <a:pos x="connsiteX1" y="connsiteY1"/>
                    </a:cxn>
                  </a:cxnLst>
                  <a:rect l="l" t="t" r="r" b="b"/>
                  <a:pathLst>
                    <a:path w="95" h="9525">
                      <a:moveTo>
                        <a:pt x="95" y="0"/>
                      </a:moveTo>
                      <a:lnTo>
                        <a:pt x="0" y="0"/>
                      </a:lnTo>
                    </a:path>
                  </a:pathLst>
                </a:custGeom>
                <a:ln w="15875" cap="rnd">
                  <a:solidFill>
                    <a:srgbClr val="231F20"/>
                  </a:solidFill>
                  <a:prstDash val="solid"/>
                  <a:round/>
                </a:ln>
              </p:spPr>
              <p:txBody>
                <a:bodyPr rtlCol="0" anchor="ctr"/>
                <a:lstStyle/>
                <a:p>
                  <a:endParaRPr lang="en-IN"/>
                </a:p>
              </p:txBody>
            </p:sp>
            <p:sp>
              <p:nvSpPr>
                <p:cNvPr id="114" name="Freeform: Shape 113">
                  <a:extLst>
                    <a:ext uri="{FF2B5EF4-FFF2-40B4-BE49-F238E27FC236}">
                      <a16:creationId xmlns:a16="http://schemas.microsoft.com/office/drawing/2014/main" id="{796B16B1-11F0-BAA9-6505-80F206962068}"/>
                    </a:ext>
                  </a:extLst>
                </p:cNvPr>
                <p:cNvSpPr/>
                <p:nvPr/>
              </p:nvSpPr>
              <p:spPr>
                <a:xfrm>
                  <a:off x="-775970" y="1654111"/>
                  <a:ext cx="446532" cy="273843"/>
                </a:xfrm>
                <a:custGeom>
                  <a:avLst/>
                  <a:gdLst>
                    <a:gd name="connsiteX0" fmla="*/ 446532 w 446532"/>
                    <a:gd name="connsiteY0" fmla="*/ 128207 h 273843"/>
                    <a:gd name="connsiteX1" fmla="*/ 446532 w 446532"/>
                    <a:gd name="connsiteY1" fmla="*/ 13240 h 273843"/>
                    <a:gd name="connsiteX2" fmla="*/ 433292 w 446532"/>
                    <a:gd name="connsiteY2" fmla="*/ 0 h 273843"/>
                    <a:gd name="connsiteX3" fmla="*/ 13240 w 446532"/>
                    <a:gd name="connsiteY3" fmla="*/ 0 h 273843"/>
                    <a:gd name="connsiteX4" fmla="*/ 0 w 446532"/>
                    <a:gd name="connsiteY4" fmla="*/ 13240 h 273843"/>
                    <a:gd name="connsiteX5" fmla="*/ 0 w 446532"/>
                    <a:gd name="connsiteY5" fmla="*/ 260604 h 273843"/>
                    <a:gd name="connsiteX6" fmla="*/ 13240 w 446532"/>
                    <a:gd name="connsiteY6" fmla="*/ 273844 h 273843"/>
                    <a:gd name="connsiteX7" fmla="*/ 378619 w 446532"/>
                    <a:gd name="connsiteY7" fmla="*/ 273844 h 273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32" h="273843">
                      <a:moveTo>
                        <a:pt x="446532" y="128207"/>
                      </a:moveTo>
                      <a:lnTo>
                        <a:pt x="446532" y="13240"/>
                      </a:lnTo>
                      <a:cubicBezTo>
                        <a:pt x="446532" y="6001"/>
                        <a:pt x="440627" y="0"/>
                        <a:pt x="433292" y="0"/>
                      </a:cubicBezTo>
                      <a:lnTo>
                        <a:pt x="13240" y="0"/>
                      </a:lnTo>
                      <a:cubicBezTo>
                        <a:pt x="6001" y="0"/>
                        <a:pt x="0" y="5906"/>
                        <a:pt x="0" y="13240"/>
                      </a:cubicBezTo>
                      <a:lnTo>
                        <a:pt x="0" y="260604"/>
                      </a:lnTo>
                      <a:cubicBezTo>
                        <a:pt x="0" y="267843"/>
                        <a:pt x="5905" y="273844"/>
                        <a:pt x="13240" y="273844"/>
                      </a:cubicBezTo>
                      <a:lnTo>
                        <a:pt x="378619" y="273844"/>
                      </a:lnTo>
                    </a:path>
                  </a:pathLst>
                </a:custGeom>
                <a:noFill/>
                <a:ln w="15875" cap="rnd">
                  <a:solidFill>
                    <a:srgbClr val="231F20"/>
                  </a:solidFill>
                  <a:prstDash val="solid"/>
                  <a:round/>
                </a:ln>
              </p:spPr>
              <p:txBody>
                <a:bodyPr rtlCol="0" anchor="ctr"/>
                <a:lstStyle/>
                <a:p>
                  <a:endParaRPr lang="en-IN"/>
                </a:p>
              </p:txBody>
            </p:sp>
            <p:sp>
              <p:nvSpPr>
                <p:cNvPr id="115" name="Freeform: Shape 114">
                  <a:extLst>
                    <a:ext uri="{FF2B5EF4-FFF2-40B4-BE49-F238E27FC236}">
                      <a16:creationId xmlns:a16="http://schemas.microsoft.com/office/drawing/2014/main" id="{25FF64E2-5F53-1BB4-6039-5852E0C510FD}"/>
                    </a:ext>
                  </a:extLst>
                </p:cNvPr>
                <p:cNvSpPr/>
                <p:nvPr/>
              </p:nvSpPr>
              <p:spPr>
                <a:xfrm>
                  <a:off x="-650812" y="1567624"/>
                  <a:ext cx="199453" cy="86487"/>
                </a:xfrm>
                <a:custGeom>
                  <a:avLst/>
                  <a:gdLst>
                    <a:gd name="connsiteX0" fmla="*/ 0 w 199453"/>
                    <a:gd name="connsiteY0" fmla="*/ 0 h 86487"/>
                    <a:gd name="connsiteX1" fmla="*/ 199453 w 199453"/>
                    <a:gd name="connsiteY1" fmla="*/ 0 h 86487"/>
                    <a:gd name="connsiteX2" fmla="*/ 199453 w 199453"/>
                    <a:gd name="connsiteY2" fmla="*/ 86487 h 86487"/>
                    <a:gd name="connsiteX3" fmla="*/ 0 w 199453"/>
                    <a:gd name="connsiteY3" fmla="*/ 86487 h 86487"/>
                  </a:gdLst>
                  <a:ahLst/>
                  <a:cxnLst>
                    <a:cxn ang="0">
                      <a:pos x="connsiteX0" y="connsiteY0"/>
                    </a:cxn>
                    <a:cxn ang="0">
                      <a:pos x="connsiteX1" y="connsiteY1"/>
                    </a:cxn>
                    <a:cxn ang="0">
                      <a:pos x="connsiteX2" y="connsiteY2"/>
                    </a:cxn>
                    <a:cxn ang="0">
                      <a:pos x="connsiteX3" y="connsiteY3"/>
                    </a:cxn>
                  </a:cxnLst>
                  <a:rect l="l" t="t" r="r" b="b"/>
                  <a:pathLst>
                    <a:path w="199453" h="86487">
                      <a:moveTo>
                        <a:pt x="0" y="0"/>
                      </a:moveTo>
                      <a:lnTo>
                        <a:pt x="199453" y="0"/>
                      </a:lnTo>
                      <a:lnTo>
                        <a:pt x="199453" y="86487"/>
                      </a:lnTo>
                      <a:lnTo>
                        <a:pt x="0" y="86487"/>
                      </a:lnTo>
                      <a:close/>
                    </a:path>
                  </a:pathLst>
                </a:custGeom>
                <a:noFill/>
                <a:ln w="15875" cap="rnd">
                  <a:solidFill>
                    <a:srgbClr val="231F20"/>
                  </a:solidFill>
                  <a:prstDash val="solid"/>
                  <a:round/>
                </a:ln>
              </p:spPr>
              <p:txBody>
                <a:bodyPr rtlCol="0" anchor="ctr"/>
                <a:lstStyle/>
                <a:p>
                  <a:endParaRPr lang="en-IN"/>
                </a:p>
              </p:txBody>
            </p:sp>
          </p:grpSp>
          <p:sp>
            <p:nvSpPr>
              <p:cNvPr id="116" name="Freeform: Shape 115">
                <a:extLst>
                  <a:ext uri="{FF2B5EF4-FFF2-40B4-BE49-F238E27FC236}">
                    <a16:creationId xmlns:a16="http://schemas.microsoft.com/office/drawing/2014/main" id="{30DE6B32-3679-0D97-27AC-9287AE99D53D}"/>
                  </a:ext>
                </a:extLst>
              </p:cNvPr>
              <p:cNvSpPr/>
              <p:nvPr/>
            </p:nvSpPr>
            <p:spPr>
              <a:xfrm>
                <a:off x="-775779" y="1739931"/>
                <a:ext cx="446436" cy="66293"/>
              </a:xfrm>
              <a:custGeom>
                <a:avLst/>
                <a:gdLst>
                  <a:gd name="connsiteX0" fmla="*/ 0 w 446436"/>
                  <a:gd name="connsiteY0" fmla="*/ 95 h 66293"/>
                  <a:gd name="connsiteX1" fmla="*/ 223171 w 446436"/>
                  <a:gd name="connsiteY1" fmla="*/ 66294 h 66293"/>
                  <a:gd name="connsiteX2" fmla="*/ 446437 w 446436"/>
                  <a:gd name="connsiteY2" fmla="*/ 0 h 66293"/>
                </a:gdLst>
                <a:ahLst/>
                <a:cxnLst>
                  <a:cxn ang="0">
                    <a:pos x="connsiteX0" y="connsiteY0"/>
                  </a:cxn>
                  <a:cxn ang="0">
                    <a:pos x="connsiteX1" y="connsiteY1"/>
                  </a:cxn>
                  <a:cxn ang="0">
                    <a:pos x="connsiteX2" y="connsiteY2"/>
                  </a:cxn>
                </a:cxnLst>
                <a:rect l="l" t="t" r="r" b="b"/>
                <a:pathLst>
                  <a:path w="446436" h="66293">
                    <a:moveTo>
                      <a:pt x="0" y="95"/>
                    </a:moveTo>
                    <a:lnTo>
                      <a:pt x="223171" y="66294"/>
                    </a:lnTo>
                    <a:lnTo>
                      <a:pt x="446437" y="0"/>
                    </a:lnTo>
                  </a:path>
                </a:pathLst>
              </a:custGeom>
              <a:noFill/>
              <a:ln w="15875" cap="rnd">
                <a:solidFill>
                  <a:srgbClr val="231F20"/>
                </a:solidFill>
                <a:prstDash val="solid"/>
                <a:round/>
              </a:ln>
            </p:spPr>
            <p:txBody>
              <a:bodyPr rtlCol="0" anchor="ctr"/>
              <a:lstStyle/>
              <a:p>
                <a:endParaRPr lang="en-IN"/>
              </a:p>
            </p:txBody>
          </p:sp>
        </p:grpSp>
      </p:grpSp>
      <p:grpSp>
        <p:nvGrpSpPr>
          <p:cNvPr id="37" name="Group 36">
            <a:extLst>
              <a:ext uri="{FF2B5EF4-FFF2-40B4-BE49-F238E27FC236}">
                <a16:creationId xmlns:a16="http://schemas.microsoft.com/office/drawing/2014/main" id="{66D77D22-F726-9385-387F-F5DB7F39BD82}"/>
              </a:ext>
            </a:extLst>
          </p:cNvPr>
          <p:cNvGrpSpPr/>
          <p:nvPr/>
        </p:nvGrpSpPr>
        <p:grpSpPr>
          <a:xfrm>
            <a:off x="-1" y="6181724"/>
            <a:ext cx="12192002" cy="676275"/>
            <a:chOff x="-2" y="6080760"/>
            <a:chExt cx="12217867" cy="777240"/>
          </a:xfrm>
        </p:grpSpPr>
        <p:grpSp>
          <p:nvGrpSpPr>
            <p:cNvPr id="38" name="Group 37">
              <a:extLst>
                <a:ext uri="{FF2B5EF4-FFF2-40B4-BE49-F238E27FC236}">
                  <a16:creationId xmlns:a16="http://schemas.microsoft.com/office/drawing/2014/main" id="{619695A8-E794-1F27-6370-E0383853856C}"/>
                </a:ext>
              </a:extLst>
            </p:cNvPr>
            <p:cNvGrpSpPr/>
            <p:nvPr userDrawn="1"/>
          </p:nvGrpSpPr>
          <p:grpSpPr>
            <a:xfrm>
              <a:off x="-1" y="6080760"/>
              <a:ext cx="12217865" cy="722969"/>
              <a:chOff x="-1" y="6104238"/>
              <a:chExt cx="12217865" cy="699491"/>
            </a:xfrm>
          </p:grpSpPr>
          <p:sp>
            <p:nvSpPr>
              <p:cNvPr id="41" name="Freeform: Shape 40">
                <a:extLst>
                  <a:ext uri="{FF2B5EF4-FFF2-40B4-BE49-F238E27FC236}">
                    <a16:creationId xmlns:a16="http://schemas.microsoft.com/office/drawing/2014/main" id="{0682BA93-6DC3-3A3D-BE7F-ED2D30D6E5F0}"/>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7" name="Right Triangle 56">
                <a:extLst>
                  <a:ext uri="{FF2B5EF4-FFF2-40B4-BE49-F238E27FC236}">
                    <a16:creationId xmlns:a16="http://schemas.microsoft.com/office/drawing/2014/main" id="{828387DA-2E47-6C06-B369-EE51F46E48CC}"/>
                  </a:ext>
                </a:extLst>
              </p:cNvPr>
              <p:cNvSpPr/>
              <p:nvPr/>
            </p:nvSpPr>
            <p:spPr>
              <a:xfrm flipH="1">
                <a:off x="6788150" y="6104238"/>
                <a:ext cx="5429714" cy="699491"/>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9" name="Freeform: Shape 38">
              <a:extLst>
                <a:ext uri="{FF2B5EF4-FFF2-40B4-BE49-F238E27FC236}">
                  <a16:creationId xmlns:a16="http://schemas.microsoft.com/office/drawing/2014/main" id="{221E356C-E894-38B0-9E7C-ED1546955C37}"/>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40" name="Right Triangle 39">
              <a:extLst>
                <a:ext uri="{FF2B5EF4-FFF2-40B4-BE49-F238E27FC236}">
                  <a16:creationId xmlns:a16="http://schemas.microsoft.com/office/drawing/2014/main" id="{6B85AA53-CD8D-2CDF-9CBC-A68659CD400D}"/>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17" name="Slide Number Placeholder 2">
            <a:extLst>
              <a:ext uri="{FF2B5EF4-FFF2-40B4-BE49-F238E27FC236}">
                <a16:creationId xmlns:a16="http://schemas.microsoft.com/office/drawing/2014/main" id="{242BE8D2-3D73-DAE8-E56B-977F80B4B1F8}"/>
              </a:ext>
            </a:extLst>
          </p:cNvPr>
          <p:cNvSpPr>
            <a:spLocks noGrp="1"/>
          </p:cNvSpPr>
          <p:nvPr>
            <p:ph type="sldNum" sz="quarter" idx="4"/>
          </p:nvPr>
        </p:nvSpPr>
        <p:spPr>
          <a:xfrm>
            <a:off x="11602792" y="6483657"/>
            <a:ext cx="217732" cy="164592"/>
          </a:xfrm>
        </p:spPr>
        <p:txBody>
          <a:bodyPr/>
          <a:lstStyle/>
          <a:p>
            <a:fld id="{9A131BC9-40DA-43B6-B58E-D925B527BF77}" type="slidenum">
              <a:rPr lang="en-IN" smtClean="0"/>
              <a:pPr/>
              <a:t>7</a:t>
            </a:fld>
            <a:endParaRPr lang="en-IN"/>
          </a:p>
        </p:txBody>
      </p:sp>
    </p:spTree>
    <p:extLst>
      <p:ext uri="{BB962C8B-B14F-4D97-AF65-F5344CB8AC3E}">
        <p14:creationId xmlns:p14="http://schemas.microsoft.com/office/powerpoint/2010/main" val="2965254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C51F9A0A-C870-373D-123E-9EC0D5C95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C5D73-91BB-99D8-F738-5927FE224C63}"/>
              </a:ext>
            </a:extLst>
          </p:cNvPr>
          <p:cNvSpPr>
            <a:spLocks noGrp="1"/>
          </p:cNvSpPr>
          <p:nvPr>
            <p:ph type="title"/>
          </p:nvPr>
        </p:nvSpPr>
        <p:spPr/>
        <p:txBody>
          <a:bodyPr/>
          <a:lstStyle/>
          <a:p>
            <a:r>
              <a:rPr lang="en-IN" dirty="0">
                <a:solidFill>
                  <a:schemeClr val="accent2"/>
                </a:solidFill>
              </a:rPr>
              <a:t>What is Lorem Ipsum?</a:t>
            </a:r>
            <a:br>
              <a:rPr lang="en-IN" dirty="0">
                <a:solidFill>
                  <a:schemeClr val="accent2"/>
                </a:solidFill>
              </a:rPr>
            </a:br>
            <a:r>
              <a:rPr lang="en-US" sz="1400" b="0" dirty="0">
                <a:solidFill>
                  <a:schemeClr val="accent2"/>
                </a:solidFill>
              </a:rPr>
              <a:t>Lorem Ipsum is simply dummy text of the printing and typesetting industry.</a:t>
            </a:r>
            <a:endParaRPr lang="en-IN" sz="1400" b="0" dirty="0">
              <a:solidFill>
                <a:schemeClr val="accent2"/>
              </a:solidFill>
            </a:endParaRPr>
          </a:p>
        </p:txBody>
      </p:sp>
      <p:sp>
        <p:nvSpPr>
          <p:cNvPr id="4" name="Isosceles Triangle 3">
            <a:extLst>
              <a:ext uri="{FF2B5EF4-FFF2-40B4-BE49-F238E27FC236}">
                <a16:creationId xmlns:a16="http://schemas.microsoft.com/office/drawing/2014/main" id="{FAB4DDE8-2532-B7CB-5BE7-F52D98DA0233}"/>
              </a:ext>
            </a:extLst>
          </p:cNvPr>
          <p:cNvSpPr/>
          <p:nvPr/>
        </p:nvSpPr>
        <p:spPr>
          <a:xfrm rot="5400000">
            <a:off x="108205" y="1827877"/>
            <a:ext cx="3955539" cy="3409950"/>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Isosceles Triangle 5">
            <a:extLst>
              <a:ext uri="{FF2B5EF4-FFF2-40B4-BE49-F238E27FC236}">
                <a16:creationId xmlns:a16="http://schemas.microsoft.com/office/drawing/2014/main" id="{E19ACE56-8F33-7244-702F-7E8E1003443C}"/>
              </a:ext>
            </a:extLst>
          </p:cNvPr>
          <p:cNvSpPr/>
          <p:nvPr/>
        </p:nvSpPr>
        <p:spPr>
          <a:xfrm rot="5400000">
            <a:off x="3184326" y="1827880"/>
            <a:ext cx="3955539" cy="340995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379DAE1-11AC-3910-2D15-CF4305EA7E26}"/>
              </a:ext>
            </a:extLst>
          </p:cNvPr>
          <p:cNvSpPr txBox="1"/>
          <p:nvPr/>
        </p:nvSpPr>
        <p:spPr>
          <a:xfrm>
            <a:off x="558941" y="3322983"/>
            <a:ext cx="2437034" cy="492443"/>
          </a:xfrm>
          <a:prstGeom prst="rect">
            <a:avLst/>
          </a:prstGeom>
          <a:noFill/>
        </p:spPr>
        <p:txBody>
          <a:bodyPr wrap="square" lIns="0" tIns="0" rIns="0" bIns="0" rtlCol="0">
            <a:spAutoFit/>
          </a:bodyPr>
          <a:lstStyle/>
          <a:p>
            <a:pPr>
              <a:spcAft>
                <a:spcPts val="800"/>
              </a:spcAft>
            </a:pPr>
            <a:r>
              <a:rPr lang="en-US" sz="1600" dirty="0">
                <a:solidFill>
                  <a:schemeClr val="bg1"/>
                </a:solidFill>
              </a:rPr>
              <a:t>Lorem Ipsum is simply dummy text.</a:t>
            </a:r>
            <a:endParaRPr lang="en-IN" sz="1600" dirty="0">
              <a:solidFill>
                <a:schemeClr val="bg1"/>
              </a:solidFill>
            </a:endParaRPr>
          </a:p>
        </p:txBody>
      </p:sp>
      <p:sp>
        <p:nvSpPr>
          <p:cNvPr id="8" name="TextBox 7">
            <a:extLst>
              <a:ext uri="{FF2B5EF4-FFF2-40B4-BE49-F238E27FC236}">
                <a16:creationId xmlns:a16="http://schemas.microsoft.com/office/drawing/2014/main" id="{7E1F269A-640C-B5F6-5C39-94B280FED705}"/>
              </a:ext>
            </a:extLst>
          </p:cNvPr>
          <p:cNvSpPr txBox="1"/>
          <p:nvPr/>
        </p:nvSpPr>
        <p:spPr>
          <a:xfrm>
            <a:off x="3636287" y="3322986"/>
            <a:ext cx="1973484" cy="861774"/>
          </a:xfrm>
          <a:prstGeom prst="rect">
            <a:avLst/>
          </a:prstGeom>
          <a:noFill/>
        </p:spPr>
        <p:txBody>
          <a:bodyPr wrap="square" lIns="0" tIns="0" rIns="0" bIns="0" rtlCol="0">
            <a:spAutoFit/>
          </a:bodyPr>
          <a:lstStyle/>
          <a:p>
            <a:pPr>
              <a:spcAft>
                <a:spcPts val="800"/>
              </a:spcAft>
            </a:pPr>
            <a:r>
              <a:rPr lang="en-US" sz="2400" b="1" dirty="0">
                <a:solidFill>
                  <a:schemeClr val="bg1"/>
                </a:solidFill>
              </a:rPr>
              <a:t>Lorem Ipsum </a:t>
            </a:r>
            <a:r>
              <a:rPr lang="en-US" sz="1600" dirty="0">
                <a:solidFill>
                  <a:schemeClr val="bg1"/>
                </a:solidFill>
              </a:rPr>
              <a:t>Lorem Ipsum is simply dummy text.</a:t>
            </a:r>
            <a:endParaRPr lang="en-IN" sz="1600" dirty="0">
              <a:solidFill>
                <a:schemeClr val="bg1"/>
              </a:solidFill>
            </a:endParaRPr>
          </a:p>
        </p:txBody>
      </p:sp>
      <p:pic>
        <p:nvPicPr>
          <p:cNvPr id="9" name="Graphic 8">
            <a:extLst>
              <a:ext uri="{FF2B5EF4-FFF2-40B4-BE49-F238E27FC236}">
                <a16:creationId xmlns:a16="http://schemas.microsoft.com/office/drawing/2014/main" id="{C332A524-8C7C-CCA6-B430-DF80E7B8BB2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5055" y="2421987"/>
            <a:ext cx="825122" cy="712208"/>
          </a:xfrm>
          <a:prstGeom prst="rect">
            <a:avLst/>
          </a:prstGeom>
        </p:spPr>
      </p:pic>
      <p:grpSp>
        <p:nvGrpSpPr>
          <p:cNvPr id="114" name="Group 113">
            <a:extLst>
              <a:ext uri="{FF2B5EF4-FFF2-40B4-BE49-F238E27FC236}">
                <a16:creationId xmlns:a16="http://schemas.microsoft.com/office/drawing/2014/main" id="{1FC27B94-CCF5-4D5E-249D-4C91A474B013}"/>
              </a:ext>
            </a:extLst>
          </p:cNvPr>
          <p:cNvGrpSpPr/>
          <p:nvPr/>
        </p:nvGrpSpPr>
        <p:grpSpPr>
          <a:xfrm>
            <a:off x="3673715" y="2418173"/>
            <a:ext cx="652738" cy="716023"/>
            <a:chOff x="3673715" y="2418173"/>
            <a:chExt cx="652738" cy="716023"/>
          </a:xfrm>
        </p:grpSpPr>
        <p:sp>
          <p:nvSpPr>
            <p:cNvPr id="45" name="Freeform: Shape 44">
              <a:extLst>
                <a:ext uri="{FF2B5EF4-FFF2-40B4-BE49-F238E27FC236}">
                  <a16:creationId xmlns:a16="http://schemas.microsoft.com/office/drawing/2014/main" id="{C1515780-30F5-311B-FEA3-A2BF24C74183}"/>
                </a:ext>
              </a:extLst>
            </p:cNvPr>
            <p:cNvSpPr/>
            <p:nvPr/>
          </p:nvSpPr>
          <p:spPr>
            <a:xfrm>
              <a:off x="3673715" y="2418173"/>
              <a:ext cx="509357" cy="654811"/>
            </a:xfrm>
            <a:custGeom>
              <a:avLst/>
              <a:gdLst>
                <a:gd name="connsiteX0" fmla="*/ 932498 w 1495615"/>
                <a:gd name="connsiteY0" fmla="*/ 449666 h 1922707"/>
                <a:gd name="connsiteX1" fmla="*/ 570833 w 1495615"/>
                <a:gd name="connsiteY1" fmla="*/ 449666 h 1922707"/>
                <a:gd name="connsiteX2" fmla="*/ 1228916 w 1495615"/>
                <a:gd name="connsiteY2" fmla="*/ 1839268 h 1922707"/>
                <a:gd name="connsiteX3" fmla="*/ 871919 w 1495615"/>
                <a:gd name="connsiteY3" fmla="*/ 1922707 h 1922707"/>
                <a:gd name="connsiteX4" fmla="*/ 631127 w 1495615"/>
                <a:gd name="connsiteY4" fmla="*/ 1922707 h 1922707"/>
                <a:gd name="connsiteX5" fmla="*/ 166402 w 1495615"/>
                <a:gd name="connsiteY5" fmla="*/ 1762497 h 1922707"/>
                <a:gd name="connsiteX6" fmla="*/ 0 w 1495615"/>
                <a:gd name="connsiteY6" fmla="*/ 1381878 h 1922707"/>
                <a:gd name="connsiteX7" fmla="*/ 134779 w 1495615"/>
                <a:gd name="connsiteY7" fmla="*/ 939727 h 1922707"/>
                <a:gd name="connsiteX8" fmla="*/ 389668 w 1495615"/>
                <a:gd name="connsiteY8" fmla="*/ 667312 h 1922707"/>
                <a:gd name="connsiteX9" fmla="*/ 538544 w 1495615"/>
                <a:gd name="connsiteY9" fmla="*/ 500339 h 1922707"/>
                <a:gd name="connsiteX10" fmla="*/ 482156 w 1495615"/>
                <a:gd name="connsiteY10" fmla="*/ 417471 h 1922707"/>
                <a:gd name="connsiteX11" fmla="*/ 534638 w 1495615"/>
                <a:gd name="connsiteY11" fmla="*/ 336795 h 1922707"/>
                <a:gd name="connsiteX12" fmla="*/ 451199 w 1495615"/>
                <a:gd name="connsiteY12" fmla="*/ 80763 h 1922707"/>
                <a:gd name="connsiteX13" fmla="*/ 451199 w 1495615"/>
                <a:gd name="connsiteY13" fmla="*/ 80191 h 1922707"/>
                <a:gd name="connsiteX14" fmla="*/ 463010 w 1495615"/>
                <a:gd name="connsiteY14" fmla="*/ 16469 h 1922707"/>
                <a:gd name="connsiteX15" fmla="*/ 526161 w 1495615"/>
                <a:gd name="connsiteY15" fmla="*/ 2943 h 1922707"/>
                <a:gd name="connsiteX16" fmla="*/ 527876 w 1495615"/>
                <a:gd name="connsiteY16" fmla="*/ 3515 h 1922707"/>
                <a:gd name="connsiteX17" fmla="*/ 693134 w 1495615"/>
                <a:gd name="connsiteY17" fmla="*/ 54283 h 1922707"/>
                <a:gd name="connsiteX18" fmla="*/ 791813 w 1495615"/>
                <a:gd name="connsiteY18" fmla="*/ 54283 h 1922707"/>
                <a:gd name="connsiteX19" fmla="*/ 955929 w 1495615"/>
                <a:gd name="connsiteY19" fmla="*/ 3515 h 1922707"/>
                <a:gd name="connsiteX20" fmla="*/ 957072 w 1495615"/>
                <a:gd name="connsiteY20" fmla="*/ 2943 h 1922707"/>
                <a:gd name="connsiteX21" fmla="*/ 1020223 w 1495615"/>
                <a:gd name="connsiteY21" fmla="*/ 16469 h 1922707"/>
                <a:gd name="connsiteX22" fmla="*/ 1032605 w 1495615"/>
                <a:gd name="connsiteY22" fmla="*/ 79620 h 1922707"/>
                <a:gd name="connsiteX23" fmla="*/ 967169 w 1495615"/>
                <a:gd name="connsiteY23" fmla="*/ 336223 h 1922707"/>
                <a:gd name="connsiteX24" fmla="*/ 1020794 w 1495615"/>
                <a:gd name="connsiteY24" fmla="*/ 417471 h 1922707"/>
                <a:gd name="connsiteX25" fmla="*/ 964406 w 1495615"/>
                <a:gd name="connsiteY25" fmla="*/ 500339 h 1922707"/>
                <a:gd name="connsiteX26" fmla="*/ 1113854 w 1495615"/>
                <a:gd name="connsiteY26" fmla="*/ 667312 h 1922707"/>
                <a:gd name="connsiteX27" fmla="*/ 1368171 w 1495615"/>
                <a:gd name="connsiteY27" fmla="*/ 939727 h 1922707"/>
                <a:gd name="connsiteX28" fmla="*/ 1495616 w 1495615"/>
                <a:gd name="connsiteY28" fmla="*/ 1273007 h 1922707"/>
                <a:gd name="connsiteX29" fmla="*/ 1371029 w 1495615"/>
                <a:gd name="connsiteY29" fmla="*/ 1727635 h 1922707"/>
                <a:gd name="connsiteX30" fmla="*/ 1371029 w 1495615"/>
                <a:gd name="connsiteY30" fmla="*/ 1727064 h 192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95615" h="1922707">
                  <a:moveTo>
                    <a:pt x="932498" y="449666"/>
                  </a:moveTo>
                  <a:lnTo>
                    <a:pt x="570833" y="449666"/>
                  </a:lnTo>
                  <a:moveTo>
                    <a:pt x="1228916" y="1839268"/>
                  </a:moveTo>
                  <a:cubicBezTo>
                    <a:pt x="1129094" y="1893942"/>
                    <a:pt x="1007840" y="1922707"/>
                    <a:pt x="871919" y="1922707"/>
                  </a:cubicBezTo>
                  <a:lnTo>
                    <a:pt x="631127" y="1922707"/>
                  </a:lnTo>
                  <a:cubicBezTo>
                    <a:pt x="442150" y="1922707"/>
                    <a:pt x="281464" y="1867462"/>
                    <a:pt x="166402" y="1762497"/>
                  </a:cubicBezTo>
                  <a:cubicBezTo>
                    <a:pt x="59245" y="1664484"/>
                    <a:pt x="0" y="1529134"/>
                    <a:pt x="0" y="1381878"/>
                  </a:cubicBezTo>
                  <a:cubicBezTo>
                    <a:pt x="0" y="1218905"/>
                    <a:pt x="44006" y="1073934"/>
                    <a:pt x="134779" y="939727"/>
                  </a:cubicBezTo>
                  <a:cubicBezTo>
                    <a:pt x="212027" y="825237"/>
                    <a:pt x="310229" y="737797"/>
                    <a:pt x="389668" y="667312"/>
                  </a:cubicBezTo>
                  <a:cubicBezTo>
                    <a:pt x="460153" y="604161"/>
                    <a:pt x="522732" y="548345"/>
                    <a:pt x="538544" y="500339"/>
                  </a:cubicBezTo>
                  <a:cubicBezTo>
                    <a:pt x="505873" y="487385"/>
                    <a:pt x="482156" y="455190"/>
                    <a:pt x="482156" y="417471"/>
                  </a:cubicBezTo>
                  <a:cubicBezTo>
                    <a:pt x="482156" y="381943"/>
                    <a:pt x="503587" y="350892"/>
                    <a:pt x="534638" y="336795"/>
                  </a:cubicBezTo>
                  <a:lnTo>
                    <a:pt x="451199" y="80763"/>
                  </a:lnTo>
                  <a:lnTo>
                    <a:pt x="451199" y="80191"/>
                  </a:lnTo>
                  <a:cubicBezTo>
                    <a:pt x="443865" y="54855"/>
                    <a:pt x="448342" y="31709"/>
                    <a:pt x="463010" y="16469"/>
                  </a:cubicBezTo>
                  <a:cubicBezTo>
                    <a:pt x="478250" y="1229"/>
                    <a:pt x="501396" y="-3819"/>
                    <a:pt x="526161" y="2943"/>
                  </a:cubicBezTo>
                  <a:cubicBezTo>
                    <a:pt x="526733" y="2943"/>
                    <a:pt x="527304" y="2943"/>
                    <a:pt x="527876" y="3515"/>
                  </a:cubicBezTo>
                  <a:cubicBezTo>
                    <a:pt x="529019" y="3515"/>
                    <a:pt x="651986" y="42948"/>
                    <a:pt x="693134" y="54283"/>
                  </a:cubicBezTo>
                  <a:cubicBezTo>
                    <a:pt x="719614" y="62189"/>
                    <a:pt x="765905" y="62189"/>
                    <a:pt x="791813" y="54283"/>
                  </a:cubicBezTo>
                  <a:cubicBezTo>
                    <a:pt x="832390" y="43044"/>
                    <a:pt x="954215" y="3515"/>
                    <a:pt x="955929" y="3515"/>
                  </a:cubicBezTo>
                  <a:cubicBezTo>
                    <a:pt x="955929" y="3515"/>
                    <a:pt x="956501" y="2943"/>
                    <a:pt x="957072" y="2943"/>
                  </a:cubicBezTo>
                  <a:cubicBezTo>
                    <a:pt x="982409" y="-3819"/>
                    <a:pt x="1004983" y="1229"/>
                    <a:pt x="1020223" y="16469"/>
                  </a:cubicBezTo>
                  <a:cubicBezTo>
                    <a:pt x="1034891" y="31709"/>
                    <a:pt x="1039368" y="54855"/>
                    <a:pt x="1032605" y="79620"/>
                  </a:cubicBezTo>
                  <a:lnTo>
                    <a:pt x="967169" y="336223"/>
                  </a:lnTo>
                  <a:cubicBezTo>
                    <a:pt x="998792" y="349749"/>
                    <a:pt x="1020794" y="380800"/>
                    <a:pt x="1020794" y="417471"/>
                  </a:cubicBezTo>
                  <a:cubicBezTo>
                    <a:pt x="1020794" y="454143"/>
                    <a:pt x="997649" y="487385"/>
                    <a:pt x="964406" y="500339"/>
                  </a:cubicBezTo>
                  <a:cubicBezTo>
                    <a:pt x="980218" y="548250"/>
                    <a:pt x="1042797" y="604161"/>
                    <a:pt x="1113854" y="667312"/>
                  </a:cubicBezTo>
                  <a:cubicBezTo>
                    <a:pt x="1192816" y="737797"/>
                    <a:pt x="1291495" y="825237"/>
                    <a:pt x="1368171" y="939727"/>
                  </a:cubicBezTo>
                  <a:cubicBezTo>
                    <a:pt x="1438085" y="1043550"/>
                    <a:pt x="1480376" y="1153468"/>
                    <a:pt x="1495616" y="1273007"/>
                  </a:cubicBezTo>
                  <a:moveTo>
                    <a:pt x="1371029" y="1727635"/>
                  </a:moveTo>
                  <a:lnTo>
                    <a:pt x="1371029" y="1727064"/>
                  </a:lnTo>
                </a:path>
              </a:pathLst>
            </a:custGeom>
            <a:noFill/>
            <a:ln w="15875" cap="rnd">
              <a:solidFill>
                <a:schemeClr val="accent3"/>
              </a:solidFill>
              <a:prstDash val="solid"/>
              <a:round/>
            </a:ln>
          </p:spPr>
          <p:txBody>
            <a:bodyPr rtlCol="0" anchor="ctr"/>
            <a:lstStyle/>
            <a:p>
              <a:endParaRPr lang="en-IN"/>
            </a:p>
          </p:txBody>
        </p:sp>
        <p:grpSp>
          <p:nvGrpSpPr>
            <p:cNvPr id="46" name="Graphic 11">
              <a:extLst>
                <a:ext uri="{FF2B5EF4-FFF2-40B4-BE49-F238E27FC236}">
                  <a16:creationId xmlns:a16="http://schemas.microsoft.com/office/drawing/2014/main" id="{FA6B5395-18C1-9543-D09A-86EDB3BC516F}"/>
                </a:ext>
              </a:extLst>
            </p:cNvPr>
            <p:cNvGrpSpPr/>
            <p:nvPr/>
          </p:nvGrpSpPr>
          <p:grpSpPr>
            <a:xfrm>
              <a:off x="3862121" y="2772054"/>
              <a:ext cx="135108" cy="158873"/>
              <a:chOff x="-1702623" y="2706079"/>
              <a:chExt cx="396716" cy="466495"/>
            </a:xfrm>
            <a:noFill/>
          </p:grpSpPr>
          <p:sp>
            <p:nvSpPr>
              <p:cNvPr id="107" name="Freeform: Shape 106">
                <a:extLst>
                  <a:ext uri="{FF2B5EF4-FFF2-40B4-BE49-F238E27FC236}">
                    <a16:creationId xmlns:a16="http://schemas.microsoft.com/office/drawing/2014/main" id="{3754ACBB-3067-758F-2B70-63C6E72FA410}"/>
                  </a:ext>
                </a:extLst>
              </p:cNvPr>
              <p:cNvSpPr/>
              <p:nvPr/>
            </p:nvSpPr>
            <p:spPr>
              <a:xfrm>
                <a:off x="-1654427" y="2706079"/>
                <a:ext cx="348519" cy="466495"/>
              </a:xfrm>
              <a:custGeom>
                <a:avLst/>
                <a:gdLst>
                  <a:gd name="connsiteX0" fmla="*/ 290989 w 348519"/>
                  <a:gd name="connsiteY0" fmla="*/ 111137 h 466495"/>
                  <a:gd name="connsiteX1" fmla="*/ 154686 w 348519"/>
                  <a:gd name="connsiteY1" fmla="*/ 266 h 466495"/>
                  <a:gd name="connsiteX2" fmla="*/ 68485 w 348519"/>
                  <a:gd name="connsiteY2" fmla="*/ 205244 h 466495"/>
                  <a:gd name="connsiteX3" fmla="*/ 0 w 348519"/>
                  <a:gd name="connsiteY3" fmla="*/ 460419 h 466495"/>
                  <a:gd name="connsiteX4" fmla="*/ 171164 w 348519"/>
                  <a:gd name="connsiteY4" fmla="*/ 456513 h 466495"/>
                  <a:gd name="connsiteX5" fmla="*/ 348520 w 348519"/>
                  <a:gd name="connsiteY5" fmla="*/ 437082 h 466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8519" h="466495">
                    <a:moveTo>
                      <a:pt x="290989" y="111137"/>
                    </a:moveTo>
                    <a:cubicBezTo>
                      <a:pt x="290989" y="111137"/>
                      <a:pt x="282416" y="-6306"/>
                      <a:pt x="154686" y="266"/>
                    </a:cubicBezTo>
                    <a:cubicBezTo>
                      <a:pt x="27051" y="6838"/>
                      <a:pt x="53340" y="156381"/>
                      <a:pt x="68485" y="205244"/>
                    </a:cubicBezTo>
                    <a:cubicBezTo>
                      <a:pt x="85630" y="260489"/>
                      <a:pt x="109252" y="353262"/>
                      <a:pt x="0" y="460419"/>
                    </a:cubicBezTo>
                    <a:cubicBezTo>
                      <a:pt x="0" y="460419"/>
                      <a:pt x="64579" y="430891"/>
                      <a:pt x="171164" y="456513"/>
                    </a:cubicBezTo>
                    <a:cubicBezTo>
                      <a:pt x="277749" y="482231"/>
                      <a:pt x="330613" y="451846"/>
                      <a:pt x="348520" y="437082"/>
                    </a:cubicBezTo>
                  </a:path>
                </a:pathLst>
              </a:custGeom>
              <a:noFill/>
              <a:ln w="15875" cap="rnd">
                <a:solidFill>
                  <a:schemeClr val="accent3"/>
                </a:solidFill>
                <a:prstDash val="solid"/>
                <a:round/>
              </a:ln>
            </p:spPr>
            <p:txBody>
              <a:bodyPr rtlCol="0" anchor="ctr"/>
              <a:lstStyle/>
              <a:p>
                <a:endParaRPr lang="en-IN"/>
              </a:p>
            </p:txBody>
          </p:sp>
          <p:sp>
            <p:nvSpPr>
              <p:cNvPr id="108" name="Freeform: Shape 107">
                <a:extLst>
                  <a:ext uri="{FF2B5EF4-FFF2-40B4-BE49-F238E27FC236}">
                    <a16:creationId xmlns:a16="http://schemas.microsoft.com/office/drawing/2014/main" id="{3F9EBE78-AD8D-1B70-38DF-CD5D35982C76}"/>
                  </a:ext>
                </a:extLst>
              </p:cNvPr>
              <p:cNvSpPr/>
              <p:nvPr/>
            </p:nvSpPr>
            <p:spPr>
              <a:xfrm>
                <a:off x="-1702623" y="2944851"/>
                <a:ext cx="299561" cy="9525"/>
              </a:xfrm>
              <a:custGeom>
                <a:avLst/>
                <a:gdLst>
                  <a:gd name="connsiteX0" fmla="*/ 299561 w 299561"/>
                  <a:gd name="connsiteY0" fmla="*/ 0 h 9525"/>
                  <a:gd name="connsiteX1" fmla="*/ 0 w 299561"/>
                  <a:gd name="connsiteY1" fmla="*/ 0 h 9525"/>
                </a:gdLst>
                <a:ahLst/>
                <a:cxnLst>
                  <a:cxn ang="0">
                    <a:pos x="connsiteX0" y="connsiteY0"/>
                  </a:cxn>
                  <a:cxn ang="0">
                    <a:pos x="connsiteX1" y="connsiteY1"/>
                  </a:cxn>
                </a:cxnLst>
                <a:rect l="l" t="t" r="r" b="b"/>
                <a:pathLst>
                  <a:path w="299561" h="9525">
                    <a:moveTo>
                      <a:pt x="299561" y="0"/>
                    </a:moveTo>
                    <a:lnTo>
                      <a:pt x="0" y="0"/>
                    </a:lnTo>
                  </a:path>
                </a:pathLst>
              </a:custGeom>
              <a:noFill/>
              <a:ln w="15875" cap="rnd">
                <a:solidFill>
                  <a:schemeClr val="accent3"/>
                </a:solidFill>
                <a:prstDash val="solid"/>
                <a:round/>
              </a:ln>
            </p:spPr>
            <p:txBody>
              <a:bodyPr rtlCol="0" anchor="ctr"/>
              <a:lstStyle/>
              <a:p>
                <a:endParaRPr lang="en-IN"/>
              </a:p>
            </p:txBody>
          </p:sp>
        </p:grpSp>
        <p:grpSp>
          <p:nvGrpSpPr>
            <p:cNvPr id="47" name="Graphic 11">
              <a:extLst>
                <a:ext uri="{FF2B5EF4-FFF2-40B4-BE49-F238E27FC236}">
                  <a16:creationId xmlns:a16="http://schemas.microsoft.com/office/drawing/2014/main" id="{5E8580B3-E051-427A-1F5E-9FDE0B65D5F0}"/>
                </a:ext>
              </a:extLst>
            </p:cNvPr>
            <p:cNvGrpSpPr/>
            <p:nvPr/>
          </p:nvGrpSpPr>
          <p:grpSpPr>
            <a:xfrm>
              <a:off x="4041801" y="2851425"/>
              <a:ext cx="284652" cy="282771"/>
              <a:chOff x="-1175033" y="2939136"/>
              <a:chExt cx="835818" cy="830294"/>
            </a:xfrm>
            <a:noFill/>
          </p:grpSpPr>
          <p:sp>
            <p:nvSpPr>
              <p:cNvPr id="48" name="Freeform: Shape 47">
                <a:extLst>
                  <a:ext uri="{FF2B5EF4-FFF2-40B4-BE49-F238E27FC236}">
                    <a16:creationId xmlns:a16="http://schemas.microsoft.com/office/drawing/2014/main" id="{94CA7F76-A284-CC4B-D5E6-2FFD4DF08E1A}"/>
                  </a:ext>
                </a:extLst>
              </p:cNvPr>
              <p:cNvSpPr/>
              <p:nvPr/>
            </p:nvSpPr>
            <p:spPr>
              <a:xfrm>
                <a:off x="-1175033" y="2939136"/>
                <a:ext cx="835818" cy="830294"/>
              </a:xfrm>
              <a:custGeom>
                <a:avLst/>
                <a:gdLst>
                  <a:gd name="connsiteX0" fmla="*/ 120301 w 835818"/>
                  <a:gd name="connsiteY0" fmla="*/ 336423 h 830294"/>
                  <a:gd name="connsiteX1" fmla="*/ 124492 w 835818"/>
                  <a:gd name="connsiteY1" fmla="*/ 323945 h 830294"/>
                  <a:gd name="connsiteX2" fmla="*/ 145256 w 835818"/>
                  <a:gd name="connsiteY2" fmla="*/ 275558 h 830294"/>
                  <a:gd name="connsiteX3" fmla="*/ 152209 w 835818"/>
                  <a:gd name="connsiteY3" fmla="*/ 263080 h 830294"/>
                  <a:gd name="connsiteX4" fmla="*/ 143923 w 835818"/>
                  <a:gd name="connsiteY4" fmla="*/ 252032 h 830294"/>
                  <a:gd name="connsiteX5" fmla="*/ 83058 w 835818"/>
                  <a:gd name="connsiteY5" fmla="*/ 171736 h 830294"/>
                  <a:gd name="connsiteX6" fmla="*/ 137065 w 835818"/>
                  <a:gd name="connsiteY6" fmla="*/ 113633 h 830294"/>
                  <a:gd name="connsiteX7" fmla="*/ 177165 w 835818"/>
                  <a:gd name="connsiteY7" fmla="*/ 80391 h 830294"/>
                  <a:gd name="connsiteX8" fmla="*/ 265747 w 835818"/>
                  <a:gd name="connsiteY8" fmla="*/ 149542 h 830294"/>
                  <a:gd name="connsiteX9" fmla="*/ 278225 w 835818"/>
                  <a:gd name="connsiteY9" fmla="*/ 142589 h 830294"/>
                  <a:gd name="connsiteX10" fmla="*/ 326612 w 835818"/>
                  <a:gd name="connsiteY10" fmla="*/ 121825 h 830294"/>
                  <a:gd name="connsiteX11" fmla="*/ 340424 w 835818"/>
                  <a:gd name="connsiteY11" fmla="*/ 117634 h 830294"/>
                  <a:gd name="connsiteX12" fmla="*/ 341852 w 835818"/>
                  <a:gd name="connsiteY12" fmla="*/ 103823 h 830294"/>
                  <a:gd name="connsiteX13" fmla="*/ 357092 w 835818"/>
                  <a:gd name="connsiteY13" fmla="*/ 1429 h 830294"/>
                  <a:gd name="connsiteX14" fmla="*/ 481584 w 835818"/>
                  <a:gd name="connsiteY14" fmla="*/ 0 h 830294"/>
                  <a:gd name="connsiteX15" fmla="*/ 499586 w 835818"/>
                  <a:gd name="connsiteY15" fmla="*/ 117634 h 830294"/>
                  <a:gd name="connsiteX16" fmla="*/ 512064 w 835818"/>
                  <a:gd name="connsiteY16" fmla="*/ 121825 h 830294"/>
                  <a:gd name="connsiteX17" fmla="*/ 560451 w 835818"/>
                  <a:gd name="connsiteY17" fmla="*/ 141161 h 830294"/>
                  <a:gd name="connsiteX18" fmla="*/ 572929 w 835818"/>
                  <a:gd name="connsiteY18" fmla="*/ 146685 h 830294"/>
                  <a:gd name="connsiteX19" fmla="*/ 664274 w 835818"/>
                  <a:gd name="connsiteY19" fmla="*/ 77533 h 830294"/>
                  <a:gd name="connsiteX20" fmla="*/ 754189 w 835818"/>
                  <a:gd name="connsiteY20" fmla="*/ 171641 h 830294"/>
                  <a:gd name="connsiteX21" fmla="*/ 726472 w 835818"/>
                  <a:gd name="connsiteY21" fmla="*/ 208979 h 830294"/>
                  <a:gd name="connsiteX22" fmla="*/ 694658 w 835818"/>
                  <a:gd name="connsiteY22" fmla="*/ 249079 h 830294"/>
                  <a:gd name="connsiteX23" fmla="*/ 686372 w 835818"/>
                  <a:gd name="connsiteY23" fmla="*/ 260128 h 830294"/>
                  <a:gd name="connsiteX24" fmla="*/ 691896 w 835818"/>
                  <a:gd name="connsiteY24" fmla="*/ 272605 h 830294"/>
                  <a:gd name="connsiteX25" fmla="*/ 713994 w 835818"/>
                  <a:gd name="connsiteY25" fmla="*/ 325184 h 830294"/>
                  <a:gd name="connsiteX26" fmla="*/ 718185 w 835818"/>
                  <a:gd name="connsiteY26" fmla="*/ 337661 h 830294"/>
                  <a:gd name="connsiteX27" fmla="*/ 833056 w 835818"/>
                  <a:gd name="connsiteY27" fmla="*/ 354235 h 830294"/>
                  <a:gd name="connsiteX28" fmla="*/ 835819 w 835818"/>
                  <a:gd name="connsiteY28" fmla="*/ 478727 h 830294"/>
                  <a:gd name="connsiteX29" fmla="*/ 718185 w 835818"/>
                  <a:gd name="connsiteY29" fmla="*/ 496729 h 830294"/>
                  <a:gd name="connsiteX30" fmla="*/ 713994 w 835818"/>
                  <a:gd name="connsiteY30" fmla="*/ 509207 h 830294"/>
                  <a:gd name="connsiteX31" fmla="*/ 693230 w 835818"/>
                  <a:gd name="connsiteY31" fmla="*/ 557594 h 830294"/>
                  <a:gd name="connsiteX32" fmla="*/ 686276 w 835818"/>
                  <a:gd name="connsiteY32" fmla="*/ 568643 h 830294"/>
                  <a:gd name="connsiteX33" fmla="*/ 694563 w 835818"/>
                  <a:gd name="connsiteY33" fmla="*/ 579692 h 830294"/>
                  <a:gd name="connsiteX34" fmla="*/ 755428 w 835818"/>
                  <a:gd name="connsiteY34" fmla="*/ 659987 h 830294"/>
                  <a:gd name="connsiteX35" fmla="*/ 701421 w 835818"/>
                  <a:gd name="connsiteY35" fmla="*/ 718090 h 830294"/>
                  <a:gd name="connsiteX36" fmla="*/ 661321 w 835818"/>
                  <a:gd name="connsiteY36" fmla="*/ 751332 h 830294"/>
                  <a:gd name="connsiteX37" fmla="*/ 571405 w 835818"/>
                  <a:gd name="connsiteY37" fmla="*/ 680752 h 830294"/>
                  <a:gd name="connsiteX38" fmla="*/ 558927 w 835818"/>
                  <a:gd name="connsiteY38" fmla="*/ 687705 h 830294"/>
                  <a:gd name="connsiteX39" fmla="*/ 510540 w 835818"/>
                  <a:gd name="connsiteY39" fmla="*/ 708470 h 830294"/>
                  <a:gd name="connsiteX40" fmla="*/ 496729 w 835818"/>
                  <a:gd name="connsiteY40" fmla="*/ 712661 h 830294"/>
                  <a:gd name="connsiteX41" fmla="*/ 495300 w 835818"/>
                  <a:gd name="connsiteY41" fmla="*/ 726472 h 830294"/>
                  <a:gd name="connsiteX42" fmla="*/ 481489 w 835818"/>
                  <a:gd name="connsiteY42" fmla="*/ 828866 h 830294"/>
                  <a:gd name="connsiteX43" fmla="*/ 480060 w 835818"/>
                  <a:gd name="connsiteY43" fmla="*/ 828866 h 830294"/>
                  <a:gd name="connsiteX44" fmla="*/ 355568 w 835818"/>
                  <a:gd name="connsiteY44" fmla="*/ 830294 h 830294"/>
                  <a:gd name="connsiteX45" fmla="*/ 337566 w 835818"/>
                  <a:gd name="connsiteY45" fmla="*/ 712661 h 830294"/>
                  <a:gd name="connsiteX46" fmla="*/ 325088 w 835818"/>
                  <a:gd name="connsiteY46" fmla="*/ 708470 h 830294"/>
                  <a:gd name="connsiteX47" fmla="*/ 276701 w 835818"/>
                  <a:gd name="connsiteY47" fmla="*/ 689134 h 830294"/>
                  <a:gd name="connsiteX48" fmla="*/ 265652 w 835818"/>
                  <a:gd name="connsiteY48" fmla="*/ 686372 h 830294"/>
                  <a:gd name="connsiteX49" fmla="*/ 174308 w 835818"/>
                  <a:gd name="connsiteY49" fmla="*/ 755523 h 830294"/>
                  <a:gd name="connsiteX50" fmla="*/ 84392 w 835818"/>
                  <a:gd name="connsiteY50" fmla="*/ 662845 h 830294"/>
                  <a:gd name="connsiteX51" fmla="*/ 112109 w 835818"/>
                  <a:gd name="connsiteY51" fmla="*/ 625507 h 830294"/>
                  <a:gd name="connsiteX52" fmla="*/ 143923 w 835818"/>
                  <a:gd name="connsiteY52" fmla="*/ 585407 h 830294"/>
                  <a:gd name="connsiteX53" fmla="*/ 152209 w 835818"/>
                  <a:gd name="connsiteY53" fmla="*/ 574358 h 830294"/>
                  <a:gd name="connsiteX54" fmla="*/ 145256 w 835818"/>
                  <a:gd name="connsiteY54" fmla="*/ 561880 h 830294"/>
                  <a:gd name="connsiteX55" fmla="*/ 123158 w 835818"/>
                  <a:gd name="connsiteY55" fmla="*/ 510730 h 830294"/>
                  <a:gd name="connsiteX56" fmla="*/ 118967 w 835818"/>
                  <a:gd name="connsiteY56" fmla="*/ 496919 h 830294"/>
                  <a:gd name="connsiteX57" fmla="*/ 2762 w 835818"/>
                  <a:gd name="connsiteY57" fmla="*/ 480346 h 830294"/>
                  <a:gd name="connsiteX58" fmla="*/ 0 w 835818"/>
                  <a:gd name="connsiteY58" fmla="*/ 355854 h 830294"/>
                  <a:gd name="connsiteX59" fmla="*/ 120396 w 835818"/>
                  <a:gd name="connsiteY59" fmla="*/ 336518 h 83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35818" h="830294">
                    <a:moveTo>
                      <a:pt x="120301" y="336423"/>
                    </a:moveTo>
                    <a:lnTo>
                      <a:pt x="124492" y="323945"/>
                    </a:lnTo>
                    <a:cubicBezTo>
                      <a:pt x="130016" y="307372"/>
                      <a:pt x="135541" y="292132"/>
                      <a:pt x="145256" y="275558"/>
                    </a:cubicBezTo>
                    <a:lnTo>
                      <a:pt x="152209" y="263080"/>
                    </a:lnTo>
                    <a:lnTo>
                      <a:pt x="143923" y="252032"/>
                    </a:lnTo>
                    <a:cubicBezTo>
                      <a:pt x="128683" y="229934"/>
                      <a:pt x="107918" y="203645"/>
                      <a:pt x="83058" y="171736"/>
                    </a:cubicBezTo>
                    <a:cubicBezTo>
                      <a:pt x="92773" y="159258"/>
                      <a:pt x="110776" y="139922"/>
                      <a:pt x="137065" y="113633"/>
                    </a:cubicBezTo>
                    <a:cubicBezTo>
                      <a:pt x="167545" y="83153"/>
                      <a:pt x="177165" y="79058"/>
                      <a:pt x="177165" y="80391"/>
                    </a:cubicBezTo>
                    <a:lnTo>
                      <a:pt x="265747" y="149542"/>
                    </a:lnTo>
                    <a:lnTo>
                      <a:pt x="278225" y="142589"/>
                    </a:lnTo>
                    <a:cubicBezTo>
                      <a:pt x="293465" y="134303"/>
                      <a:pt x="310039" y="127349"/>
                      <a:pt x="326612" y="121825"/>
                    </a:cubicBezTo>
                    <a:lnTo>
                      <a:pt x="340424" y="117634"/>
                    </a:lnTo>
                    <a:lnTo>
                      <a:pt x="341852" y="103823"/>
                    </a:lnTo>
                    <a:cubicBezTo>
                      <a:pt x="347377" y="54007"/>
                      <a:pt x="352901" y="19431"/>
                      <a:pt x="357092" y="1429"/>
                    </a:cubicBezTo>
                    <a:lnTo>
                      <a:pt x="481584" y="0"/>
                    </a:lnTo>
                    <a:lnTo>
                      <a:pt x="499586" y="117634"/>
                    </a:lnTo>
                    <a:lnTo>
                      <a:pt x="512064" y="121825"/>
                    </a:lnTo>
                    <a:cubicBezTo>
                      <a:pt x="530066" y="127349"/>
                      <a:pt x="545306" y="134303"/>
                      <a:pt x="560451" y="141161"/>
                    </a:cubicBezTo>
                    <a:lnTo>
                      <a:pt x="572929" y="146685"/>
                    </a:lnTo>
                    <a:lnTo>
                      <a:pt x="664274" y="77533"/>
                    </a:lnTo>
                    <a:cubicBezTo>
                      <a:pt x="711327" y="121825"/>
                      <a:pt x="741712" y="152209"/>
                      <a:pt x="754189" y="171641"/>
                    </a:cubicBezTo>
                    <a:cubicBezTo>
                      <a:pt x="748665" y="179927"/>
                      <a:pt x="738950" y="192405"/>
                      <a:pt x="726472" y="208979"/>
                    </a:cubicBezTo>
                    <a:cubicBezTo>
                      <a:pt x="712660" y="226981"/>
                      <a:pt x="701612" y="239459"/>
                      <a:pt x="694658" y="249079"/>
                    </a:cubicBezTo>
                    <a:lnTo>
                      <a:pt x="686372" y="260128"/>
                    </a:lnTo>
                    <a:lnTo>
                      <a:pt x="691896" y="272605"/>
                    </a:lnTo>
                    <a:cubicBezTo>
                      <a:pt x="701612" y="290608"/>
                      <a:pt x="708470" y="307181"/>
                      <a:pt x="713994" y="325184"/>
                    </a:cubicBezTo>
                    <a:lnTo>
                      <a:pt x="718185" y="337661"/>
                    </a:lnTo>
                    <a:lnTo>
                      <a:pt x="833056" y="354235"/>
                    </a:lnTo>
                    <a:lnTo>
                      <a:pt x="835819" y="478727"/>
                    </a:lnTo>
                    <a:lnTo>
                      <a:pt x="718185" y="496729"/>
                    </a:lnTo>
                    <a:lnTo>
                      <a:pt x="713994" y="509207"/>
                    </a:lnTo>
                    <a:cubicBezTo>
                      <a:pt x="707041" y="528542"/>
                      <a:pt x="700183" y="545211"/>
                      <a:pt x="693230" y="557594"/>
                    </a:cubicBezTo>
                    <a:lnTo>
                      <a:pt x="686276" y="568643"/>
                    </a:lnTo>
                    <a:lnTo>
                      <a:pt x="694563" y="579692"/>
                    </a:lnTo>
                    <a:cubicBezTo>
                      <a:pt x="708374" y="599027"/>
                      <a:pt x="727805" y="625316"/>
                      <a:pt x="755428" y="659987"/>
                    </a:cubicBezTo>
                    <a:cubicBezTo>
                      <a:pt x="745712" y="672465"/>
                      <a:pt x="727710" y="693230"/>
                      <a:pt x="701421" y="718090"/>
                    </a:cubicBezTo>
                    <a:cubicBezTo>
                      <a:pt x="670941" y="748570"/>
                      <a:pt x="661321" y="751332"/>
                      <a:pt x="661321" y="751332"/>
                    </a:cubicBezTo>
                    <a:lnTo>
                      <a:pt x="571405" y="680752"/>
                    </a:lnTo>
                    <a:lnTo>
                      <a:pt x="558927" y="687705"/>
                    </a:lnTo>
                    <a:cubicBezTo>
                      <a:pt x="543687" y="695992"/>
                      <a:pt x="527113" y="702945"/>
                      <a:pt x="510540" y="708470"/>
                    </a:cubicBezTo>
                    <a:lnTo>
                      <a:pt x="496729" y="712661"/>
                    </a:lnTo>
                    <a:lnTo>
                      <a:pt x="495300" y="726472"/>
                    </a:lnTo>
                    <a:cubicBezTo>
                      <a:pt x="489775" y="776288"/>
                      <a:pt x="484251" y="810863"/>
                      <a:pt x="481489" y="828866"/>
                    </a:cubicBezTo>
                    <a:lnTo>
                      <a:pt x="480060" y="828866"/>
                    </a:lnTo>
                    <a:lnTo>
                      <a:pt x="355568" y="830294"/>
                    </a:lnTo>
                    <a:lnTo>
                      <a:pt x="337566" y="712661"/>
                    </a:lnTo>
                    <a:lnTo>
                      <a:pt x="325088" y="708470"/>
                    </a:lnTo>
                    <a:cubicBezTo>
                      <a:pt x="308515" y="702945"/>
                      <a:pt x="291846" y="695992"/>
                      <a:pt x="276701" y="689134"/>
                    </a:cubicBezTo>
                    <a:lnTo>
                      <a:pt x="265652" y="686372"/>
                    </a:lnTo>
                    <a:lnTo>
                      <a:pt x="174308" y="755523"/>
                    </a:lnTo>
                    <a:cubicBezTo>
                      <a:pt x="128683" y="713994"/>
                      <a:pt x="98203" y="682180"/>
                      <a:pt x="84392" y="662845"/>
                    </a:cubicBezTo>
                    <a:cubicBezTo>
                      <a:pt x="89916" y="654558"/>
                      <a:pt x="99631" y="642080"/>
                      <a:pt x="112109" y="625507"/>
                    </a:cubicBezTo>
                    <a:cubicBezTo>
                      <a:pt x="125921" y="607505"/>
                      <a:pt x="136970" y="593693"/>
                      <a:pt x="143923" y="585407"/>
                    </a:cubicBezTo>
                    <a:lnTo>
                      <a:pt x="152209" y="574358"/>
                    </a:lnTo>
                    <a:lnTo>
                      <a:pt x="145256" y="561880"/>
                    </a:lnTo>
                    <a:cubicBezTo>
                      <a:pt x="135541" y="543878"/>
                      <a:pt x="128683" y="527304"/>
                      <a:pt x="123158" y="510730"/>
                    </a:cubicBezTo>
                    <a:lnTo>
                      <a:pt x="118967" y="496919"/>
                    </a:lnTo>
                    <a:lnTo>
                      <a:pt x="2762" y="480346"/>
                    </a:lnTo>
                    <a:lnTo>
                      <a:pt x="0" y="355854"/>
                    </a:lnTo>
                    <a:lnTo>
                      <a:pt x="120396" y="336518"/>
                    </a:lnTo>
                    <a:close/>
                  </a:path>
                </a:pathLst>
              </a:custGeom>
              <a:noFill/>
              <a:ln w="15875" cap="rnd">
                <a:solidFill>
                  <a:schemeClr val="accent3"/>
                </a:solidFill>
                <a:prstDash val="solid"/>
                <a:round/>
              </a:ln>
            </p:spPr>
            <p:txBody>
              <a:bodyPr rtlCol="0" anchor="ctr"/>
              <a:lstStyle/>
              <a:p>
                <a:endParaRPr lang="en-IN"/>
              </a:p>
            </p:txBody>
          </p:sp>
          <p:sp>
            <p:nvSpPr>
              <p:cNvPr id="49" name="Freeform: Shape 48">
                <a:extLst>
                  <a:ext uri="{FF2B5EF4-FFF2-40B4-BE49-F238E27FC236}">
                    <a16:creationId xmlns:a16="http://schemas.microsoft.com/office/drawing/2014/main" id="{475156BC-4E62-C37D-C760-020CD825EF87}"/>
                  </a:ext>
                </a:extLst>
              </p:cNvPr>
              <p:cNvSpPr/>
              <p:nvPr/>
            </p:nvSpPr>
            <p:spPr>
              <a:xfrm>
                <a:off x="-890998" y="3220695"/>
                <a:ext cx="267461" cy="267461"/>
              </a:xfrm>
              <a:custGeom>
                <a:avLst/>
                <a:gdLst>
                  <a:gd name="connsiteX0" fmla="*/ 267462 w 267461"/>
                  <a:gd name="connsiteY0" fmla="*/ 133731 h 267461"/>
                  <a:gd name="connsiteX1" fmla="*/ 133731 w 267461"/>
                  <a:gd name="connsiteY1" fmla="*/ 267462 h 267461"/>
                  <a:gd name="connsiteX2" fmla="*/ 0 w 267461"/>
                  <a:gd name="connsiteY2" fmla="*/ 133731 h 267461"/>
                  <a:gd name="connsiteX3" fmla="*/ 133731 w 267461"/>
                  <a:gd name="connsiteY3" fmla="*/ 0 h 267461"/>
                  <a:gd name="connsiteX4" fmla="*/ 267462 w 267461"/>
                  <a:gd name="connsiteY4" fmla="*/ 133731 h 26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61" h="267461">
                    <a:moveTo>
                      <a:pt x="267462" y="133731"/>
                    </a:moveTo>
                    <a:cubicBezTo>
                      <a:pt x="267462" y="207589"/>
                      <a:pt x="207589" y="267462"/>
                      <a:pt x="133731" y="267462"/>
                    </a:cubicBezTo>
                    <a:cubicBezTo>
                      <a:pt x="59873" y="267462"/>
                      <a:pt x="0" y="207589"/>
                      <a:pt x="0" y="133731"/>
                    </a:cubicBezTo>
                    <a:cubicBezTo>
                      <a:pt x="0" y="59873"/>
                      <a:pt x="59873" y="0"/>
                      <a:pt x="133731" y="0"/>
                    </a:cubicBezTo>
                    <a:cubicBezTo>
                      <a:pt x="207589" y="0"/>
                      <a:pt x="267462" y="59873"/>
                      <a:pt x="267462" y="133731"/>
                    </a:cubicBezTo>
                    <a:close/>
                  </a:path>
                </a:pathLst>
              </a:custGeom>
              <a:noFill/>
              <a:ln w="15875" cap="rnd">
                <a:solidFill>
                  <a:schemeClr val="accent3"/>
                </a:solidFill>
                <a:prstDash val="solid"/>
                <a:round/>
              </a:ln>
            </p:spPr>
            <p:txBody>
              <a:bodyPr rtlCol="0" anchor="ctr"/>
              <a:lstStyle/>
              <a:p>
                <a:endParaRPr lang="en-IN"/>
              </a:p>
            </p:txBody>
          </p:sp>
        </p:grpSp>
      </p:grpSp>
      <p:pic>
        <p:nvPicPr>
          <p:cNvPr id="113" name="Picture 112" descr="A group of purple objects&#10;&#10;AI-generated content may be incorrect.">
            <a:extLst>
              <a:ext uri="{FF2B5EF4-FFF2-40B4-BE49-F238E27FC236}">
                <a16:creationId xmlns:a16="http://schemas.microsoft.com/office/drawing/2014/main" id="{8CD46531-6BC9-924F-445F-1DF619F38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050" y="873401"/>
            <a:ext cx="5856063" cy="5856063"/>
          </a:xfrm>
          <a:prstGeom prst="rect">
            <a:avLst/>
          </a:prstGeom>
        </p:spPr>
      </p:pic>
      <p:sp>
        <p:nvSpPr>
          <p:cNvPr id="3" name="Slide Number Placeholder 2">
            <a:extLst>
              <a:ext uri="{FF2B5EF4-FFF2-40B4-BE49-F238E27FC236}">
                <a16:creationId xmlns:a16="http://schemas.microsoft.com/office/drawing/2014/main" id="{E5EB8B7E-C128-289D-229E-0559F19B33AB}"/>
              </a:ext>
            </a:extLst>
          </p:cNvPr>
          <p:cNvSpPr>
            <a:spLocks noGrp="1"/>
          </p:cNvSpPr>
          <p:nvPr>
            <p:ph type="sldNum" sz="quarter" idx="4"/>
          </p:nvPr>
        </p:nvSpPr>
        <p:spPr/>
        <p:txBody>
          <a:bodyPr/>
          <a:lstStyle/>
          <a:p>
            <a:fld id="{9A131BC9-40DA-43B6-B58E-D925B527BF77}" type="slidenum">
              <a:rPr lang="en-IN" smtClean="0"/>
              <a:pPr/>
              <a:t>8</a:t>
            </a:fld>
            <a:endParaRPr lang="en-IN"/>
          </a:p>
        </p:txBody>
      </p:sp>
    </p:spTree>
    <p:extLst>
      <p:ext uri="{BB962C8B-B14F-4D97-AF65-F5344CB8AC3E}">
        <p14:creationId xmlns:p14="http://schemas.microsoft.com/office/powerpoint/2010/main" val="3835333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68" descr="Close-up of a machine&#10;&#10;AI-generated content may be incorrect.">
            <a:extLst>
              <a:ext uri="{FF2B5EF4-FFF2-40B4-BE49-F238E27FC236}">
                <a16:creationId xmlns:a16="http://schemas.microsoft.com/office/drawing/2014/main" id="{C12FF930-FFB4-57B8-FB6A-8293EEC2E800}"/>
              </a:ext>
            </a:extLst>
          </p:cNvPr>
          <p:cNvPicPr>
            <a:picLocks noChangeAspect="1"/>
          </p:cNvPicPr>
          <p:nvPr/>
        </p:nvPicPr>
        <p:blipFill rotWithShape="1">
          <a:blip r:embed="rId2">
            <a:extLst>
              <a:ext uri="{28A0092B-C50C-407E-A947-70E740481C1C}">
                <a14:useLocalDpi xmlns:a14="http://schemas.microsoft.com/office/drawing/2010/main" val="0"/>
              </a:ext>
            </a:extLst>
          </a:blip>
          <a:srcRect l="854" t="10187" r="25062" b="14020"/>
          <a:stretch>
            <a:fillRect/>
          </a:stretch>
        </p:blipFill>
        <p:spPr>
          <a:xfrm>
            <a:off x="0" y="0"/>
            <a:ext cx="12192000" cy="6803729"/>
          </a:xfrm>
          <a:prstGeom prst="rect">
            <a:avLst/>
          </a:prstGeom>
        </p:spPr>
      </p:pic>
      <p:sp>
        <p:nvSpPr>
          <p:cNvPr id="70" name="Rectangle 69">
            <a:extLst>
              <a:ext uri="{FF2B5EF4-FFF2-40B4-BE49-F238E27FC236}">
                <a16:creationId xmlns:a16="http://schemas.microsoft.com/office/drawing/2014/main" id="{F3C16E68-88BD-BD48-386F-DF5BAF9A1CE0}"/>
              </a:ext>
            </a:extLst>
          </p:cNvPr>
          <p:cNvSpPr/>
          <p:nvPr/>
        </p:nvSpPr>
        <p:spPr>
          <a:xfrm>
            <a:off x="0" y="0"/>
            <a:ext cx="12192000" cy="6803729"/>
          </a:xfrm>
          <a:prstGeom prst="rect">
            <a:avLst/>
          </a:prstGeom>
          <a:gradFill>
            <a:gsLst>
              <a:gs pos="0">
                <a:schemeClr val="tx2">
                  <a:alpha val="50000"/>
                </a:schemeClr>
              </a:gs>
              <a:gs pos="100000">
                <a:schemeClr val="tx2">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Freeform: Shape 11">
            <a:extLst>
              <a:ext uri="{FF2B5EF4-FFF2-40B4-BE49-F238E27FC236}">
                <a16:creationId xmlns:a16="http://schemas.microsoft.com/office/drawing/2014/main" id="{5009AD05-9399-2418-0D49-65FA97DE38C8}"/>
              </a:ext>
            </a:extLst>
          </p:cNvPr>
          <p:cNvSpPr/>
          <p:nvPr/>
        </p:nvSpPr>
        <p:spPr>
          <a:xfrm>
            <a:off x="1" y="1953532"/>
            <a:ext cx="4717143" cy="1524000"/>
          </a:xfrm>
          <a:custGeom>
            <a:avLst/>
            <a:gdLst>
              <a:gd name="connsiteX0" fmla="*/ 0 w 4717143"/>
              <a:gd name="connsiteY0" fmla="*/ 0 h 1524000"/>
              <a:gd name="connsiteX1" fmla="*/ 4717143 w 4717143"/>
              <a:gd name="connsiteY1" fmla="*/ 0 h 1524000"/>
              <a:gd name="connsiteX2" fmla="*/ 4336143 w 4717143"/>
              <a:gd name="connsiteY2" fmla="*/ 1524000 h 1524000"/>
              <a:gd name="connsiteX3" fmla="*/ 0 w 4717143"/>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4717143" h="1524000">
                <a:moveTo>
                  <a:pt x="0" y="0"/>
                </a:moveTo>
                <a:lnTo>
                  <a:pt x="4717143" y="0"/>
                </a:lnTo>
                <a:lnTo>
                  <a:pt x="4336143" y="1524000"/>
                </a:lnTo>
                <a:lnTo>
                  <a:pt x="0" y="152400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4" name="Freeform: Shape 13">
            <a:extLst>
              <a:ext uri="{FF2B5EF4-FFF2-40B4-BE49-F238E27FC236}">
                <a16:creationId xmlns:a16="http://schemas.microsoft.com/office/drawing/2014/main" id="{691B16FC-4565-B7EC-B913-B1DF9837C222}"/>
              </a:ext>
            </a:extLst>
          </p:cNvPr>
          <p:cNvSpPr/>
          <p:nvPr/>
        </p:nvSpPr>
        <p:spPr>
          <a:xfrm>
            <a:off x="1" y="3477532"/>
            <a:ext cx="4717143" cy="1524000"/>
          </a:xfrm>
          <a:custGeom>
            <a:avLst/>
            <a:gdLst>
              <a:gd name="connsiteX0" fmla="*/ 0 w 4717143"/>
              <a:gd name="connsiteY0" fmla="*/ 0 h 1524000"/>
              <a:gd name="connsiteX1" fmla="*/ 4717143 w 4717143"/>
              <a:gd name="connsiteY1" fmla="*/ 0 h 1524000"/>
              <a:gd name="connsiteX2" fmla="*/ 4336143 w 4717143"/>
              <a:gd name="connsiteY2" fmla="*/ 1524000 h 1524000"/>
              <a:gd name="connsiteX3" fmla="*/ 0 w 4717143"/>
              <a:gd name="connsiteY3" fmla="*/ 1524000 h 1524000"/>
            </a:gdLst>
            <a:ahLst/>
            <a:cxnLst>
              <a:cxn ang="0">
                <a:pos x="connsiteX0" y="connsiteY0"/>
              </a:cxn>
              <a:cxn ang="0">
                <a:pos x="connsiteX1" y="connsiteY1"/>
              </a:cxn>
              <a:cxn ang="0">
                <a:pos x="connsiteX2" y="connsiteY2"/>
              </a:cxn>
              <a:cxn ang="0">
                <a:pos x="connsiteX3" y="connsiteY3"/>
              </a:cxn>
            </a:cxnLst>
            <a:rect l="l" t="t" r="r" b="b"/>
            <a:pathLst>
              <a:path w="4717143" h="1524000">
                <a:moveTo>
                  <a:pt x="0" y="0"/>
                </a:moveTo>
                <a:lnTo>
                  <a:pt x="4717143" y="0"/>
                </a:lnTo>
                <a:lnTo>
                  <a:pt x="4336143" y="1524000"/>
                </a:lnTo>
                <a:lnTo>
                  <a:pt x="0" y="152400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Oval 7">
            <a:extLst>
              <a:ext uri="{FF2B5EF4-FFF2-40B4-BE49-F238E27FC236}">
                <a16:creationId xmlns:a16="http://schemas.microsoft.com/office/drawing/2014/main" id="{F0921A36-EB83-88DB-EE0E-BC6CC9900A99}"/>
              </a:ext>
            </a:extLst>
          </p:cNvPr>
          <p:cNvSpPr/>
          <p:nvPr/>
        </p:nvSpPr>
        <p:spPr>
          <a:xfrm>
            <a:off x="381000" y="2234244"/>
            <a:ext cx="962577" cy="96257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3754D021-E835-7D38-8B36-73F0AA2E65F1}"/>
              </a:ext>
            </a:extLst>
          </p:cNvPr>
          <p:cNvSpPr/>
          <p:nvPr/>
        </p:nvSpPr>
        <p:spPr>
          <a:xfrm>
            <a:off x="381000" y="3758244"/>
            <a:ext cx="962577" cy="96257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BB54915-2397-BA63-4740-C481E62E7EA9}"/>
              </a:ext>
            </a:extLst>
          </p:cNvPr>
          <p:cNvSpPr txBox="1"/>
          <p:nvPr/>
        </p:nvSpPr>
        <p:spPr>
          <a:xfrm>
            <a:off x="1525367" y="2469311"/>
            <a:ext cx="2437034" cy="492443"/>
          </a:xfrm>
          <a:prstGeom prst="rect">
            <a:avLst/>
          </a:prstGeom>
          <a:noFill/>
        </p:spPr>
        <p:txBody>
          <a:bodyPr wrap="square" lIns="0" tIns="0" rIns="0" bIns="0" rtlCol="0">
            <a:spAutoFit/>
          </a:bodyPr>
          <a:lstStyle/>
          <a:p>
            <a:pPr>
              <a:spcAft>
                <a:spcPts val="800"/>
              </a:spcAft>
            </a:pPr>
            <a:r>
              <a:rPr lang="en-US" sz="1600" dirty="0">
                <a:solidFill>
                  <a:schemeClr val="bg1"/>
                </a:solidFill>
              </a:rPr>
              <a:t>Lorem Ipsum is simply dummy text.</a:t>
            </a:r>
            <a:endParaRPr lang="en-IN" sz="1600" dirty="0">
              <a:solidFill>
                <a:schemeClr val="bg1"/>
              </a:solidFill>
            </a:endParaRPr>
          </a:p>
        </p:txBody>
      </p:sp>
      <p:sp>
        <p:nvSpPr>
          <p:cNvPr id="11" name="TextBox 10">
            <a:extLst>
              <a:ext uri="{FF2B5EF4-FFF2-40B4-BE49-F238E27FC236}">
                <a16:creationId xmlns:a16="http://schemas.microsoft.com/office/drawing/2014/main" id="{744622D9-5A84-B3B1-067C-9A940280F10D}"/>
              </a:ext>
            </a:extLst>
          </p:cNvPr>
          <p:cNvSpPr txBox="1"/>
          <p:nvPr/>
        </p:nvSpPr>
        <p:spPr>
          <a:xfrm>
            <a:off x="1525367" y="3757349"/>
            <a:ext cx="2437034" cy="861774"/>
          </a:xfrm>
          <a:prstGeom prst="rect">
            <a:avLst/>
          </a:prstGeom>
          <a:noFill/>
        </p:spPr>
        <p:txBody>
          <a:bodyPr wrap="square" lIns="0" tIns="0" rIns="0" bIns="0" rtlCol="0">
            <a:spAutoFit/>
          </a:bodyPr>
          <a:lstStyle/>
          <a:p>
            <a:pPr>
              <a:spcAft>
                <a:spcPts val="800"/>
              </a:spcAft>
            </a:pPr>
            <a:r>
              <a:rPr lang="en-US" sz="2400" b="1" dirty="0">
                <a:solidFill>
                  <a:schemeClr val="accent1"/>
                </a:solidFill>
              </a:rPr>
              <a:t>Lorem Ipsum </a:t>
            </a:r>
            <a:r>
              <a:rPr lang="en-US" sz="1600" dirty="0">
                <a:solidFill>
                  <a:schemeClr val="accent1"/>
                </a:solidFill>
              </a:rPr>
              <a:t>Lorem Ipsum is simply dummy text.</a:t>
            </a:r>
            <a:endParaRPr lang="en-IN" sz="1600" dirty="0">
              <a:solidFill>
                <a:schemeClr val="accent1"/>
              </a:solidFill>
            </a:endParaRPr>
          </a:p>
        </p:txBody>
      </p:sp>
      <p:sp>
        <p:nvSpPr>
          <p:cNvPr id="2" name="Title 1">
            <a:extLst>
              <a:ext uri="{FF2B5EF4-FFF2-40B4-BE49-F238E27FC236}">
                <a16:creationId xmlns:a16="http://schemas.microsoft.com/office/drawing/2014/main" id="{5B2AFC60-726E-4A51-F8C7-7CF1BFF90DFE}"/>
              </a:ext>
            </a:extLst>
          </p:cNvPr>
          <p:cNvSpPr>
            <a:spLocks noGrp="1"/>
          </p:cNvSpPr>
          <p:nvPr>
            <p:ph type="title"/>
          </p:nvPr>
        </p:nvSpPr>
        <p:spPr/>
        <p:txBody>
          <a:bodyPr/>
          <a:lstStyle/>
          <a:p>
            <a:r>
              <a:rPr lang="en-IN" dirty="0"/>
              <a:t>What is Lorem Ipsum?</a:t>
            </a:r>
            <a:br>
              <a:rPr lang="en-IN" dirty="0"/>
            </a:br>
            <a:r>
              <a:rPr lang="en-US" sz="1400" b="0" dirty="0"/>
              <a:t>Lorem Ipsum is simply dummy text of the printing and typesetting industry..</a:t>
            </a:r>
            <a:endParaRPr lang="en-IN" sz="1400" b="0" dirty="0"/>
          </a:p>
        </p:txBody>
      </p:sp>
      <p:grpSp>
        <p:nvGrpSpPr>
          <p:cNvPr id="22" name="Group 21">
            <a:extLst>
              <a:ext uri="{FF2B5EF4-FFF2-40B4-BE49-F238E27FC236}">
                <a16:creationId xmlns:a16="http://schemas.microsoft.com/office/drawing/2014/main" id="{7AB0B47F-9995-E30E-2102-11C05CC3CBF4}"/>
              </a:ext>
            </a:extLst>
          </p:cNvPr>
          <p:cNvGrpSpPr/>
          <p:nvPr/>
        </p:nvGrpSpPr>
        <p:grpSpPr>
          <a:xfrm>
            <a:off x="568587" y="2462357"/>
            <a:ext cx="587403" cy="506350"/>
            <a:chOff x="576605" y="2421955"/>
            <a:chExt cx="587403" cy="506350"/>
          </a:xfrm>
        </p:grpSpPr>
        <p:sp>
          <p:nvSpPr>
            <p:cNvPr id="17" name="Freeform: Shape 16">
              <a:extLst>
                <a:ext uri="{FF2B5EF4-FFF2-40B4-BE49-F238E27FC236}">
                  <a16:creationId xmlns:a16="http://schemas.microsoft.com/office/drawing/2014/main" id="{55F8F3BF-3837-4D00-3E79-597CDF8D5CA1}"/>
                </a:ext>
              </a:extLst>
            </p:cNvPr>
            <p:cNvSpPr/>
            <p:nvPr/>
          </p:nvSpPr>
          <p:spPr>
            <a:xfrm rot="16200000">
              <a:off x="526743" y="2789188"/>
              <a:ext cx="173213" cy="73489"/>
            </a:xfrm>
            <a:custGeom>
              <a:avLst/>
              <a:gdLst>
                <a:gd name="connsiteX0" fmla="*/ 0 w 173213"/>
                <a:gd name="connsiteY0" fmla="*/ 0 h 73489"/>
                <a:gd name="connsiteX1" fmla="*/ 173214 w 173213"/>
                <a:gd name="connsiteY1" fmla="*/ 0 h 73489"/>
                <a:gd name="connsiteX2" fmla="*/ 173214 w 173213"/>
                <a:gd name="connsiteY2" fmla="*/ 73490 h 73489"/>
                <a:gd name="connsiteX3" fmla="*/ 0 w 173213"/>
                <a:gd name="connsiteY3" fmla="*/ 73490 h 73489"/>
              </a:gdLst>
              <a:ahLst/>
              <a:cxnLst>
                <a:cxn ang="0">
                  <a:pos x="connsiteX0" y="connsiteY0"/>
                </a:cxn>
                <a:cxn ang="0">
                  <a:pos x="connsiteX1" y="connsiteY1"/>
                </a:cxn>
                <a:cxn ang="0">
                  <a:pos x="connsiteX2" y="connsiteY2"/>
                </a:cxn>
                <a:cxn ang="0">
                  <a:pos x="connsiteX3" y="connsiteY3"/>
                </a:cxn>
              </a:cxnLst>
              <a:rect l="l" t="t" r="r" b="b"/>
              <a:pathLst>
                <a:path w="173213" h="73489">
                  <a:moveTo>
                    <a:pt x="0" y="0"/>
                  </a:moveTo>
                  <a:lnTo>
                    <a:pt x="173214" y="0"/>
                  </a:lnTo>
                  <a:lnTo>
                    <a:pt x="173214" y="73490"/>
                  </a:lnTo>
                  <a:lnTo>
                    <a:pt x="0" y="73490"/>
                  </a:lnTo>
                  <a:close/>
                </a:path>
              </a:pathLst>
            </a:custGeom>
            <a:noFill/>
            <a:ln w="15875" cap="flat">
              <a:solidFill>
                <a:schemeClr val="accent2"/>
              </a:solidFill>
              <a:prstDash val="solid"/>
              <a:round/>
            </a:ln>
          </p:spPr>
          <p:txBody>
            <a:bodyPr rtlCol="0" anchor="ctr"/>
            <a:lstStyle/>
            <a:p>
              <a:endParaRPr lang="en-IN"/>
            </a:p>
          </p:txBody>
        </p:sp>
        <p:grpSp>
          <p:nvGrpSpPr>
            <p:cNvPr id="18" name="Graphic 14">
              <a:extLst>
                <a:ext uri="{FF2B5EF4-FFF2-40B4-BE49-F238E27FC236}">
                  <a16:creationId xmlns:a16="http://schemas.microsoft.com/office/drawing/2014/main" id="{F992EDD3-2313-C6D7-8DAE-BDBA246FCE59}"/>
                </a:ext>
              </a:extLst>
            </p:cNvPr>
            <p:cNvGrpSpPr/>
            <p:nvPr/>
          </p:nvGrpSpPr>
          <p:grpSpPr>
            <a:xfrm>
              <a:off x="654405" y="2421955"/>
              <a:ext cx="509603" cy="506350"/>
              <a:chOff x="654405" y="2421955"/>
              <a:chExt cx="509603" cy="506350"/>
            </a:xfrm>
            <a:noFill/>
          </p:grpSpPr>
          <p:sp>
            <p:nvSpPr>
              <p:cNvPr id="19" name="Freeform: Shape 18">
                <a:extLst>
                  <a:ext uri="{FF2B5EF4-FFF2-40B4-BE49-F238E27FC236}">
                    <a16:creationId xmlns:a16="http://schemas.microsoft.com/office/drawing/2014/main" id="{EAD266A6-D9B2-CA0A-DAF3-68D6E3094297}"/>
                  </a:ext>
                </a:extLst>
              </p:cNvPr>
              <p:cNvSpPr/>
              <p:nvPr/>
            </p:nvSpPr>
            <p:spPr>
              <a:xfrm>
                <a:off x="852333" y="2421955"/>
                <a:ext cx="255169" cy="253555"/>
              </a:xfrm>
              <a:custGeom>
                <a:avLst/>
                <a:gdLst>
                  <a:gd name="connsiteX0" fmla="*/ 144345 w 255169"/>
                  <a:gd name="connsiteY0" fmla="*/ 3163 h 253555"/>
                  <a:gd name="connsiteX1" fmla="*/ 149430 w 255169"/>
                  <a:gd name="connsiteY1" fmla="*/ 36404 h 253555"/>
                  <a:gd name="connsiteX2" fmla="*/ 149709 w 255169"/>
                  <a:gd name="connsiteY2" fmla="*/ 38264 h 253555"/>
                  <a:gd name="connsiteX3" fmla="*/ 151508 w 255169"/>
                  <a:gd name="connsiteY3" fmla="*/ 38854 h 253555"/>
                  <a:gd name="connsiteX4" fmla="*/ 155384 w 255169"/>
                  <a:gd name="connsiteY4" fmla="*/ 40156 h 253555"/>
                  <a:gd name="connsiteX5" fmla="*/ 169834 w 255169"/>
                  <a:gd name="connsiteY5" fmla="*/ 45954 h 253555"/>
                  <a:gd name="connsiteX6" fmla="*/ 173648 w 255169"/>
                  <a:gd name="connsiteY6" fmla="*/ 47660 h 253555"/>
                  <a:gd name="connsiteX7" fmla="*/ 175322 w 255169"/>
                  <a:gd name="connsiteY7" fmla="*/ 48404 h 253555"/>
                  <a:gd name="connsiteX8" fmla="*/ 176780 w 255169"/>
                  <a:gd name="connsiteY8" fmla="*/ 47288 h 253555"/>
                  <a:gd name="connsiteX9" fmla="*/ 202579 w 255169"/>
                  <a:gd name="connsiteY9" fmla="*/ 27753 h 253555"/>
                  <a:gd name="connsiteX10" fmla="*/ 226486 w 255169"/>
                  <a:gd name="connsiteY10" fmla="*/ 52435 h 253555"/>
                  <a:gd name="connsiteX11" fmla="*/ 222207 w 255169"/>
                  <a:gd name="connsiteY11" fmla="*/ 58172 h 253555"/>
                  <a:gd name="connsiteX12" fmla="*/ 219354 w 255169"/>
                  <a:gd name="connsiteY12" fmla="*/ 61955 h 253555"/>
                  <a:gd name="connsiteX13" fmla="*/ 213959 w 255169"/>
                  <a:gd name="connsiteY13" fmla="*/ 68715 h 253555"/>
                  <a:gd name="connsiteX14" fmla="*/ 209618 w 255169"/>
                  <a:gd name="connsiteY14" fmla="*/ 74234 h 253555"/>
                  <a:gd name="connsiteX15" fmla="*/ 207075 w 255169"/>
                  <a:gd name="connsiteY15" fmla="*/ 77614 h 253555"/>
                  <a:gd name="connsiteX16" fmla="*/ 205990 w 255169"/>
                  <a:gd name="connsiteY16" fmla="*/ 79071 h 253555"/>
                  <a:gd name="connsiteX17" fmla="*/ 206734 w 255169"/>
                  <a:gd name="connsiteY17" fmla="*/ 80746 h 253555"/>
                  <a:gd name="connsiteX18" fmla="*/ 208439 w 255169"/>
                  <a:gd name="connsiteY18" fmla="*/ 84560 h 253555"/>
                  <a:gd name="connsiteX19" fmla="*/ 208501 w 255169"/>
                  <a:gd name="connsiteY19" fmla="*/ 84653 h 253555"/>
                  <a:gd name="connsiteX20" fmla="*/ 208563 w 255169"/>
                  <a:gd name="connsiteY20" fmla="*/ 84746 h 253555"/>
                  <a:gd name="connsiteX21" fmla="*/ 215106 w 255169"/>
                  <a:gd name="connsiteY21" fmla="*/ 100312 h 253555"/>
                  <a:gd name="connsiteX22" fmla="*/ 216378 w 255169"/>
                  <a:gd name="connsiteY22" fmla="*/ 104126 h 253555"/>
                  <a:gd name="connsiteX23" fmla="*/ 216998 w 255169"/>
                  <a:gd name="connsiteY23" fmla="*/ 105956 h 253555"/>
                  <a:gd name="connsiteX24" fmla="*/ 218889 w 255169"/>
                  <a:gd name="connsiteY24" fmla="*/ 106235 h 253555"/>
                  <a:gd name="connsiteX25" fmla="*/ 251355 w 255169"/>
                  <a:gd name="connsiteY25" fmla="*/ 110917 h 253555"/>
                  <a:gd name="connsiteX26" fmla="*/ 252068 w 255169"/>
                  <a:gd name="connsiteY26" fmla="*/ 143600 h 253555"/>
                  <a:gd name="connsiteX27" fmla="*/ 218858 w 255169"/>
                  <a:gd name="connsiteY27" fmla="*/ 148685 h 253555"/>
                  <a:gd name="connsiteX28" fmla="*/ 216998 w 255169"/>
                  <a:gd name="connsiteY28" fmla="*/ 148964 h 253555"/>
                  <a:gd name="connsiteX29" fmla="*/ 216409 w 255169"/>
                  <a:gd name="connsiteY29" fmla="*/ 150763 h 253555"/>
                  <a:gd name="connsiteX30" fmla="*/ 215168 w 255169"/>
                  <a:gd name="connsiteY30" fmla="*/ 154515 h 253555"/>
                  <a:gd name="connsiteX31" fmla="*/ 209091 w 255169"/>
                  <a:gd name="connsiteY31" fmla="*/ 168779 h 253555"/>
                  <a:gd name="connsiteX32" fmla="*/ 207013 w 255169"/>
                  <a:gd name="connsiteY32" fmla="*/ 172097 h 253555"/>
                  <a:gd name="connsiteX33" fmla="*/ 205897 w 255169"/>
                  <a:gd name="connsiteY33" fmla="*/ 173895 h 253555"/>
                  <a:gd name="connsiteX34" fmla="*/ 207168 w 255169"/>
                  <a:gd name="connsiteY34" fmla="*/ 175601 h 253555"/>
                  <a:gd name="connsiteX35" fmla="*/ 209649 w 255169"/>
                  <a:gd name="connsiteY35" fmla="*/ 178919 h 253555"/>
                  <a:gd name="connsiteX36" fmla="*/ 226796 w 255169"/>
                  <a:gd name="connsiteY36" fmla="*/ 201617 h 253555"/>
                  <a:gd name="connsiteX37" fmla="*/ 212098 w 255169"/>
                  <a:gd name="connsiteY37" fmla="*/ 217183 h 253555"/>
                  <a:gd name="connsiteX38" fmla="*/ 202331 w 255169"/>
                  <a:gd name="connsiteY38" fmla="*/ 225803 h 253555"/>
                  <a:gd name="connsiteX39" fmla="*/ 176501 w 255169"/>
                  <a:gd name="connsiteY39" fmla="*/ 205524 h 253555"/>
                  <a:gd name="connsiteX40" fmla="*/ 174888 w 255169"/>
                  <a:gd name="connsiteY40" fmla="*/ 204252 h 253555"/>
                  <a:gd name="connsiteX41" fmla="*/ 173090 w 255169"/>
                  <a:gd name="connsiteY41" fmla="*/ 205245 h 253555"/>
                  <a:gd name="connsiteX42" fmla="*/ 169307 w 255169"/>
                  <a:gd name="connsiteY42" fmla="*/ 207353 h 253555"/>
                  <a:gd name="connsiteX43" fmla="*/ 155105 w 255169"/>
                  <a:gd name="connsiteY43" fmla="*/ 213431 h 253555"/>
                  <a:gd name="connsiteX44" fmla="*/ 150888 w 255169"/>
                  <a:gd name="connsiteY44" fmla="*/ 214702 h 253555"/>
                  <a:gd name="connsiteX45" fmla="*/ 148903 w 255169"/>
                  <a:gd name="connsiteY45" fmla="*/ 215291 h 253555"/>
                  <a:gd name="connsiteX46" fmla="*/ 148686 w 255169"/>
                  <a:gd name="connsiteY46" fmla="*/ 217369 h 253555"/>
                  <a:gd name="connsiteX47" fmla="*/ 148252 w 255169"/>
                  <a:gd name="connsiteY47" fmla="*/ 221555 h 253555"/>
                  <a:gd name="connsiteX48" fmla="*/ 144438 w 255169"/>
                  <a:gd name="connsiteY48" fmla="*/ 250083 h 253555"/>
                  <a:gd name="connsiteX49" fmla="*/ 111321 w 255169"/>
                  <a:gd name="connsiteY49" fmla="*/ 250455 h 253555"/>
                  <a:gd name="connsiteX50" fmla="*/ 106235 w 255169"/>
                  <a:gd name="connsiteY50" fmla="*/ 217214 h 253555"/>
                  <a:gd name="connsiteX51" fmla="*/ 105956 w 255169"/>
                  <a:gd name="connsiteY51" fmla="*/ 215353 h 253555"/>
                  <a:gd name="connsiteX52" fmla="*/ 104158 w 255169"/>
                  <a:gd name="connsiteY52" fmla="*/ 214764 h 253555"/>
                  <a:gd name="connsiteX53" fmla="*/ 100344 w 255169"/>
                  <a:gd name="connsiteY53" fmla="*/ 213493 h 253555"/>
                  <a:gd name="connsiteX54" fmla="*/ 85863 w 255169"/>
                  <a:gd name="connsiteY54" fmla="*/ 207694 h 253555"/>
                  <a:gd name="connsiteX55" fmla="*/ 85615 w 255169"/>
                  <a:gd name="connsiteY55" fmla="*/ 207570 h 253555"/>
                  <a:gd name="connsiteX56" fmla="*/ 85335 w 255169"/>
                  <a:gd name="connsiteY56" fmla="*/ 207508 h 253555"/>
                  <a:gd name="connsiteX57" fmla="*/ 81956 w 255169"/>
                  <a:gd name="connsiteY57" fmla="*/ 206671 h 253555"/>
                  <a:gd name="connsiteX58" fmla="*/ 80529 w 255169"/>
                  <a:gd name="connsiteY58" fmla="*/ 206299 h 253555"/>
                  <a:gd name="connsiteX59" fmla="*/ 79351 w 255169"/>
                  <a:gd name="connsiteY59" fmla="*/ 207198 h 253555"/>
                  <a:gd name="connsiteX60" fmla="*/ 53521 w 255169"/>
                  <a:gd name="connsiteY60" fmla="*/ 226765 h 253555"/>
                  <a:gd name="connsiteX61" fmla="*/ 29706 w 255169"/>
                  <a:gd name="connsiteY61" fmla="*/ 202423 h 253555"/>
                  <a:gd name="connsiteX62" fmla="*/ 33923 w 255169"/>
                  <a:gd name="connsiteY62" fmla="*/ 196748 h 253555"/>
                  <a:gd name="connsiteX63" fmla="*/ 36776 w 255169"/>
                  <a:gd name="connsiteY63" fmla="*/ 192965 h 253555"/>
                  <a:gd name="connsiteX64" fmla="*/ 46420 w 255169"/>
                  <a:gd name="connsiteY64" fmla="*/ 180810 h 253555"/>
                  <a:gd name="connsiteX65" fmla="*/ 46482 w 255169"/>
                  <a:gd name="connsiteY65" fmla="*/ 180748 h 253555"/>
                  <a:gd name="connsiteX66" fmla="*/ 46544 w 255169"/>
                  <a:gd name="connsiteY66" fmla="*/ 180686 h 253555"/>
                  <a:gd name="connsiteX67" fmla="*/ 49087 w 255169"/>
                  <a:gd name="connsiteY67" fmla="*/ 177306 h 253555"/>
                  <a:gd name="connsiteX68" fmla="*/ 50296 w 255169"/>
                  <a:gd name="connsiteY68" fmla="*/ 175694 h 253555"/>
                  <a:gd name="connsiteX69" fmla="*/ 49335 w 255169"/>
                  <a:gd name="connsiteY69" fmla="*/ 173926 h 253555"/>
                  <a:gd name="connsiteX70" fmla="*/ 47257 w 255169"/>
                  <a:gd name="connsiteY70" fmla="*/ 170174 h 253555"/>
                  <a:gd name="connsiteX71" fmla="*/ 40745 w 255169"/>
                  <a:gd name="connsiteY71" fmla="*/ 155135 h 253555"/>
                  <a:gd name="connsiteX72" fmla="*/ 39474 w 255169"/>
                  <a:gd name="connsiteY72" fmla="*/ 150918 h 253555"/>
                  <a:gd name="connsiteX73" fmla="*/ 38916 w 255169"/>
                  <a:gd name="connsiteY73" fmla="*/ 149026 h 253555"/>
                  <a:gd name="connsiteX74" fmla="*/ 36962 w 255169"/>
                  <a:gd name="connsiteY74" fmla="*/ 148747 h 253555"/>
                  <a:gd name="connsiteX75" fmla="*/ 4062 w 255169"/>
                  <a:gd name="connsiteY75" fmla="*/ 144034 h 253555"/>
                  <a:gd name="connsiteX76" fmla="*/ 3349 w 255169"/>
                  <a:gd name="connsiteY76" fmla="*/ 111351 h 253555"/>
                  <a:gd name="connsiteX77" fmla="*/ 37427 w 255169"/>
                  <a:gd name="connsiteY77" fmla="*/ 105863 h 253555"/>
                  <a:gd name="connsiteX78" fmla="*/ 39288 w 255169"/>
                  <a:gd name="connsiteY78" fmla="*/ 105553 h 253555"/>
                  <a:gd name="connsiteX79" fmla="*/ 39877 w 255169"/>
                  <a:gd name="connsiteY79" fmla="*/ 103785 h 253555"/>
                  <a:gd name="connsiteX80" fmla="*/ 41148 w 255169"/>
                  <a:gd name="connsiteY80" fmla="*/ 99971 h 253555"/>
                  <a:gd name="connsiteX81" fmla="*/ 47257 w 255169"/>
                  <a:gd name="connsiteY81" fmla="*/ 85707 h 253555"/>
                  <a:gd name="connsiteX82" fmla="*/ 49366 w 255169"/>
                  <a:gd name="connsiteY82" fmla="*/ 81893 h 253555"/>
                  <a:gd name="connsiteX83" fmla="*/ 50327 w 255169"/>
                  <a:gd name="connsiteY83" fmla="*/ 80126 h 253555"/>
                  <a:gd name="connsiteX84" fmla="*/ 49118 w 255169"/>
                  <a:gd name="connsiteY84" fmla="*/ 78513 h 253555"/>
                  <a:gd name="connsiteX85" fmla="*/ 46668 w 255169"/>
                  <a:gd name="connsiteY85" fmla="*/ 75226 h 253555"/>
                  <a:gd name="connsiteX86" fmla="*/ 29644 w 255169"/>
                  <a:gd name="connsiteY86" fmla="*/ 52683 h 253555"/>
                  <a:gd name="connsiteX87" fmla="*/ 29489 w 255169"/>
                  <a:gd name="connsiteY87" fmla="*/ 52497 h 253555"/>
                  <a:gd name="connsiteX88" fmla="*/ 44187 w 255169"/>
                  <a:gd name="connsiteY88" fmla="*/ 36900 h 253555"/>
                  <a:gd name="connsiteX89" fmla="*/ 53862 w 255169"/>
                  <a:gd name="connsiteY89" fmla="*/ 28187 h 253555"/>
                  <a:gd name="connsiteX90" fmla="*/ 79382 w 255169"/>
                  <a:gd name="connsiteY90" fmla="*/ 48125 h 253555"/>
                  <a:gd name="connsiteX91" fmla="*/ 80994 w 255169"/>
                  <a:gd name="connsiteY91" fmla="*/ 49396 h 253555"/>
                  <a:gd name="connsiteX92" fmla="*/ 82793 w 255169"/>
                  <a:gd name="connsiteY92" fmla="*/ 48404 h 253555"/>
                  <a:gd name="connsiteX93" fmla="*/ 86576 w 255169"/>
                  <a:gd name="connsiteY93" fmla="*/ 46296 h 253555"/>
                  <a:gd name="connsiteX94" fmla="*/ 100778 w 255169"/>
                  <a:gd name="connsiteY94" fmla="*/ 40218 h 253555"/>
                  <a:gd name="connsiteX95" fmla="*/ 104995 w 255169"/>
                  <a:gd name="connsiteY95" fmla="*/ 38947 h 253555"/>
                  <a:gd name="connsiteX96" fmla="*/ 106979 w 255169"/>
                  <a:gd name="connsiteY96" fmla="*/ 38357 h 253555"/>
                  <a:gd name="connsiteX97" fmla="*/ 107196 w 255169"/>
                  <a:gd name="connsiteY97" fmla="*/ 36280 h 253555"/>
                  <a:gd name="connsiteX98" fmla="*/ 107631 w 255169"/>
                  <a:gd name="connsiteY98" fmla="*/ 32094 h 253555"/>
                  <a:gd name="connsiteX99" fmla="*/ 111693 w 255169"/>
                  <a:gd name="connsiteY99" fmla="*/ 3566 h 253555"/>
                  <a:gd name="connsiteX100" fmla="*/ 144562 w 255169"/>
                  <a:gd name="connsiteY100" fmla="*/ 3194 h 253555"/>
                  <a:gd name="connsiteX101" fmla="*/ 146980 w 255169"/>
                  <a:gd name="connsiteY101" fmla="*/ 31 h 253555"/>
                  <a:gd name="connsiteX102" fmla="*/ 108964 w 255169"/>
                  <a:gd name="connsiteY102" fmla="*/ 465 h 253555"/>
                  <a:gd name="connsiteX103" fmla="*/ 104313 w 255169"/>
                  <a:gd name="connsiteY103" fmla="*/ 31722 h 253555"/>
                  <a:gd name="connsiteX104" fmla="*/ 103879 w 255169"/>
                  <a:gd name="connsiteY104" fmla="*/ 35939 h 253555"/>
                  <a:gd name="connsiteX105" fmla="*/ 99661 w 255169"/>
                  <a:gd name="connsiteY105" fmla="*/ 37210 h 253555"/>
                  <a:gd name="connsiteX106" fmla="*/ 84870 w 255169"/>
                  <a:gd name="connsiteY106" fmla="*/ 43536 h 253555"/>
                  <a:gd name="connsiteX107" fmla="*/ 81056 w 255169"/>
                  <a:gd name="connsiteY107" fmla="*/ 45644 h 253555"/>
                  <a:gd name="connsiteX108" fmla="*/ 54017 w 255169"/>
                  <a:gd name="connsiteY108" fmla="*/ 24528 h 253555"/>
                  <a:gd name="connsiteX109" fmla="*/ 53924 w 255169"/>
                  <a:gd name="connsiteY109" fmla="*/ 24466 h 253555"/>
                  <a:gd name="connsiteX110" fmla="*/ 41768 w 255169"/>
                  <a:gd name="connsiteY110" fmla="*/ 34667 h 253555"/>
                  <a:gd name="connsiteX111" fmla="*/ 25303 w 255169"/>
                  <a:gd name="connsiteY111" fmla="*/ 52404 h 253555"/>
                  <a:gd name="connsiteX112" fmla="*/ 43908 w 255169"/>
                  <a:gd name="connsiteY112" fmla="*/ 76901 h 253555"/>
                  <a:gd name="connsiteX113" fmla="*/ 46451 w 255169"/>
                  <a:gd name="connsiteY113" fmla="*/ 80281 h 253555"/>
                  <a:gd name="connsiteX114" fmla="*/ 44342 w 255169"/>
                  <a:gd name="connsiteY114" fmla="*/ 84095 h 253555"/>
                  <a:gd name="connsiteX115" fmla="*/ 38016 w 255169"/>
                  <a:gd name="connsiteY115" fmla="*/ 98886 h 253555"/>
                  <a:gd name="connsiteX116" fmla="*/ 36745 w 255169"/>
                  <a:gd name="connsiteY116" fmla="*/ 102700 h 253555"/>
                  <a:gd name="connsiteX117" fmla="*/ 0 w 255169"/>
                  <a:gd name="connsiteY117" fmla="*/ 108622 h 253555"/>
                  <a:gd name="connsiteX118" fmla="*/ 837 w 255169"/>
                  <a:gd name="connsiteY118" fmla="*/ 146639 h 253555"/>
                  <a:gd name="connsiteX119" fmla="*/ 36342 w 255169"/>
                  <a:gd name="connsiteY119" fmla="*/ 151724 h 253555"/>
                  <a:gd name="connsiteX120" fmla="*/ 37613 w 255169"/>
                  <a:gd name="connsiteY120" fmla="*/ 155941 h 253555"/>
                  <a:gd name="connsiteX121" fmla="*/ 44373 w 255169"/>
                  <a:gd name="connsiteY121" fmla="*/ 171570 h 253555"/>
                  <a:gd name="connsiteX122" fmla="*/ 46482 w 255169"/>
                  <a:gd name="connsiteY122" fmla="*/ 175384 h 253555"/>
                  <a:gd name="connsiteX123" fmla="*/ 43939 w 255169"/>
                  <a:gd name="connsiteY123" fmla="*/ 178764 h 253555"/>
                  <a:gd name="connsiteX124" fmla="*/ 34233 w 255169"/>
                  <a:gd name="connsiteY124" fmla="*/ 191012 h 253555"/>
                  <a:gd name="connsiteX125" fmla="*/ 25768 w 255169"/>
                  <a:gd name="connsiteY125" fmla="*/ 202423 h 253555"/>
                  <a:gd name="connsiteX126" fmla="*/ 53242 w 255169"/>
                  <a:gd name="connsiteY126" fmla="*/ 230734 h 253555"/>
                  <a:gd name="connsiteX127" fmla="*/ 81118 w 255169"/>
                  <a:gd name="connsiteY127" fmla="*/ 209617 h 253555"/>
                  <a:gd name="connsiteX128" fmla="*/ 84498 w 255169"/>
                  <a:gd name="connsiteY128" fmla="*/ 210454 h 253555"/>
                  <a:gd name="connsiteX129" fmla="*/ 99289 w 255169"/>
                  <a:gd name="connsiteY129" fmla="*/ 216377 h 253555"/>
                  <a:gd name="connsiteX130" fmla="*/ 103103 w 255169"/>
                  <a:gd name="connsiteY130" fmla="*/ 217648 h 253555"/>
                  <a:gd name="connsiteX131" fmla="*/ 108592 w 255169"/>
                  <a:gd name="connsiteY131" fmla="*/ 253556 h 253555"/>
                  <a:gd name="connsiteX132" fmla="*/ 146608 w 255169"/>
                  <a:gd name="connsiteY132" fmla="*/ 253122 h 253555"/>
                  <a:gd name="connsiteX133" fmla="*/ 147042 w 255169"/>
                  <a:gd name="connsiteY133" fmla="*/ 253122 h 253555"/>
                  <a:gd name="connsiteX134" fmla="*/ 151260 w 255169"/>
                  <a:gd name="connsiteY134" fmla="*/ 221865 h 253555"/>
                  <a:gd name="connsiteX135" fmla="*/ 151694 w 255169"/>
                  <a:gd name="connsiteY135" fmla="*/ 217648 h 253555"/>
                  <a:gd name="connsiteX136" fmla="*/ 155911 w 255169"/>
                  <a:gd name="connsiteY136" fmla="*/ 216377 h 253555"/>
                  <a:gd name="connsiteX137" fmla="*/ 170702 w 255169"/>
                  <a:gd name="connsiteY137" fmla="*/ 210051 h 253555"/>
                  <a:gd name="connsiteX138" fmla="*/ 174516 w 255169"/>
                  <a:gd name="connsiteY138" fmla="*/ 207942 h 253555"/>
                  <a:gd name="connsiteX139" fmla="*/ 201990 w 255169"/>
                  <a:gd name="connsiteY139" fmla="*/ 229493 h 253555"/>
                  <a:gd name="connsiteX140" fmla="*/ 214238 w 255169"/>
                  <a:gd name="connsiteY140" fmla="*/ 219354 h 253555"/>
                  <a:gd name="connsiteX141" fmla="*/ 230703 w 255169"/>
                  <a:gd name="connsiteY141" fmla="*/ 201617 h 253555"/>
                  <a:gd name="connsiteX142" fmla="*/ 212098 w 255169"/>
                  <a:gd name="connsiteY142" fmla="*/ 177120 h 253555"/>
                  <a:gd name="connsiteX143" fmla="*/ 209556 w 255169"/>
                  <a:gd name="connsiteY143" fmla="*/ 173740 h 253555"/>
                  <a:gd name="connsiteX144" fmla="*/ 211664 w 255169"/>
                  <a:gd name="connsiteY144" fmla="*/ 170360 h 253555"/>
                  <a:gd name="connsiteX145" fmla="*/ 217990 w 255169"/>
                  <a:gd name="connsiteY145" fmla="*/ 155569 h 253555"/>
                  <a:gd name="connsiteX146" fmla="*/ 219261 w 255169"/>
                  <a:gd name="connsiteY146" fmla="*/ 151755 h 253555"/>
                  <a:gd name="connsiteX147" fmla="*/ 255169 w 255169"/>
                  <a:gd name="connsiteY147" fmla="*/ 146267 h 253555"/>
                  <a:gd name="connsiteX148" fmla="*/ 254332 w 255169"/>
                  <a:gd name="connsiteY148" fmla="*/ 108250 h 253555"/>
                  <a:gd name="connsiteX149" fmla="*/ 219261 w 255169"/>
                  <a:gd name="connsiteY149" fmla="*/ 103165 h 253555"/>
                  <a:gd name="connsiteX150" fmla="*/ 217990 w 255169"/>
                  <a:gd name="connsiteY150" fmla="*/ 99351 h 253555"/>
                  <a:gd name="connsiteX151" fmla="*/ 211230 w 255169"/>
                  <a:gd name="connsiteY151" fmla="*/ 83289 h 253555"/>
                  <a:gd name="connsiteX152" fmla="*/ 209525 w 255169"/>
                  <a:gd name="connsiteY152" fmla="*/ 79475 h 253555"/>
                  <a:gd name="connsiteX153" fmla="*/ 212067 w 255169"/>
                  <a:gd name="connsiteY153" fmla="*/ 76095 h 253555"/>
                  <a:gd name="connsiteX154" fmla="*/ 221773 w 255169"/>
                  <a:gd name="connsiteY154" fmla="*/ 63846 h 253555"/>
                  <a:gd name="connsiteX155" fmla="*/ 230238 w 255169"/>
                  <a:gd name="connsiteY155" fmla="*/ 52435 h 253555"/>
                  <a:gd name="connsiteX156" fmla="*/ 202765 w 255169"/>
                  <a:gd name="connsiteY156" fmla="*/ 23690 h 253555"/>
                  <a:gd name="connsiteX157" fmla="*/ 174888 w 255169"/>
                  <a:gd name="connsiteY157" fmla="*/ 44807 h 253555"/>
                  <a:gd name="connsiteX158" fmla="*/ 171074 w 255169"/>
                  <a:gd name="connsiteY158" fmla="*/ 43102 h 253555"/>
                  <a:gd name="connsiteX159" fmla="*/ 156283 w 255169"/>
                  <a:gd name="connsiteY159" fmla="*/ 37179 h 253555"/>
                  <a:gd name="connsiteX160" fmla="*/ 152469 w 255169"/>
                  <a:gd name="connsiteY160" fmla="*/ 35908 h 253555"/>
                  <a:gd name="connsiteX161" fmla="*/ 146980 w 255169"/>
                  <a:gd name="connsiteY161" fmla="*/ 0 h 253555"/>
                  <a:gd name="connsiteX162" fmla="*/ 146980 w 255169"/>
                  <a:gd name="connsiteY162" fmla="*/ 0 h 25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55169" h="253555">
                    <a:moveTo>
                      <a:pt x="144345" y="3163"/>
                    </a:moveTo>
                    <a:lnTo>
                      <a:pt x="149430" y="36404"/>
                    </a:lnTo>
                    <a:lnTo>
                      <a:pt x="149709" y="38264"/>
                    </a:lnTo>
                    <a:lnTo>
                      <a:pt x="151508" y="38854"/>
                    </a:lnTo>
                    <a:lnTo>
                      <a:pt x="155384" y="40156"/>
                    </a:lnTo>
                    <a:cubicBezTo>
                      <a:pt x="160686" y="41799"/>
                      <a:pt x="165120" y="43815"/>
                      <a:pt x="169834" y="45954"/>
                    </a:cubicBezTo>
                    <a:lnTo>
                      <a:pt x="173648" y="47660"/>
                    </a:lnTo>
                    <a:lnTo>
                      <a:pt x="175322" y="48404"/>
                    </a:lnTo>
                    <a:lnTo>
                      <a:pt x="176780" y="47288"/>
                    </a:lnTo>
                    <a:lnTo>
                      <a:pt x="202579" y="27753"/>
                    </a:lnTo>
                    <a:cubicBezTo>
                      <a:pt x="213897" y="38450"/>
                      <a:pt x="222362" y="46823"/>
                      <a:pt x="226486" y="52435"/>
                    </a:cubicBezTo>
                    <a:cubicBezTo>
                      <a:pt x="225370" y="53986"/>
                      <a:pt x="223913" y="55908"/>
                      <a:pt x="222207" y="58172"/>
                    </a:cubicBezTo>
                    <a:cubicBezTo>
                      <a:pt x="221308" y="59350"/>
                      <a:pt x="220347" y="60621"/>
                      <a:pt x="219354" y="61955"/>
                    </a:cubicBezTo>
                    <a:cubicBezTo>
                      <a:pt x="217339" y="64560"/>
                      <a:pt x="215540" y="66761"/>
                      <a:pt x="213959" y="68715"/>
                    </a:cubicBezTo>
                    <a:cubicBezTo>
                      <a:pt x="212222" y="70823"/>
                      <a:pt x="210734" y="72684"/>
                      <a:pt x="209618" y="74234"/>
                    </a:cubicBezTo>
                    <a:lnTo>
                      <a:pt x="207075" y="77614"/>
                    </a:lnTo>
                    <a:lnTo>
                      <a:pt x="205990" y="79071"/>
                    </a:lnTo>
                    <a:lnTo>
                      <a:pt x="206734" y="80746"/>
                    </a:lnTo>
                    <a:lnTo>
                      <a:pt x="208439" y="84560"/>
                    </a:lnTo>
                    <a:lnTo>
                      <a:pt x="208501" y="84653"/>
                    </a:lnTo>
                    <a:lnTo>
                      <a:pt x="208563" y="84746"/>
                    </a:lnTo>
                    <a:cubicBezTo>
                      <a:pt x="211354" y="89955"/>
                      <a:pt x="213432" y="94855"/>
                      <a:pt x="215106" y="100312"/>
                    </a:cubicBezTo>
                    <a:lnTo>
                      <a:pt x="216378" y="104126"/>
                    </a:lnTo>
                    <a:lnTo>
                      <a:pt x="216998" y="105956"/>
                    </a:lnTo>
                    <a:lnTo>
                      <a:pt x="218889" y="106235"/>
                    </a:lnTo>
                    <a:lnTo>
                      <a:pt x="251355" y="110917"/>
                    </a:lnTo>
                    <a:lnTo>
                      <a:pt x="252068" y="143600"/>
                    </a:lnTo>
                    <a:lnTo>
                      <a:pt x="218858" y="148685"/>
                    </a:lnTo>
                    <a:lnTo>
                      <a:pt x="216998" y="148964"/>
                    </a:lnTo>
                    <a:lnTo>
                      <a:pt x="216409" y="150763"/>
                    </a:lnTo>
                    <a:lnTo>
                      <a:pt x="215168" y="154515"/>
                    </a:lnTo>
                    <a:cubicBezTo>
                      <a:pt x="212967" y="160686"/>
                      <a:pt x="210982" y="165337"/>
                      <a:pt x="209091" y="168779"/>
                    </a:cubicBezTo>
                    <a:lnTo>
                      <a:pt x="207013" y="172097"/>
                    </a:lnTo>
                    <a:lnTo>
                      <a:pt x="205897" y="173895"/>
                    </a:lnTo>
                    <a:lnTo>
                      <a:pt x="207168" y="175601"/>
                    </a:lnTo>
                    <a:lnTo>
                      <a:pt x="209649" y="178919"/>
                    </a:lnTo>
                    <a:cubicBezTo>
                      <a:pt x="214951" y="186330"/>
                      <a:pt x="220564" y="193772"/>
                      <a:pt x="226796" y="201617"/>
                    </a:cubicBezTo>
                    <a:cubicBezTo>
                      <a:pt x="224192" y="204780"/>
                      <a:pt x="219354" y="210299"/>
                      <a:pt x="212098" y="217183"/>
                    </a:cubicBezTo>
                    <a:cubicBezTo>
                      <a:pt x="206920" y="222361"/>
                      <a:pt x="203881" y="224749"/>
                      <a:pt x="202331" y="225803"/>
                    </a:cubicBezTo>
                    <a:lnTo>
                      <a:pt x="176501" y="205524"/>
                    </a:lnTo>
                    <a:lnTo>
                      <a:pt x="174888" y="204252"/>
                    </a:lnTo>
                    <a:lnTo>
                      <a:pt x="173090" y="205245"/>
                    </a:lnTo>
                    <a:lnTo>
                      <a:pt x="169307" y="207353"/>
                    </a:lnTo>
                    <a:cubicBezTo>
                      <a:pt x="165058" y="209679"/>
                      <a:pt x="160252" y="211725"/>
                      <a:pt x="155105" y="213431"/>
                    </a:cubicBezTo>
                    <a:lnTo>
                      <a:pt x="150888" y="214702"/>
                    </a:lnTo>
                    <a:lnTo>
                      <a:pt x="148903" y="215291"/>
                    </a:lnTo>
                    <a:lnTo>
                      <a:pt x="148686" y="217369"/>
                    </a:lnTo>
                    <a:lnTo>
                      <a:pt x="148252" y="221555"/>
                    </a:lnTo>
                    <a:cubicBezTo>
                      <a:pt x="146794" y="234579"/>
                      <a:pt x="145368" y="244067"/>
                      <a:pt x="144438" y="250083"/>
                    </a:cubicBezTo>
                    <a:lnTo>
                      <a:pt x="111321" y="250455"/>
                    </a:lnTo>
                    <a:lnTo>
                      <a:pt x="106235" y="217214"/>
                    </a:lnTo>
                    <a:lnTo>
                      <a:pt x="105956" y="215353"/>
                    </a:lnTo>
                    <a:lnTo>
                      <a:pt x="104158" y="214764"/>
                    </a:lnTo>
                    <a:lnTo>
                      <a:pt x="100344" y="213493"/>
                    </a:lnTo>
                    <a:cubicBezTo>
                      <a:pt x="95971" y="212036"/>
                      <a:pt x="91227" y="210144"/>
                      <a:pt x="85863" y="207694"/>
                    </a:cubicBezTo>
                    <a:lnTo>
                      <a:pt x="85615" y="207570"/>
                    </a:lnTo>
                    <a:lnTo>
                      <a:pt x="85335" y="207508"/>
                    </a:lnTo>
                    <a:lnTo>
                      <a:pt x="81956" y="206671"/>
                    </a:lnTo>
                    <a:lnTo>
                      <a:pt x="80529" y="206299"/>
                    </a:lnTo>
                    <a:lnTo>
                      <a:pt x="79351" y="207198"/>
                    </a:lnTo>
                    <a:lnTo>
                      <a:pt x="53521" y="226765"/>
                    </a:lnTo>
                    <a:cubicBezTo>
                      <a:pt x="42513" y="216656"/>
                      <a:pt x="34202" y="208160"/>
                      <a:pt x="29706" y="202423"/>
                    </a:cubicBezTo>
                    <a:cubicBezTo>
                      <a:pt x="30822" y="200873"/>
                      <a:pt x="32249" y="198981"/>
                      <a:pt x="33923" y="196748"/>
                    </a:cubicBezTo>
                    <a:cubicBezTo>
                      <a:pt x="34823" y="195570"/>
                      <a:pt x="35784" y="194299"/>
                      <a:pt x="36776" y="192965"/>
                    </a:cubicBezTo>
                    <a:cubicBezTo>
                      <a:pt x="40528" y="188097"/>
                      <a:pt x="44032" y="183663"/>
                      <a:pt x="46420" y="180810"/>
                    </a:cubicBezTo>
                    <a:lnTo>
                      <a:pt x="46482" y="180748"/>
                    </a:lnTo>
                    <a:lnTo>
                      <a:pt x="46544" y="180686"/>
                    </a:lnTo>
                    <a:lnTo>
                      <a:pt x="49087" y="177306"/>
                    </a:lnTo>
                    <a:lnTo>
                      <a:pt x="50296" y="175694"/>
                    </a:lnTo>
                    <a:lnTo>
                      <a:pt x="49335" y="173926"/>
                    </a:lnTo>
                    <a:lnTo>
                      <a:pt x="47257" y="170174"/>
                    </a:lnTo>
                    <a:cubicBezTo>
                      <a:pt x="44559" y="165182"/>
                      <a:pt x="42482" y="160376"/>
                      <a:pt x="40745" y="155135"/>
                    </a:cubicBezTo>
                    <a:lnTo>
                      <a:pt x="39474" y="150918"/>
                    </a:lnTo>
                    <a:lnTo>
                      <a:pt x="38916" y="149026"/>
                    </a:lnTo>
                    <a:lnTo>
                      <a:pt x="36962" y="148747"/>
                    </a:lnTo>
                    <a:lnTo>
                      <a:pt x="4062" y="144034"/>
                    </a:lnTo>
                    <a:lnTo>
                      <a:pt x="3349" y="111351"/>
                    </a:lnTo>
                    <a:lnTo>
                      <a:pt x="37427" y="105863"/>
                    </a:lnTo>
                    <a:lnTo>
                      <a:pt x="39288" y="105553"/>
                    </a:lnTo>
                    <a:lnTo>
                      <a:pt x="39877" y="103785"/>
                    </a:lnTo>
                    <a:lnTo>
                      <a:pt x="41148" y="99971"/>
                    </a:lnTo>
                    <a:cubicBezTo>
                      <a:pt x="42699" y="95320"/>
                      <a:pt x="44342" y="90700"/>
                      <a:pt x="47257" y="85707"/>
                    </a:cubicBezTo>
                    <a:lnTo>
                      <a:pt x="49366" y="81893"/>
                    </a:lnTo>
                    <a:lnTo>
                      <a:pt x="50327" y="80126"/>
                    </a:lnTo>
                    <a:lnTo>
                      <a:pt x="49118" y="78513"/>
                    </a:lnTo>
                    <a:lnTo>
                      <a:pt x="46668" y="75226"/>
                    </a:lnTo>
                    <a:cubicBezTo>
                      <a:pt x="42296" y="68901"/>
                      <a:pt x="36435" y="61397"/>
                      <a:pt x="29644" y="52683"/>
                    </a:cubicBezTo>
                    <a:lnTo>
                      <a:pt x="29489" y="52497"/>
                    </a:lnTo>
                    <a:cubicBezTo>
                      <a:pt x="32590" y="48807"/>
                      <a:pt x="37520" y="43598"/>
                      <a:pt x="44187" y="36900"/>
                    </a:cubicBezTo>
                    <a:cubicBezTo>
                      <a:pt x="49459" y="31629"/>
                      <a:pt x="52404" y="29241"/>
                      <a:pt x="53862" y="28187"/>
                    </a:cubicBezTo>
                    <a:lnTo>
                      <a:pt x="79382" y="48125"/>
                    </a:lnTo>
                    <a:lnTo>
                      <a:pt x="80994" y="49396"/>
                    </a:lnTo>
                    <a:lnTo>
                      <a:pt x="82793" y="48404"/>
                    </a:lnTo>
                    <a:lnTo>
                      <a:pt x="86576" y="46296"/>
                    </a:lnTo>
                    <a:cubicBezTo>
                      <a:pt x="90824" y="43970"/>
                      <a:pt x="95630" y="41923"/>
                      <a:pt x="100778" y="40218"/>
                    </a:cubicBezTo>
                    <a:lnTo>
                      <a:pt x="104995" y="38947"/>
                    </a:lnTo>
                    <a:lnTo>
                      <a:pt x="106979" y="38357"/>
                    </a:lnTo>
                    <a:lnTo>
                      <a:pt x="107196" y="36280"/>
                    </a:lnTo>
                    <a:lnTo>
                      <a:pt x="107631" y="32094"/>
                    </a:lnTo>
                    <a:cubicBezTo>
                      <a:pt x="108964" y="20155"/>
                      <a:pt x="110421" y="9985"/>
                      <a:pt x="111693" y="3566"/>
                    </a:cubicBezTo>
                    <a:lnTo>
                      <a:pt x="144562" y="3194"/>
                    </a:lnTo>
                    <a:moveTo>
                      <a:pt x="146980" y="31"/>
                    </a:moveTo>
                    <a:lnTo>
                      <a:pt x="108964" y="465"/>
                    </a:lnTo>
                    <a:cubicBezTo>
                      <a:pt x="107693" y="5954"/>
                      <a:pt x="106018" y="16527"/>
                      <a:pt x="104313" y="31722"/>
                    </a:cubicBezTo>
                    <a:lnTo>
                      <a:pt x="103879" y="35939"/>
                    </a:lnTo>
                    <a:lnTo>
                      <a:pt x="99661" y="37210"/>
                    </a:lnTo>
                    <a:cubicBezTo>
                      <a:pt x="94576" y="38916"/>
                      <a:pt x="89522" y="41024"/>
                      <a:pt x="84870" y="43536"/>
                    </a:cubicBezTo>
                    <a:lnTo>
                      <a:pt x="81056" y="45644"/>
                    </a:lnTo>
                    <a:lnTo>
                      <a:pt x="54017" y="24528"/>
                    </a:lnTo>
                    <a:cubicBezTo>
                      <a:pt x="54017" y="24528"/>
                      <a:pt x="53986" y="24466"/>
                      <a:pt x="53924" y="24466"/>
                    </a:cubicBezTo>
                    <a:cubicBezTo>
                      <a:pt x="53335" y="24466"/>
                      <a:pt x="50110" y="26357"/>
                      <a:pt x="41768" y="34667"/>
                    </a:cubicBezTo>
                    <a:cubicBezTo>
                      <a:pt x="33737" y="42699"/>
                      <a:pt x="28249" y="48621"/>
                      <a:pt x="25303" y="52404"/>
                    </a:cubicBezTo>
                    <a:cubicBezTo>
                      <a:pt x="32900" y="62110"/>
                      <a:pt x="39257" y="70141"/>
                      <a:pt x="43908" y="76901"/>
                    </a:cubicBezTo>
                    <a:lnTo>
                      <a:pt x="46451" y="80281"/>
                    </a:lnTo>
                    <a:lnTo>
                      <a:pt x="44342" y="84095"/>
                    </a:lnTo>
                    <a:cubicBezTo>
                      <a:pt x="41396" y="89180"/>
                      <a:pt x="39691" y="93800"/>
                      <a:pt x="38016" y="98886"/>
                    </a:cubicBezTo>
                    <a:lnTo>
                      <a:pt x="36745" y="102700"/>
                    </a:lnTo>
                    <a:lnTo>
                      <a:pt x="0" y="108622"/>
                    </a:lnTo>
                    <a:lnTo>
                      <a:pt x="837" y="146639"/>
                    </a:lnTo>
                    <a:lnTo>
                      <a:pt x="36342" y="151724"/>
                    </a:lnTo>
                    <a:lnTo>
                      <a:pt x="37613" y="155941"/>
                    </a:lnTo>
                    <a:cubicBezTo>
                      <a:pt x="39319" y="161027"/>
                      <a:pt x="41427" y="166081"/>
                      <a:pt x="44373" y="171570"/>
                    </a:cubicBezTo>
                    <a:lnTo>
                      <a:pt x="46482" y="175384"/>
                    </a:lnTo>
                    <a:lnTo>
                      <a:pt x="43939" y="178764"/>
                    </a:lnTo>
                    <a:cubicBezTo>
                      <a:pt x="41831" y="181306"/>
                      <a:pt x="38451" y="185523"/>
                      <a:pt x="34233" y="191012"/>
                    </a:cubicBezTo>
                    <a:cubicBezTo>
                      <a:pt x="30419" y="196097"/>
                      <a:pt x="27474" y="199880"/>
                      <a:pt x="25768" y="202423"/>
                    </a:cubicBezTo>
                    <a:cubicBezTo>
                      <a:pt x="29985" y="208346"/>
                      <a:pt x="39288" y="218051"/>
                      <a:pt x="53242" y="230734"/>
                    </a:cubicBezTo>
                    <a:lnTo>
                      <a:pt x="81118" y="209617"/>
                    </a:lnTo>
                    <a:lnTo>
                      <a:pt x="84498" y="210454"/>
                    </a:lnTo>
                    <a:cubicBezTo>
                      <a:pt x="89150" y="212563"/>
                      <a:pt x="94204" y="214671"/>
                      <a:pt x="99289" y="216377"/>
                    </a:cubicBezTo>
                    <a:lnTo>
                      <a:pt x="103103" y="217648"/>
                    </a:lnTo>
                    <a:lnTo>
                      <a:pt x="108592" y="253556"/>
                    </a:lnTo>
                    <a:lnTo>
                      <a:pt x="146608" y="253122"/>
                    </a:lnTo>
                    <a:lnTo>
                      <a:pt x="147042" y="253122"/>
                    </a:lnTo>
                    <a:cubicBezTo>
                      <a:pt x="147880" y="247633"/>
                      <a:pt x="149585" y="237059"/>
                      <a:pt x="151260" y="221865"/>
                    </a:cubicBezTo>
                    <a:lnTo>
                      <a:pt x="151694" y="217648"/>
                    </a:lnTo>
                    <a:lnTo>
                      <a:pt x="155911" y="216377"/>
                    </a:lnTo>
                    <a:cubicBezTo>
                      <a:pt x="160996" y="214671"/>
                      <a:pt x="166051" y="212563"/>
                      <a:pt x="170702" y="210051"/>
                    </a:cubicBezTo>
                    <a:lnTo>
                      <a:pt x="174516" y="207942"/>
                    </a:lnTo>
                    <a:lnTo>
                      <a:pt x="201990" y="229493"/>
                    </a:lnTo>
                    <a:cubicBezTo>
                      <a:pt x="201990" y="229493"/>
                      <a:pt x="204935" y="228656"/>
                      <a:pt x="214238" y="219354"/>
                    </a:cubicBezTo>
                    <a:cubicBezTo>
                      <a:pt x="222269" y="211756"/>
                      <a:pt x="227758" y="205400"/>
                      <a:pt x="230703" y="201617"/>
                    </a:cubicBezTo>
                    <a:cubicBezTo>
                      <a:pt x="222238" y="191043"/>
                      <a:pt x="216347" y="183012"/>
                      <a:pt x="212098" y="177120"/>
                    </a:cubicBezTo>
                    <a:lnTo>
                      <a:pt x="209556" y="173740"/>
                    </a:lnTo>
                    <a:lnTo>
                      <a:pt x="211664" y="170360"/>
                    </a:lnTo>
                    <a:cubicBezTo>
                      <a:pt x="213773" y="166546"/>
                      <a:pt x="215881" y="161492"/>
                      <a:pt x="217990" y="155569"/>
                    </a:cubicBezTo>
                    <a:lnTo>
                      <a:pt x="219261" y="151755"/>
                    </a:lnTo>
                    <a:lnTo>
                      <a:pt x="255169" y="146267"/>
                    </a:lnTo>
                    <a:lnTo>
                      <a:pt x="254332" y="108250"/>
                    </a:lnTo>
                    <a:lnTo>
                      <a:pt x="219261" y="103165"/>
                    </a:lnTo>
                    <a:lnTo>
                      <a:pt x="217990" y="99351"/>
                    </a:lnTo>
                    <a:cubicBezTo>
                      <a:pt x="216284" y="93862"/>
                      <a:pt x="214176" y="88777"/>
                      <a:pt x="211230" y="83289"/>
                    </a:cubicBezTo>
                    <a:lnTo>
                      <a:pt x="209525" y="79475"/>
                    </a:lnTo>
                    <a:lnTo>
                      <a:pt x="212067" y="76095"/>
                    </a:lnTo>
                    <a:cubicBezTo>
                      <a:pt x="214176" y="73149"/>
                      <a:pt x="217556" y="69335"/>
                      <a:pt x="221773" y="63846"/>
                    </a:cubicBezTo>
                    <a:cubicBezTo>
                      <a:pt x="225587" y="58761"/>
                      <a:pt x="228533" y="54978"/>
                      <a:pt x="230238" y="52435"/>
                    </a:cubicBezTo>
                    <a:cubicBezTo>
                      <a:pt x="226424" y="46513"/>
                      <a:pt x="217153" y="37210"/>
                      <a:pt x="202765" y="23690"/>
                    </a:cubicBezTo>
                    <a:lnTo>
                      <a:pt x="174888" y="44807"/>
                    </a:lnTo>
                    <a:lnTo>
                      <a:pt x="171074" y="43102"/>
                    </a:lnTo>
                    <a:cubicBezTo>
                      <a:pt x="166423" y="40993"/>
                      <a:pt x="161771" y="38885"/>
                      <a:pt x="156283" y="37179"/>
                    </a:cubicBezTo>
                    <a:lnTo>
                      <a:pt x="152469" y="35908"/>
                    </a:lnTo>
                    <a:lnTo>
                      <a:pt x="146980" y="0"/>
                    </a:lnTo>
                    <a:lnTo>
                      <a:pt x="146980" y="0"/>
                    </a:lnTo>
                    <a:close/>
                  </a:path>
                </a:pathLst>
              </a:custGeom>
              <a:noFill/>
              <a:ln w="15875" cap="flat">
                <a:solidFill>
                  <a:schemeClr val="accent3"/>
                </a:solidFill>
                <a:prstDash val="solid"/>
                <a:round/>
              </a:ln>
            </p:spPr>
            <p:txBody>
              <a:bodyPr rtlCol="0" anchor="ctr"/>
              <a:lstStyle/>
              <a:p>
                <a:endParaRPr lang="en-IN"/>
              </a:p>
            </p:txBody>
          </p:sp>
          <p:sp>
            <p:nvSpPr>
              <p:cNvPr id="20" name="Freeform: Shape 19">
                <a:extLst>
                  <a:ext uri="{FF2B5EF4-FFF2-40B4-BE49-F238E27FC236}">
                    <a16:creationId xmlns:a16="http://schemas.microsoft.com/office/drawing/2014/main" id="{685AAFC9-57FE-78C1-8E0C-3924402FCAB0}"/>
                  </a:ext>
                </a:extLst>
              </p:cNvPr>
              <p:cNvSpPr/>
              <p:nvPr/>
            </p:nvSpPr>
            <p:spPr>
              <a:xfrm>
                <a:off x="654405" y="2687556"/>
                <a:ext cx="509603" cy="240749"/>
              </a:xfrm>
              <a:custGeom>
                <a:avLst/>
                <a:gdLst>
                  <a:gd name="connsiteX0" fmla="*/ 206765 w 509603"/>
                  <a:gd name="connsiteY0" fmla="*/ 102531 h 240749"/>
                  <a:gd name="connsiteX1" fmla="*/ 268255 w 509603"/>
                  <a:gd name="connsiteY1" fmla="*/ 140548 h 240749"/>
                  <a:gd name="connsiteX2" fmla="*/ 321217 w 509603"/>
                  <a:gd name="connsiteY2" fmla="*/ 128609 h 240749"/>
                  <a:gd name="connsiteX3" fmla="*/ 321217 w 509603"/>
                  <a:gd name="connsiteY3" fmla="*/ 128609 h 240749"/>
                  <a:gd name="connsiteX4" fmla="*/ 309279 w 509603"/>
                  <a:gd name="connsiteY4" fmla="*/ 75647 h 240749"/>
                  <a:gd name="connsiteX5" fmla="*/ 211013 w 509603"/>
                  <a:gd name="connsiteY5" fmla="*/ 12669 h 240749"/>
                  <a:gd name="connsiteX6" fmla="*/ 81987 w 509603"/>
                  <a:gd name="connsiteY6" fmla="*/ 29786 h 240749"/>
                  <a:gd name="connsiteX7" fmla="*/ 0 w 509603"/>
                  <a:gd name="connsiteY7" fmla="*/ 81415 h 240749"/>
                  <a:gd name="connsiteX8" fmla="*/ 527 w 509603"/>
                  <a:gd name="connsiteY8" fmla="*/ 210875 h 240749"/>
                  <a:gd name="connsiteX9" fmla="*/ 106328 w 509603"/>
                  <a:gd name="connsiteY9" fmla="*/ 148176 h 240749"/>
                  <a:gd name="connsiteX10" fmla="*/ 224843 w 509603"/>
                  <a:gd name="connsiteY10" fmla="*/ 223712 h 240749"/>
                  <a:gd name="connsiteX11" fmla="*/ 305434 w 509603"/>
                  <a:gd name="connsiteY11" fmla="*/ 234286 h 240749"/>
                  <a:gd name="connsiteX12" fmla="*/ 341528 w 509603"/>
                  <a:gd name="connsiteY12" fmla="*/ 211867 h 240749"/>
                  <a:gd name="connsiteX13" fmla="*/ 490090 w 509603"/>
                  <a:gd name="connsiteY13" fmla="*/ 107338 h 240749"/>
                  <a:gd name="connsiteX14" fmla="*/ 506090 w 509603"/>
                  <a:gd name="connsiteY14" fmla="*/ 62003 h 240749"/>
                  <a:gd name="connsiteX15" fmla="*/ 506090 w 509603"/>
                  <a:gd name="connsiteY15" fmla="*/ 62003 h 240749"/>
                  <a:gd name="connsiteX16" fmla="*/ 459546 w 509603"/>
                  <a:gd name="connsiteY16" fmla="*/ 50003 h 240749"/>
                  <a:gd name="connsiteX17" fmla="*/ 323915 w 509603"/>
                  <a:gd name="connsiteY17" fmla="*/ 110966 h 240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9603" h="240749">
                    <a:moveTo>
                      <a:pt x="206765" y="102531"/>
                    </a:moveTo>
                    <a:lnTo>
                      <a:pt x="268255" y="140548"/>
                    </a:lnTo>
                    <a:cubicBezTo>
                      <a:pt x="286085" y="151835"/>
                      <a:pt x="309930" y="146470"/>
                      <a:pt x="321217" y="128609"/>
                    </a:cubicBezTo>
                    <a:lnTo>
                      <a:pt x="321217" y="128609"/>
                    </a:lnTo>
                    <a:cubicBezTo>
                      <a:pt x="332504" y="110780"/>
                      <a:pt x="327140" y="86934"/>
                      <a:pt x="309279" y="75647"/>
                    </a:cubicBezTo>
                    <a:lnTo>
                      <a:pt x="211013" y="12669"/>
                    </a:lnTo>
                    <a:cubicBezTo>
                      <a:pt x="211013" y="12669"/>
                      <a:pt x="169121" y="-25099"/>
                      <a:pt x="81987" y="29786"/>
                    </a:cubicBezTo>
                    <a:lnTo>
                      <a:pt x="0" y="81415"/>
                    </a:lnTo>
                    <a:lnTo>
                      <a:pt x="527" y="210875"/>
                    </a:lnTo>
                    <a:lnTo>
                      <a:pt x="106328" y="148176"/>
                    </a:lnTo>
                    <a:cubicBezTo>
                      <a:pt x="106328" y="148176"/>
                      <a:pt x="181834" y="193045"/>
                      <a:pt x="224843" y="223712"/>
                    </a:cubicBezTo>
                    <a:cubicBezTo>
                      <a:pt x="267852" y="254380"/>
                      <a:pt x="305434" y="234286"/>
                      <a:pt x="305434" y="234286"/>
                    </a:cubicBezTo>
                    <a:lnTo>
                      <a:pt x="341528" y="211867"/>
                    </a:lnTo>
                    <a:lnTo>
                      <a:pt x="490090" y="107338"/>
                    </a:lnTo>
                    <a:cubicBezTo>
                      <a:pt x="507300" y="98159"/>
                      <a:pt x="514493" y="77787"/>
                      <a:pt x="506090" y="62003"/>
                    </a:cubicBezTo>
                    <a:lnTo>
                      <a:pt x="506090" y="62003"/>
                    </a:lnTo>
                    <a:cubicBezTo>
                      <a:pt x="497687" y="46251"/>
                      <a:pt x="476756" y="40856"/>
                      <a:pt x="459546" y="50003"/>
                    </a:cubicBezTo>
                    <a:lnTo>
                      <a:pt x="323915" y="110966"/>
                    </a:lnTo>
                  </a:path>
                </a:pathLst>
              </a:custGeom>
              <a:noFill/>
              <a:ln w="15875" cap="flat">
                <a:solidFill>
                  <a:schemeClr val="accent2"/>
                </a:solidFill>
                <a:prstDash val="solid"/>
                <a:round/>
              </a:ln>
            </p:spPr>
            <p:txBody>
              <a:bodyPr rtlCol="0" anchor="ctr"/>
              <a:lstStyle/>
              <a:p>
                <a:endParaRPr lang="en-IN"/>
              </a:p>
            </p:txBody>
          </p:sp>
          <p:sp>
            <p:nvSpPr>
              <p:cNvPr id="21" name="Freeform: Shape 20">
                <a:extLst>
                  <a:ext uri="{FF2B5EF4-FFF2-40B4-BE49-F238E27FC236}">
                    <a16:creationId xmlns:a16="http://schemas.microsoft.com/office/drawing/2014/main" id="{32D625EF-FC7E-F64C-986D-2B27C1E994DD}"/>
                  </a:ext>
                </a:extLst>
              </p:cNvPr>
              <p:cNvSpPr/>
              <p:nvPr/>
            </p:nvSpPr>
            <p:spPr>
              <a:xfrm>
                <a:off x="947529" y="2511043"/>
                <a:ext cx="70575" cy="70575"/>
              </a:xfrm>
              <a:custGeom>
                <a:avLst/>
                <a:gdLst>
                  <a:gd name="connsiteX0" fmla="*/ 70575 w 70575"/>
                  <a:gd name="connsiteY0" fmla="*/ 35288 h 70575"/>
                  <a:gd name="connsiteX1" fmla="*/ 35288 w 70575"/>
                  <a:gd name="connsiteY1" fmla="*/ 70575 h 70575"/>
                  <a:gd name="connsiteX2" fmla="*/ 0 w 70575"/>
                  <a:gd name="connsiteY2" fmla="*/ 35288 h 70575"/>
                  <a:gd name="connsiteX3" fmla="*/ 35288 w 70575"/>
                  <a:gd name="connsiteY3" fmla="*/ 0 h 70575"/>
                  <a:gd name="connsiteX4" fmla="*/ 70575 w 70575"/>
                  <a:gd name="connsiteY4" fmla="*/ 35288 h 70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75" h="70575">
                    <a:moveTo>
                      <a:pt x="70575" y="35288"/>
                    </a:moveTo>
                    <a:cubicBezTo>
                      <a:pt x="70575" y="54776"/>
                      <a:pt x="54777" y="70575"/>
                      <a:pt x="35288" y="70575"/>
                    </a:cubicBezTo>
                    <a:cubicBezTo>
                      <a:pt x="15799" y="70575"/>
                      <a:pt x="0" y="54776"/>
                      <a:pt x="0" y="35288"/>
                    </a:cubicBezTo>
                    <a:cubicBezTo>
                      <a:pt x="0" y="15799"/>
                      <a:pt x="15799" y="0"/>
                      <a:pt x="35288" y="0"/>
                    </a:cubicBezTo>
                    <a:cubicBezTo>
                      <a:pt x="54777" y="0"/>
                      <a:pt x="70575" y="15799"/>
                      <a:pt x="70575" y="35288"/>
                    </a:cubicBezTo>
                    <a:close/>
                  </a:path>
                </a:pathLst>
              </a:custGeom>
              <a:noFill/>
              <a:ln w="15875" cap="flat">
                <a:solidFill>
                  <a:schemeClr val="accent3"/>
                </a:solidFill>
                <a:prstDash val="solid"/>
                <a:round/>
              </a:ln>
            </p:spPr>
            <p:txBody>
              <a:bodyPr rtlCol="0" anchor="ctr"/>
              <a:lstStyle/>
              <a:p>
                <a:endParaRPr lang="en-IN"/>
              </a:p>
            </p:txBody>
          </p:sp>
        </p:grpSp>
      </p:grpSp>
      <p:grpSp>
        <p:nvGrpSpPr>
          <p:cNvPr id="23" name="Group 22">
            <a:extLst>
              <a:ext uri="{FF2B5EF4-FFF2-40B4-BE49-F238E27FC236}">
                <a16:creationId xmlns:a16="http://schemas.microsoft.com/office/drawing/2014/main" id="{CA1B9169-9C99-ADBC-302B-6F53A23119B0}"/>
              </a:ext>
            </a:extLst>
          </p:cNvPr>
          <p:cNvGrpSpPr/>
          <p:nvPr/>
        </p:nvGrpSpPr>
        <p:grpSpPr>
          <a:xfrm>
            <a:off x="604684" y="3956952"/>
            <a:ext cx="515210" cy="565160"/>
            <a:chOff x="3673715" y="2418173"/>
            <a:chExt cx="652738" cy="716023"/>
          </a:xfrm>
        </p:grpSpPr>
        <p:sp>
          <p:nvSpPr>
            <p:cNvPr id="71" name="Freeform: Shape 70">
              <a:extLst>
                <a:ext uri="{FF2B5EF4-FFF2-40B4-BE49-F238E27FC236}">
                  <a16:creationId xmlns:a16="http://schemas.microsoft.com/office/drawing/2014/main" id="{7EE4E76E-0135-1AC2-94D3-B735C470A2B1}"/>
                </a:ext>
              </a:extLst>
            </p:cNvPr>
            <p:cNvSpPr/>
            <p:nvPr/>
          </p:nvSpPr>
          <p:spPr>
            <a:xfrm>
              <a:off x="3673715" y="2418173"/>
              <a:ext cx="509357" cy="654811"/>
            </a:xfrm>
            <a:custGeom>
              <a:avLst/>
              <a:gdLst>
                <a:gd name="connsiteX0" fmla="*/ 932498 w 1495615"/>
                <a:gd name="connsiteY0" fmla="*/ 449666 h 1922707"/>
                <a:gd name="connsiteX1" fmla="*/ 570833 w 1495615"/>
                <a:gd name="connsiteY1" fmla="*/ 449666 h 1922707"/>
                <a:gd name="connsiteX2" fmla="*/ 1228916 w 1495615"/>
                <a:gd name="connsiteY2" fmla="*/ 1839268 h 1922707"/>
                <a:gd name="connsiteX3" fmla="*/ 871919 w 1495615"/>
                <a:gd name="connsiteY3" fmla="*/ 1922707 h 1922707"/>
                <a:gd name="connsiteX4" fmla="*/ 631127 w 1495615"/>
                <a:gd name="connsiteY4" fmla="*/ 1922707 h 1922707"/>
                <a:gd name="connsiteX5" fmla="*/ 166402 w 1495615"/>
                <a:gd name="connsiteY5" fmla="*/ 1762497 h 1922707"/>
                <a:gd name="connsiteX6" fmla="*/ 0 w 1495615"/>
                <a:gd name="connsiteY6" fmla="*/ 1381878 h 1922707"/>
                <a:gd name="connsiteX7" fmla="*/ 134779 w 1495615"/>
                <a:gd name="connsiteY7" fmla="*/ 939727 h 1922707"/>
                <a:gd name="connsiteX8" fmla="*/ 389668 w 1495615"/>
                <a:gd name="connsiteY8" fmla="*/ 667312 h 1922707"/>
                <a:gd name="connsiteX9" fmla="*/ 538544 w 1495615"/>
                <a:gd name="connsiteY9" fmla="*/ 500339 h 1922707"/>
                <a:gd name="connsiteX10" fmla="*/ 482156 w 1495615"/>
                <a:gd name="connsiteY10" fmla="*/ 417471 h 1922707"/>
                <a:gd name="connsiteX11" fmla="*/ 534638 w 1495615"/>
                <a:gd name="connsiteY11" fmla="*/ 336795 h 1922707"/>
                <a:gd name="connsiteX12" fmla="*/ 451199 w 1495615"/>
                <a:gd name="connsiteY12" fmla="*/ 80763 h 1922707"/>
                <a:gd name="connsiteX13" fmla="*/ 451199 w 1495615"/>
                <a:gd name="connsiteY13" fmla="*/ 80191 h 1922707"/>
                <a:gd name="connsiteX14" fmla="*/ 463010 w 1495615"/>
                <a:gd name="connsiteY14" fmla="*/ 16469 h 1922707"/>
                <a:gd name="connsiteX15" fmla="*/ 526161 w 1495615"/>
                <a:gd name="connsiteY15" fmla="*/ 2943 h 1922707"/>
                <a:gd name="connsiteX16" fmla="*/ 527876 w 1495615"/>
                <a:gd name="connsiteY16" fmla="*/ 3515 h 1922707"/>
                <a:gd name="connsiteX17" fmla="*/ 693134 w 1495615"/>
                <a:gd name="connsiteY17" fmla="*/ 54283 h 1922707"/>
                <a:gd name="connsiteX18" fmla="*/ 791813 w 1495615"/>
                <a:gd name="connsiteY18" fmla="*/ 54283 h 1922707"/>
                <a:gd name="connsiteX19" fmla="*/ 955929 w 1495615"/>
                <a:gd name="connsiteY19" fmla="*/ 3515 h 1922707"/>
                <a:gd name="connsiteX20" fmla="*/ 957072 w 1495615"/>
                <a:gd name="connsiteY20" fmla="*/ 2943 h 1922707"/>
                <a:gd name="connsiteX21" fmla="*/ 1020223 w 1495615"/>
                <a:gd name="connsiteY21" fmla="*/ 16469 h 1922707"/>
                <a:gd name="connsiteX22" fmla="*/ 1032605 w 1495615"/>
                <a:gd name="connsiteY22" fmla="*/ 79620 h 1922707"/>
                <a:gd name="connsiteX23" fmla="*/ 967169 w 1495615"/>
                <a:gd name="connsiteY23" fmla="*/ 336223 h 1922707"/>
                <a:gd name="connsiteX24" fmla="*/ 1020794 w 1495615"/>
                <a:gd name="connsiteY24" fmla="*/ 417471 h 1922707"/>
                <a:gd name="connsiteX25" fmla="*/ 964406 w 1495615"/>
                <a:gd name="connsiteY25" fmla="*/ 500339 h 1922707"/>
                <a:gd name="connsiteX26" fmla="*/ 1113854 w 1495615"/>
                <a:gd name="connsiteY26" fmla="*/ 667312 h 1922707"/>
                <a:gd name="connsiteX27" fmla="*/ 1368171 w 1495615"/>
                <a:gd name="connsiteY27" fmla="*/ 939727 h 1922707"/>
                <a:gd name="connsiteX28" fmla="*/ 1495616 w 1495615"/>
                <a:gd name="connsiteY28" fmla="*/ 1273007 h 1922707"/>
                <a:gd name="connsiteX29" fmla="*/ 1371029 w 1495615"/>
                <a:gd name="connsiteY29" fmla="*/ 1727635 h 1922707"/>
                <a:gd name="connsiteX30" fmla="*/ 1371029 w 1495615"/>
                <a:gd name="connsiteY30" fmla="*/ 1727064 h 1922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95615" h="1922707">
                  <a:moveTo>
                    <a:pt x="932498" y="449666"/>
                  </a:moveTo>
                  <a:lnTo>
                    <a:pt x="570833" y="449666"/>
                  </a:lnTo>
                  <a:moveTo>
                    <a:pt x="1228916" y="1839268"/>
                  </a:moveTo>
                  <a:cubicBezTo>
                    <a:pt x="1129094" y="1893942"/>
                    <a:pt x="1007840" y="1922707"/>
                    <a:pt x="871919" y="1922707"/>
                  </a:cubicBezTo>
                  <a:lnTo>
                    <a:pt x="631127" y="1922707"/>
                  </a:lnTo>
                  <a:cubicBezTo>
                    <a:pt x="442150" y="1922707"/>
                    <a:pt x="281464" y="1867462"/>
                    <a:pt x="166402" y="1762497"/>
                  </a:cubicBezTo>
                  <a:cubicBezTo>
                    <a:pt x="59245" y="1664484"/>
                    <a:pt x="0" y="1529134"/>
                    <a:pt x="0" y="1381878"/>
                  </a:cubicBezTo>
                  <a:cubicBezTo>
                    <a:pt x="0" y="1218905"/>
                    <a:pt x="44006" y="1073934"/>
                    <a:pt x="134779" y="939727"/>
                  </a:cubicBezTo>
                  <a:cubicBezTo>
                    <a:pt x="212027" y="825237"/>
                    <a:pt x="310229" y="737797"/>
                    <a:pt x="389668" y="667312"/>
                  </a:cubicBezTo>
                  <a:cubicBezTo>
                    <a:pt x="460153" y="604161"/>
                    <a:pt x="522732" y="548345"/>
                    <a:pt x="538544" y="500339"/>
                  </a:cubicBezTo>
                  <a:cubicBezTo>
                    <a:pt x="505873" y="487385"/>
                    <a:pt x="482156" y="455190"/>
                    <a:pt x="482156" y="417471"/>
                  </a:cubicBezTo>
                  <a:cubicBezTo>
                    <a:pt x="482156" y="381943"/>
                    <a:pt x="503587" y="350892"/>
                    <a:pt x="534638" y="336795"/>
                  </a:cubicBezTo>
                  <a:lnTo>
                    <a:pt x="451199" y="80763"/>
                  </a:lnTo>
                  <a:lnTo>
                    <a:pt x="451199" y="80191"/>
                  </a:lnTo>
                  <a:cubicBezTo>
                    <a:pt x="443865" y="54855"/>
                    <a:pt x="448342" y="31709"/>
                    <a:pt x="463010" y="16469"/>
                  </a:cubicBezTo>
                  <a:cubicBezTo>
                    <a:pt x="478250" y="1229"/>
                    <a:pt x="501396" y="-3819"/>
                    <a:pt x="526161" y="2943"/>
                  </a:cubicBezTo>
                  <a:cubicBezTo>
                    <a:pt x="526733" y="2943"/>
                    <a:pt x="527304" y="2943"/>
                    <a:pt x="527876" y="3515"/>
                  </a:cubicBezTo>
                  <a:cubicBezTo>
                    <a:pt x="529019" y="3515"/>
                    <a:pt x="651986" y="42948"/>
                    <a:pt x="693134" y="54283"/>
                  </a:cubicBezTo>
                  <a:cubicBezTo>
                    <a:pt x="719614" y="62189"/>
                    <a:pt x="765905" y="62189"/>
                    <a:pt x="791813" y="54283"/>
                  </a:cubicBezTo>
                  <a:cubicBezTo>
                    <a:pt x="832390" y="43044"/>
                    <a:pt x="954215" y="3515"/>
                    <a:pt x="955929" y="3515"/>
                  </a:cubicBezTo>
                  <a:cubicBezTo>
                    <a:pt x="955929" y="3515"/>
                    <a:pt x="956501" y="2943"/>
                    <a:pt x="957072" y="2943"/>
                  </a:cubicBezTo>
                  <a:cubicBezTo>
                    <a:pt x="982409" y="-3819"/>
                    <a:pt x="1004983" y="1229"/>
                    <a:pt x="1020223" y="16469"/>
                  </a:cubicBezTo>
                  <a:cubicBezTo>
                    <a:pt x="1034891" y="31709"/>
                    <a:pt x="1039368" y="54855"/>
                    <a:pt x="1032605" y="79620"/>
                  </a:cubicBezTo>
                  <a:lnTo>
                    <a:pt x="967169" y="336223"/>
                  </a:lnTo>
                  <a:cubicBezTo>
                    <a:pt x="998792" y="349749"/>
                    <a:pt x="1020794" y="380800"/>
                    <a:pt x="1020794" y="417471"/>
                  </a:cubicBezTo>
                  <a:cubicBezTo>
                    <a:pt x="1020794" y="454143"/>
                    <a:pt x="997649" y="487385"/>
                    <a:pt x="964406" y="500339"/>
                  </a:cubicBezTo>
                  <a:cubicBezTo>
                    <a:pt x="980218" y="548250"/>
                    <a:pt x="1042797" y="604161"/>
                    <a:pt x="1113854" y="667312"/>
                  </a:cubicBezTo>
                  <a:cubicBezTo>
                    <a:pt x="1192816" y="737797"/>
                    <a:pt x="1291495" y="825237"/>
                    <a:pt x="1368171" y="939727"/>
                  </a:cubicBezTo>
                  <a:cubicBezTo>
                    <a:pt x="1438085" y="1043550"/>
                    <a:pt x="1480376" y="1153468"/>
                    <a:pt x="1495616" y="1273007"/>
                  </a:cubicBezTo>
                  <a:moveTo>
                    <a:pt x="1371029" y="1727635"/>
                  </a:moveTo>
                  <a:lnTo>
                    <a:pt x="1371029" y="1727064"/>
                  </a:lnTo>
                </a:path>
              </a:pathLst>
            </a:custGeom>
            <a:noFill/>
            <a:ln w="15875" cap="rnd">
              <a:solidFill>
                <a:schemeClr val="accent1"/>
              </a:solidFill>
              <a:prstDash val="solid"/>
              <a:round/>
            </a:ln>
          </p:spPr>
          <p:txBody>
            <a:bodyPr rtlCol="0" anchor="ctr"/>
            <a:lstStyle/>
            <a:p>
              <a:endParaRPr lang="en-IN"/>
            </a:p>
          </p:txBody>
        </p:sp>
        <p:grpSp>
          <p:nvGrpSpPr>
            <p:cNvPr id="72" name="Graphic 11">
              <a:extLst>
                <a:ext uri="{FF2B5EF4-FFF2-40B4-BE49-F238E27FC236}">
                  <a16:creationId xmlns:a16="http://schemas.microsoft.com/office/drawing/2014/main" id="{745E11E8-2B5E-715C-B554-F5AAF3603721}"/>
                </a:ext>
              </a:extLst>
            </p:cNvPr>
            <p:cNvGrpSpPr/>
            <p:nvPr/>
          </p:nvGrpSpPr>
          <p:grpSpPr>
            <a:xfrm>
              <a:off x="3862121" y="2772054"/>
              <a:ext cx="135108" cy="158873"/>
              <a:chOff x="-1702623" y="2706079"/>
              <a:chExt cx="396716" cy="466495"/>
            </a:xfrm>
            <a:noFill/>
          </p:grpSpPr>
          <p:sp>
            <p:nvSpPr>
              <p:cNvPr id="76" name="Freeform: Shape 75">
                <a:extLst>
                  <a:ext uri="{FF2B5EF4-FFF2-40B4-BE49-F238E27FC236}">
                    <a16:creationId xmlns:a16="http://schemas.microsoft.com/office/drawing/2014/main" id="{B7AF4C34-60FD-1C8A-6DF2-D181B9D33F47}"/>
                  </a:ext>
                </a:extLst>
              </p:cNvPr>
              <p:cNvSpPr/>
              <p:nvPr/>
            </p:nvSpPr>
            <p:spPr>
              <a:xfrm>
                <a:off x="-1654427" y="2706079"/>
                <a:ext cx="348519" cy="466495"/>
              </a:xfrm>
              <a:custGeom>
                <a:avLst/>
                <a:gdLst>
                  <a:gd name="connsiteX0" fmla="*/ 290989 w 348519"/>
                  <a:gd name="connsiteY0" fmla="*/ 111137 h 466495"/>
                  <a:gd name="connsiteX1" fmla="*/ 154686 w 348519"/>
                  <a:gd name="connsiteY1" fmla="*/ 266 h 466495"/>
                  <a:gd name="connsiteX2" fmla="*/ 68485 w 348519"/>
                  <a:gd name="connsiteY2" fmla="*/ 205244 h 466495"/>
                  <a:gd name="connsiteX3" fmla="*/ 0 w 348519"/>
                  <a:gd name="connsiteY3" fmla="*/ 460419 h 466495"/>
                  <a:gd name="connsiteX4" fmla="*/ 171164 w 348519"/>
                  <a:gd name="connsiteY4" fmla="*/ 456513 h 466495"/>
                  <a:gd name="connsiteX5" fmla="*/ 348520 w 348519"/>
                  <a:gd name="connsiteY5" fmla="*/ 437082 h 466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8519" h="466495">
                    <a:moveTo>
                      <a:pt x="290989" y="111137"/>
                    </a:moveTo>
                    <a:cubicBezTo>
                      <a:pt x="290989" y="111137"/>
                      <a:pt x="282416" y="-6306"/>
                      <a:pt x="154686" y="266"/>
                    </a:cubicBezTo>
                    <a:cubicBezTo>
                      <a:pt x="27051" y="6838"/>
                      <a:pt x="53340" y="156381"/>
                      <a:pt x="68485" y="205244"/>
                    </a:cubicBezTo>
                    <a:cubicBezTo>
                      <a:pt x="85630" y="260489"/>
                      <a:pt x="109252" y="353262"/>
                      <a:pt x="0" y="460419"/>
                    </a:cubicBezTo>
                    <a:cubicBezTo>
                      <a:pt x="0" y="460419"/>
                      <a:pt x="64579" y="430891"/>
                      <a:pt x="171164" y="456513"/>
                    </a:cubicBezTo>
                    <a:cubicBezTo>
                      <a:pt x="277749" y="482231"/>
                      <a:pt x="330613" y="451846"/>
                      <a:pt x="348520" y="437082"/>
                    </a:cubicBezTo>
                  </a:path>
                </a:pathLst>
              </a:custGeom>
              <a:noFill/>
              <a:ln w="15875" cap="rnd">
                <a:solidFill>
                  <a:schemeClr val="accent3"/>
                </a:solidFill>
                <a:prstDash val="solid"/>
                <a:round/>
              </a:ln>
            </p:spPr>
            <p:txBody>
              <a:bodyPr rtlCol="0" anchor="ctr"/>
              <a:lstStyle/>
              <a:p>
                <a:endParaRPr lang="en-IN"/>
              </a:p>
            </p:txBody>
          </p:sp>
          <p:sp>
            <p:nvSpPr>
              <p:cNvPr id="77" name="Freeform: Shape 76">
                <a:extLst>
                  <a:ext uri="{FF2B5EF4-FFF2-40B4-BE49-F238E27FC236}">
                    <a16:creationId xmlns:a16="http://schemas.microsoft.com/office/drawing/2014/main" id="{0444B040-D92E-8294-E548-90C5D4CC77E7}"/>
                  </a:ext>
                </a:extLst>
              </p:cNvPr>
              <p:cNvSpPr/>
              <p:nvPr/>
            </p:nvSpPr>
            <p:spPr>
              <a:xfrm>
                <a:off x="-1702623" y="2944851"/>
                <a:ext cx="299561" cy="9525"/>
              </a:xfrm>
              <a:custGeom>
                <a:avLst/>
                <a:gdLst>
                  <a:gd name="connsiteX0" fmla="*/ 299561 w 299561"/>
                  <a:gd name="connsiteY0" fmla="*/ 0 h 9525"/>
                  <a:gd name="connsiteX1" fmla="*/ 0 w 299561"/>
                  <a:gd name="connsiteY1" fmla="*/ 0 h 9525"/>
                </a:gdLst>
                <a:ahLst/>
                <a:cxnLst>
                  <a:cxn ang="0">
                    <a:pos x="connsiteX0" y="connsiteY0"/>
                  </a:cxn>
                  <a:cxn ang="0">
                    <a:pos x="connsiteX1" y="connsiteY1"/>
                  </a:cxn>
                </a:cxnLst>
                <a:rect l="l" t="t" r="r" b="b"/>
                <a:pathLst>
                  <a:path w="299561" h="9525">
                    <a:moveTo>
                      <a:pt x="299561" y="0"/>
                    </a:moveTo>
                    <a:lnTo>
                      <a:pt x="0" y="0"/>
                    </a:lnTo>
                  </a:path>
                </a:pathLst>
              </a:custGeom>
              <a:noFill/>
              <a:ln w="15875" cap="rnd">
                <a:solidFill>
                  <a:schemeClr val="accent3"/>
                </a:solidFill>
                <a:prstDash val="solid"/>
                <a:round/>
              </a:ln>
            </p:spPr>
            <p:txBody>
              <a:bodyPr rtlCol="0" anchor="ctr"/>
              <a:lstStyle/>
              <a:p>
                <a:endParaRPr lang="en-IN"/>
              </a:p>
            </p:txBody>
          </p:sp>
        </p:grpSp>
        <p:grpSp>
          <p:nvGrpSpPr>
            <p:cNvPr id="73" name="Graphic 11">
              <a:extLst>
                <a:ext uri="{FF2B5EF4-FFF2-40B4-BE49-F238E27FC236}">
                  <a16:creationId xmlns:a16="http://schemas.microsoft.com/office/drawing/2014/main" id="{11890BF3-8533-EE42-C2F7-A1E2B9728228}"/>
                </a:ext>
              </a:extLst>
            </p:cNvPr>
            <p:cNvGrpSpPr/>
            <p:nvPr/>
          </p:nvGrpSpPr>
          <p:grpSpPr>
            <a:xfrm>
              <a:off x="4041801" y="2851425"/>
              <a:ext cx="284652" cy="282771"/>
              <a:chOff x="-1175033" y="2939136"/>
              <a:chExt cx="835818" cy="830294"/>
            </a:xfrm>
            <a:noFill/>
          </p:grpSpPr>
          <p:sp>
            <p:nvSpPr>
              <p:cNvPr id="74" name="Freeform: Shape 73">
                <a:extLst>
                  <a:ext uri="{FF2B5EF4-FFF2-40B4-BE49-F238E27FC236}">
                    <a16:creationId xmlns:a16="http://schemas.microsoft.com/office/drawing/2014/main" id="{31E0F27B-40FE-E439-DD5B-6533854F6464}"/>
                  </a:ext>
                </a:extLst>
              </p:cNvPr>
              <p:cNvSpPr/>
              <p:nvPr/>
            </p:nvSpPr>
            <p:spPr>
              <a:xfrm>
                <a:off x="-1175033" y="2939136"/>
                <a:ext cx="835818" cy="830294"/>
              </a:xfrm>
              <a:custGeom>
                <a:avLst/>
                <a:gdLst>
                  <a:gd name="connsiteX0" fmla="*/ 120301 w 835818"/>
                  <a:gd name="connsiteY0" fmla="*/ 336423 h 830294"/>
                  <a:gd name="connsiteX1" fmla="*/ 124492 w 835818"/>
                  <a:gd name="connsiteY1" fmla="*/ 323945 h 830294"/>
                  <a:gd name="connsiteX2" fmla="*/ 145256 w 835818"/>
                  <a:gd name="connsiteY2" fmla="*/ 275558 h 830294"/>
                  <a:gd name="connsiteX3" fmla="*/ 152209 w 835818"/>
                  <a:gd name="connsiteY3" fmla="*/ 263080 h 830294"/>
                  <a:gd name="connsiteX4" fmla="*/ 143923 w 835818"/>
                  <a:gd name="connsiteY4" fmla="*/ 252032 h 830294"/>
                  <a:gd name="connsiteX5" fmla="*/ 83058 w 835818"/>
                  <a:gd name="connsiteY5" fmla="*/ 171736 h 830294"/>
                  <a:gd name="connsiteX6" fmla="*/ 137065 w 835818"/>
                  <a:gd name="connsiteY6" fmla="*/ 113633 h 830294"/>
                  <a:gd name="connsiteX7" fmla="*/ 177165 w 835818"/>
                  <a:gd name="connsiteY7" fmla="*/ 80391 h 830294"/>
                  <a:gd name="connsiteX8" fmla="*/ 265747 w 835818"/>
                  <a:gd name="connsiteY8" fmla="*/ 149542 h 830294"/>
                  <a:gd name="connsiteX9" fmla="*/ 278225 w 835818"/>
                  <a:gd name="connsiteY9" fmla="*/ 142589 h 830294"/>
                  <a:gd name="connsiteX10" fmla="*/ 326612 w 835818"/>
                  <a:gd name="connsiteY10" fmla="*/ 121825 h 830294"/>
                  <a:gd name="connsiteX11" fmla="*/ 340424 w 835818"/>
                  <a:gd name="connsiteY11" fmla="*/ 117634 h 830294"/>
                  <a:gd name="connsiteX12" fmla="*/ 341852 w 835818"/>
                  <a:gd name="connsiteY12" fmla="*/ 103823 h 830294"/>
                  <a:gd name="connsiteX13" fmla="*/ 357092 w 835818"/>
                  <a:gd name="connsiteY13" fmla="*/ 1429 h 830294"/>
                  <a:gd name="connsiteX14" fmla="*/ 481584 w 835818"/>
                  <a:gd name="connsiteY14" fmla="*/ 0 h 830294"/>
                  <a:gd name="connsiteX15" fmla="*/ 499586 w 835818"/>
                  <a:gd name="connsiteY15" fmla="*/ 117634 h 830294"/>
                  <a:gd name="connsiteX16" fmla="*/ 512064 w 835818"/>
                  <a:gd name="connsiteY16" fmla="*/ 121825 h 830294"/>
                  <a:gd name="connsiteX17" fmla="*/ 560451 w 835818"/>
                  <a:gd name="connsiteY17" fmla="*/ 141161 h 830294"/>
                  <a:gd name="connsiteX18" fmla="*/ 572929 w 835818"/>
                  <a:gd name="connsiteY18" fmla="*/ 146685 h 830294"/>
                  <a:gd name="connsiteX19" fmla="*/ 664274 w 835818"/>
                  <a:gd name="connsiteY19" fmla="*/ 77533 h 830294"/>
                  <a:gd name="connsiteX20" fmla="*/ 754189 w 835818"/>
                  <a:gd name="connsiteY20" fmla="*/ 171641 h 830294"/>
                  <a:gd name="connsiteX21" fmla="*/ 726472 w 835818"/>
                  <a:gd name="connsiteY21" fmla="*/ 208979 h 830294"/>
                  <a:gd name="connsiteX22" fmla="*/ 694658 w 835818"/>
                  <a:gd name="connsiteY22" fmla="*/ 249079 h 830294"/>
                  <a:gd name="connsiteX23" fmla="*/ 686372 w 835818"/>
                  <a:gd name="connsiteY23" fmla="*/ 260128 h 830294"/>
                  <a:gd name="connsiteX24" fmla="*/ 691896 w 835818"/>
                  <a:gd name="connsiteY24" fmla="*/ 272605 h 830294"/>
                  <a:gd name="connsiteX25" fmla="*/ 713994 w 835818"/>
                  <a:gd name="connsiteY25" fmla="*/ 325184 h 830294"/>
                  <a:gd name="connsiteX26" fmla="*/ 718185 w 835818"/>
                  <a:gd name="connsiteY26" fmla="*/ 337661 h 830294"/>
                  <a:gd name="connsiteX27" fmla="*/ 833056 w 835818"/>
                  <a:gd name="connsiteY27" fmla="*/ 354235 h 830294"/>
                  <a:gd name="connsiteX28" fmla="*/ 835819 w 835818"/>
                  <a:gd name="connsiteY28" fmla="*/ 478727 h 830294"/>
                  <a:gd name="connsiteX29" fmla="*/ 718185 w 835818"/>
                  <a:gd name="connsiteY29" fmla="*/ 496729 h 830294"/>
                  <a:gd name="connsiteX30" fmla="*/ 713994 w 835818"/>
                  <a:gd name="connsiteY30" fmla="*/ 509207 h 830294"/>
                  <a:gd name="connsiteX31" fmla="*/ 693230 w 835818"/>
                  <a:gd name="connsiteY31" fmla="*/ 557594 h 830294"/>
                  <a:gd name="connsiteX32" fmla="*/ 686276 w 835818"/>
                  <a:gd name="connsiteY32" fmla="*/ 568643 h 830294"/>
                  <a:gd name="connsiteX33" fmla="*/ 694563 w 835818"/>
                  <a:gd name="connsiteY33" fmla="*/ 579692 h 830294"/>
                  <a:gd name="connsiteX34" fmla="*/ 755428 w 835818"/>
                  <a:gd name="connsiteY34" fmla="*/ 659987 h 830294"/>
                  <a:gd name="connsiteX35" fmla="*/ 701421 w 835818"/>
                  <a:gd name="connsiteY35" fmla="*/ 718090 h 830294"/>
                  <a:gd name="connsiteX36" fmla="*/ 661321 w 835818"/>
                  <a:gd name="connsiteY36" fmla="*/ 751332 h 830294"/>
                  <a:gd name="connsiteX37" fmla="*/ 571405 w 835818"/>
                  <a:gd name="connsiteY37" fmla="*/ 680752 h 830294"/>
                  <a:gd name="connsiteX38" fmla="*/ 558927 w 835818"/>
                  <a:gd name="connsiteY38" fmla="*/ 687705 h 830294"/>
                  <a:gd name="connsiteX39" fmla="*/ 510540 w 835818"/>
                  <a:gd name="connsiteY39" fmla="*/ 708470 h 830294"/>
                  <a:gd name="connsiteX40" fmla="*/ 496729 w 835818"/>
                  <a:gd name="connsiteY40" fmla="*/ 712661 h 830294"/>
                  <a:gd name="connsiteX41" fmla="*/ 495300 w 835818"/>
                  <a:gd name="connsiteY41" fmla="*/ 726472 h 830294"/>
                  <a:gd name="connsiteX42" fmla="*/ 481489 w 835818"/>
                  <a:gd name="connsiteY42" fmla="*/ 828866 h 830294"/>
                  <a:gd name="connsiteX43" fmla="*/ 480060 w 835818"/>
                  <a:gd name="connsiteY43" fmla="*/ 828866 h 830294"/>
                  <a:gd name="connsiteX44" fmla="*/ 355568 w 835818"/>
                  <a:gd name="connsiteY44" fmla="*/ 830294 h 830294"/>
                  <a:gd name="connsiteX45" fmla="*/ 337566 w 835818"/>
                  <a:gd name="connsiteY45" fmla="*/ 712661 h 830294"/>
                  <a:gd name="connsiteX46" fmla="*/ 325088 w 835818"/>
                  <a:gd name="connsiteY46" fmla="*/ 708470 h 830294"/>
                  <a:gd name="connsiteX47" fmla="*/ 276701 w 835818"/>
                  <a:gd name="connsiteY47" fmla="*/ 689134 h 830294"/>
                  <a:gd name="connsiteX48" fmla="*/ 265652 w 835818"/>
                  <a:gd name="connsiteY48" fmla="*/ 686372 h 830294"/>
                  <a:gd name="connsiteX49" fmla="*/ 174308 w 835818"/>
                  <a:gd name="connsiteY49" fmla="*/ 755523 h 830294"/>
                  <a:gd name="connsiteX50" fmla="*/ 84392 w 835818"/>
                  <a:gd name="connsiteY50" fmla="*/ 662845 h 830294"/>
                  <a:gd name="connsiteX51" fmla="*/ 112109 w 835818"/>
                  <a:gd name="connsiteY51" fmla="*/ 625507 h 830294"/>
                  <a:gd name="connsiteX52" fmla="*/ 143923 w 835818"/>
                  <a:gd name="connsiteY52" fmla="*/ 585407 h 830294"/>
                  <a:gd name="connsiteX53" fmla="*/ 152209 w 835818"/>
                  <a:gd name="connsiteY53" fmla="*/ 574358 h 830294"/>
                  <a:gd name="connsiteX54" fmla="*/ 145256 w 835818"/>
                  <a:gd name="connsiteY54" fmla="*/ 561880 h 830294"/>
                  <a:gd name="connsiteX55" fmla="*/ 123158 w 835818"/>
                  <a:gd name="connsiteY55" fmla="*/ 510730 h 830294"/>
                  <a:gd name="connsiteX56" fmla="*/ 118967 w 835818"/>
                  <a:gd name="connsiteY56" fmla="*/ 496919 h 830294"/>
                  <a:gd name="connsiteX57" fmla="*/ 2762 w 835818"/>
                  <a:gd name="connsiteY57" fmla="*/ 480346 h 830294"/>
                  <a:gd name="connsiteX58" fmla="*/ 0 w 835818"/>
                  <a:gd name="connsiteY58" fmla="*/ 355854 h 830294"/>
                  <a:gd name="connsiteX59" fmla="*/ 120396 w 835818"/>
                  <a:gd name="connsiteY59" fmla="*/ 336518 h 83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835818" h="830294">
                    <a:moveTo>
                      <a:pt x="120301" y="336423"/>
                    </a:moveTo>
                    <a:lnTo>
                      <a:pt x="124492" y="323945"/>
                    </a:lnTo>
                    <a:cubicBezTo>
                      <a:pt x="130016" y="307372"/>
                      <a:pt x="135541" y="292132"/>
                      <a:pt x="145256" y="275558"/>
                    </a:cubicBezTo>
                    <a:lnTo>
                      <a:pt x="152209" y="263080"/>
                    </a:lnTo>
                    <a:lnTo>
                      <a:pt x="143923" y="252032"/>
                    </a:lnTo>
                    <a:cubicBezTo>
                      <a:pt x="128683" y="229934"/>
                      <a:pt x="107918" y="203645"/>
                      <a:pt x="83058" y="171736"/>
                    </a:cubicBezTo>
                    <a:cubicBezTo>
                      <a:pt x="92773" y="159258"/>
                      <a:pt x="110776" y="139922"/>
                      <a:pt x="137065" y="113633"/>
                    </a:cubicBezTo>
                    <a:cubicBezTo>
                      <a:pt x="167545" y="83153"/>
                      <a:pt x="177165" y="79058"/>
                      <a:pt x="177165" y="80391"/>
                    </a:cubicBezTo>
                    <a:lnTo>
                      <a:pt x="265747" y="149542"/>
                    </a:lnTo>
                    <a:lnTo>
                      <a:pt x="278225" y="142589"/>
                    </a:lnTo>
                    <a:cubicBezTo>
                      <a:pt x="293465" y="134303"/>
                      <a:pt x="310039" y="127349"/>
                      <a:pt x="326612" y="121825"/>
                    </a:cubicBezTo>
                    <a:lnTo>
                      <a:pt x="340424" y="117634"/>
                    </a:lnTo>
                    <a:lnTo>
                      <a:pt x="341852" y="103823"/>
                    </a:lnTo>
                    <a:cubicBezTo>
                      <a:pt x="347377" y="54007"/>
                      <a:pt x="352901" y="19431"/>
                      <a:pt x="357092" y="1429"/>
                    </a:cubicBezTo>
                    <a:lnTo>
                      <a:pt x="481584" y="0"/>
                    </a:lnTo>
                    <a:lnTo>
                      <a:pt x="499586" y="117634"/>
                    </a:lnTo>
                    <a:lnTo>
                      <a:pt x="512064" y="121825"/>
                    </a:lnTo>
                    <a:cubicBezTo>
                      <a:pt x="530066" y="127349"/>
                      <a:pt x="545306" y="134303"/>
                      <a:pt x="560451" y="141161"/>
                    </a:cubicBezTo>
                    <a:lnTo>
                      <a:pt x="572929" y="146685"/>
                    </a:lnTo>
                    <a:lnTo>
                      <a:pt x="664274" y="77533"/>
                    </a:lnTo>
                    <a:cubicBezTo>
                      <a:pt x="711327" y="121825"/>
                      <a:pt x="741712" y="152209"/>
                      <a:pt x="754189" y="171641"/>
                    </a:cubicBezTo>
                    <a:cubicBezTo>
                      <a:pt x="748665" y="179927"/>
                      <a:pt x="738950" y="192405"/>
                      <a:pt x="726472" y="208979"/>
                    </a:cubicBezTo>
                    <a:cubicBezTo>
                      <a:pt x="712660" y="226981"/>
                      <a:pt x="701612" y="239459"/>
                      <a:pt x="694658" y="249079"/>
                    </a:cubicBezTo>
                    <a:lnTo>
                      <a:pt x="686372" y="260128"/>
                    </a:lnTo>
                    <a:lnTo>
                      <a:pt x="691896" y="272605"/>
                    </a:lnTo>
                    <a:cubicBezTo>
                      <a:pt x="701612" y="290608"/>
                      <a:pt x="708470" y="307181"/>
                      <a:pt x="713994" y="325184"/>
                    </a:cubicBezTo>
                    <a:lnTo>
                      <a:pt x="718185" y="337661"/>
                    </a:lnTo>
                    <a:lnTo>
                      <a:pt x="833056" y="354235"/>
                    </a:lnTo>
                    <a:lnTo>
                      <a:pt x="835819" y="478727"/>
                    </a:lnTo>
                    <a:lnTo>
                      <a:pt x="718185" y="496729"/>
                    </a:lnTo>
                    <a:lnTo>
                      <a:pt x="713994" y="509207"/>
                    </a:lnTo>
                    <a:cubicBezTo>
                      <a:pt x="707041" y="528542"/>
                      <a:pt x="700183" y="545211"/>
                      <a:pt x="693230" y="557594"/>
                    </a:cubicBezTo>
                    <a:lnTo>
                      <a:pt x="686276" y="568643"/>
                    </a:lnTo>
                    <a:lnTo>
                      <a:pt x="694563" y="579692"/>
                    </a:lnTo>
                    <a:cubicBezTo>
                      <a:pt x="708374" y="599027"/>
                      <a:pt x="727805" y="625316"/>
                      <a:pt x="755428" y="659987"/>
                    </a:cubicBezTo>
                    <a:cubicBezTo>
                      <a:pt x="745712" y="672465"/>
                      <a:pt x="727710" y="693230"/>
                      <a:pt x="701421" y="718090"/>
                    </a:cubicBezTo>
                    <a:cubicBezTo>
                      <a:pt x="670941" y="748570"/>
                      <a:pt x="661321" y="751332"/>
                      <a:pt x="661321" y="751332"/>
                    </a:cubicBezTo>
                    <a:lnTo>
                      <a:pt x="571405" y="680752"/>
                    </a:lnTo>
                    <a:lnTo>
                      <a:pt x="558927" y="687705"/>
                    </a:lnTo>
                    <a:cubicBezTo>
                      <a:pt x="543687" y="695992"/>
                      <a:pt x="527113" y="702945"/>
                      <a:pt x="510540" y="708470"/>
                    </a:cubicBezTo>
                    <a:lnTo>
                      <a:pt x="496729" y="712661"/>
                    </a:lnTo>
                    <a:lnTo>
                      <a:pt x="495300" y="726472"/>
                    </a:lnTo>
                    <a:cubicBezTo>
                      <a:pt x="489775" y="776288"/>
                      <a:pt x="484251" y="810863"/>
                      <a:pt x="481489" y="828866"/>
                    </a:cubicBezTo>
                    <a:lnTo>
                      <a:pt x="480060" y="828866"/>
                    </a:lnTo>
                    <a:lnTo>
                      <a:pt x="355568" y="830294"/>
                    </a:lnTo>
                    <a:lnTo>
                      <a:pt x="337566" y="712661"/>
                    </a:lnTo>
                    <a:lnTo>
                      <a:pt x="325088" y="708470"/>
                    </a:lnTo>
                    <a:cubicBezTo>
                      <a:pt x="308515" y="702945"/>
                      <a:pt x="291846" y="695992"/>
                      <a:pt x="276701" y="689134"/>
                    </a:cubicBezTo>
                    <a:lnTo>
                      <a:pt x="265652" y="686372"/>
                    </a:lnTo>
                    <a:lnTo>
                      <a:pt x="174308" y="755523"/>
                    </a:lnTo>
                    <a:cubicBezTo>
                      <a:pt x="128683" y="713994"/>
                      <a:pt x="98203" y="682180"/>
                      <a:pt x="84392" y="662845"/>
                    </a:cubicBezTo>
                    <a:cubicBezTo>
                      <a:pt x="89916" y="654558"/>
                      <a:pt x="99631" y="642080"/>
                      <a:pt x="112109" y="625507"/>
                    </a:cubicBezTo>
                    <a:cubicBezTo>
                      <a:pt x="125921" y="607505"/>
                      <a:pt x="136970" y="593693"/>
                      <a:pt x="143923" y="585407"/>
                    </a:cubicBezTo>
                    <a:lnTo>
                      <a:pt x="152209" y="574358"/>
                    </a:lnTo>
                    <a:lnTo>
                      <a:pt x="145256" y="561880"/>
                    </a:lnTo>
                    <a:cubicBezTo>
                      <a:pt x="135541" y="543878"/>
                      <a:pt x="128683" y="527304"/>
                      <a:pt x="123158" y="510730"/>
                    </a:cubicBezTo>
                    <a:lnTo>
                      <a:pt x="118967" y="496919"/>
                    </a:lnTo>
                    <a:lnTo>
                      <a:pt x="2762" y="480346"/>
                    </a:lnTo>
                    <a:lnTo>
                      <a:pt x="0" y="355854"/>
                    </a:lnTo>
                    <a:lnTo>
                      <a:pt x="120396" y="336518"/>
                    </a:lnTo>
                    <a:close/>
                  </a:path>
                </a:pathLst>
              </a:custGeom>
              <a:noFill/>
              <a:ln w="15875" cap="rnd">
                <a:solidFill>
                  <a:schemeClr val="accent1"/>
                </a:solidFill>
                <a:prstDash val="solid"/>
                <a:round/>
              </a:ln>
            </p:spPr>
            <p:txBody>
              <a:bodyPr rtlCol="0" anchor="ctr"/>
              <a:lstStyle/>
              <a:p>
                <a:endParaRPr lang="en-IN"/>
              </a:p>
            </p:txBody>
          </p:sp>
          <p:sp>
            <p:nvSpPr>
              <p:cNvPr id="75" name="Freeform: Shape 74">
                <a:extLst>
                  <a:ext uri="{FF2B5EF4-FFF2-40B4-BE49-F238E27FC236}">
                    <a16:creationId xmlns:a16="http://schemas.microsoft.com/office/drawing/2014/main" id="{6C7A9C95-572A-1B36-34B2-C91ED1433559}"/>
                  </a:ext>
                </a:extLst>
              </p:cNvPr>
              <p:cNvSpPr/>
              <p:nvPr/>
            </p:nvSpPr>
            <p:spPr>
              <a:xfrm>
                <a:off x="-890998" y="3220695"/>
                <a:ext cx="267461" cy="267461"/>
              </a:xfrm>
              <a:custGeom>
                <a:avLst/>
                <a:gdLst>
                  <a:gd name="connsiteX0" fmla="*/ 267462 w 267461"/>
                  <a:gd name="connsiteY0" fmla="*/ 133731 h 267461"/>
                  <a:gd name="connsiteX1" fmla="*/ 133731 w 267461"/>
                  <a:gd name="connsiteY1" fmla="*/ 267462 h 267461"/>
                  <a:gd name="connsiteX2" fmla="*/ 0 w 267461"/>
                  <a:gd name="connsiteY2" fmla="*/ 133731 h 267461"/>
                  <a:gd name="connsiteX3" fmla="*/ 133731 w 267461"/>
                  <a:gd name="connsiteY3" fmla="*/ 0 h 267461"/>
                  <a:gd name="connsiteX4" fmla="*/ 267462 w 267461"/>
                  <a:gd name="connsiteY4" fmla="*/ 133731 h 26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7461" h="267461">
                    <a:moveTo>
                      <a:pt x="267462" y="133731"/>
                    </a:moveTo>
                    <a:cubicBezTo>
                      <a:pt x="267462" y="207589"/>
                      <a:pt x="207589" y="267462"/>
                      <a:pt x="133731" y="267462"/>
                    </a:cubicBezTo>
                    <a:cubicBezTo>
                      <a:pt x="59873" y="267462"/>
                      <a:pt x="0" y="207589"/>
                      <a:pt x="0" y="133731"/>
                    </a:cubicBezTo>
                    <a:cubicBezTo>
                      <a:pt x="0" y="59873"/>
                      <a:pt x="59873" y="0"/>
                      <a:pt x="133731" y="0"/>
                    </a:cubicBezTo>
                    <a:cubicBezTo>
                      <a:pt x="207589" y="0"/>
                      <a:pt x="267462" y="59873"/>
                      <a:pt x="267462" y="133731"/>
                    </a:cubicBezTo>
                    <a:close/>
                  </a:path>
                </a:pathLst>
              </a:custGeom>
              <a:noFill/>
              <a:ln w="15875" cap="rnd">
                <a:solidFill>
                  <a:schemeClr val="accent1"/>
                </a:solidFill>
                <a:prstDash val="solid"/>
                <a:round/>
              </a:ln>
            </p:spPr>
            <p:txBody>
              <a:bodyPr rtlCol="0" anchor="ctr"/>
              <a:lstStyle/>
              <a:p>
                <a:endParaRPr lang="en-IN"/>
              </a:p>
            </p:txBody>
          </p:sp>
        </p:grpSp>
      </p:grpSp>
      <p:sp>
        <p:nvSpPr>
          <p:cNvPr id="78" name="Rectangle 77">
            <a:extLst>
              <a:ext uri="{FF2B5EF4-FFF2-40B4-BE49-F238E27FC236}">
                <a16:creationId xmlns:a16="http://schemas.microsoft.com/office/drawing/2014/main" id="{2C29C5D3-6381-23ED-25E7-2F00D5714C67}"/>
              </a:ext>
            </a:extLst>
          </p:cNvPr>
          <p:cNvSpPr/>
          <p:nvPr/>
        </p:nvSpPr>
        <p:spPr>
          <a:xfrm>
            <a:off x="7710616" y="-1"/>
            <a:ext cx="1020045" cy="37623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t>Option</a:t>
            </a:r>
            <a:endParaRPr lang="en-IN" sz="1400" b="1" dirty="0"/>
          </a:p>
        </p:txBody>
      </p:sp>
      <p:grpSp>
        <p:nvGrpSpPr>
          <p:cNvPr id="97" name="Group 96">
            <a:extLst>
              <a:ext uri="{FF2B5EF4-FFF2-40B4-BE49-F238E27FC236}">
                <a16:creationId xmlns:a16="http://schemas.microsoft.com/office/drawing/2014/main" id="{CE09490C-97F5-A6B4-3F7C-9D7CBFC844FB}"/>
              </a:ext>
            </a:extLst>
          </p:cNvPr>
          <p:cNvGrpSpPr/>
          <p:nvPr/>
        </p:nvGrpSpPr>
        <p:grpSpPr>
          <a:xfrm>
            <a:off x="-1" y="6181725"/>
            <a:ext cx="12192002" cy="676275"/>
            <a:chOff x="-2" y="6080760"/>
            <a:chExt cx="12217867" cy="777240"/>
          </a:xfrm>
        </p:grpSpPr>
        <p:grpSp>
          <p:nvGrpSpPr>
            <p:cNvPr id="98" name="Group 97">
              <a:extLst>
                <a:ext uri="{FF2B5EF4-FFF2-40B4-BE49-F238E27FC236}">
                  <a16:creationId xmlns:a16="http://schemas.microsoft.com/office/drawing/2014/main" id="{34E9D9B9-88DF-311D-A5DB-A4040BAE3892}"/>
                </a:ext>
              </a:extLst>
            </p:cNvPr>
            <p:cNvGrpSpPr/>
            <p:nvPr userDrawn="1"/>
          </p:nvGrpSpPr>
          <p:grpSpPr>
            <a:xfrm>
              <a:off x="-1" y="6080760"/>
              <a:ext cx="12217865" cy="722969"/>
              <a:chOff x="-1" y="6104238"/>
              <a:chExt cx="12217865" cy="699491"/>
            </a:xfrm>
          </p:grpSpPr>
          <p:sp>
            <p:nvSpPr>
              <p:cNvPr id="101" name="Freeform: Shape 100">
                <a:extLst>
                  <a:ext uri="{FF2B5EF4-FFF2-40B4-BE49-F238E27FC236}">
                    <a16:creationId xmlns:a16="http://schemas.microsoft.com/office/drawing/2014/main" id="{E962810B-B3A7-9C20-93CB-97E5CEE407A6}"/>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2" name="Right Triangle 101">
                <a:extLst>
                  <a:ext uri="{FF2B5EF4-FFF2-40B4-BE49-F238E27FC236}">
                    <a16:creationId xmlns:a16="http://schemas.microsoft.com/office/drawing/2014/main" id="{C71FB879-BD5C-A2E6-9FA6-425216886959}"/>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9" name="Freeform: Shape 98">
              <a:extLst>
                <a:ext uri="{FF2B5EF4-FFF2-40B4-BE49-F238E27FC236}">
                  <a16:creationId xmlns:a16="http://schemas.microsoft.com/office/drawing/2014/main" id="{32040754-37B4-94C9-835D-7D4BA3EA92AE}"/>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0" name="Right Triangle 99">
              <a:extLst>
                <a:ext uri="{FF2B5EF4-FFF2-40B4-BE49-F238E27FC236}">
                  <a16:creationId xmlns:a16="http://schemas.microsoft.com/office/drawing/2014/main" id="{A0C6F539-7A9F-D5F4-9A9E-B8E122E57A1B}"/>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Slide Number Placeholder 2">
            <a:extLst>
              <a:ext uri="{FF2B5EF4-FFF2-40B4-BE49-F238E27FC236}">
                <a16:creationId xmlns:a16="http://schemas.microsoft.com/office/drawing/2014/main" id="{2B00DB5D-7D0B-72E9-D0E7-885869AFB5B6}"/>
              </a:ext>
            </a:extLst>
          </p:cNvPr>
          <p:cNvSpPr>
            <a:spLocks noGrp="1"/>
          </p:cNvSpPr>
          <p:nvPr>
            <p:ph type="sldNum" sz="quarter" idx="4"/>
          </p:nvPr>
        </p:nvSpPr>
        <p:spPr/>
        <p:txBody>
          <a:bodyPr/>
          <a:lstStyle/>
          <a:p>
            <a:fld id="{9A131BC9-40DA-43B6-B58E-D925B527BF77}" type="slidenum">
              <a:rPr lang="en-IN" smtClean="0"/>
              <a:pPr/>
              <a:t>9</a:t>
            </a:fld>
            <a:endParaRPr lang="en-IN"/>
          </a:p>
        </p:txBody>
      </p:sp>
    </p:spTree>
    <p:extLst>
      <p:ext uri="{BB962C8B-B14F-4D97-AF65-F5344CB8AC3E}">
        <p14:creationId xmlns:p14="http://schemas.microsoft.com/office/powerpoint/2010/main" val="819002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 name="Picture 130" descr="A person welding a gear&#10;&#10;AI-generated content may be incorrect.">
            <a:extLst>
              <a:ext uri="{FF2B5EF4-FFF2-40B4-BE49-F238E27FC236}">
                <a16:creationId xmlns:a16="http://schemas.microsoft.com/office/drawing/2014/main" id="{BDAD1A30-DC4A-7589-CC7A-D92449B4E272}"/>
              </a:ext>
            </a:extLst>
          </p:cNvPr>
          <p:cNvPicPr>
            <a:picLocks noChangeAspect="1"/>
          </p:cNvPicPr>
          <p:nvPr/>
        </p:nvPicPr>
        <p:blipFill rotWithShape="1">
          <a:blip r:embed="rId2">
            <a:extLst>
              <a:ext uri="{28A0092B-C50C-407E-A947-70E740481C1C}">
                <a14:useLocalDpi xmlns:a14="http://schemas.microsoft.com/office/drawing/2010/main" val="0"/>
              </a:ext>
            </a:extLst>
          </a:blip>
          <a:srcRect l="11055" r="11055"/>
          <a:stretch>
            <a:fillRect/>
          </a:stretch>
        </p:blipFill>
        <p:spPr>
          <a:xfrm>
            <a:off x="6878259" y="0"/>
            <a:ext cx="5313741" cy="6762898"/>
          </a:xfrm>
          <a:custGeom>
            <a:avLst/>
            <a:gdLst>
              <a:gd name="connsiteX0" fmla="*/ 1677307 w 5313741"/>
              <a:gd name="connsiteY0" fmla="*/ 0 h 6762898"/>
              <a:gd name="connsiteX1" fmla="*/ 5313741 w 5313741"/>
              <a:gd name="connsiteY1" fmla="*/ 0 h 6762898"/>
              <a:gd name="connsiteX2" fmla="*/ 5313741 w 5313741"/>
              <a:gd name="connsiteY2" fmla="*/ 6762898 h 6762898"/>
              <a:gd name="connsiteX3" fmla="*/ 189881 w 5313741"/>
              <a:gd name="connsiteY3" fmla="*/ 6762898 h 6762898"/>
              <a:gd name="connsiteX4" fmla="*/ 0 w 5313741"/>
              <a:gd name="connsiteY4" fmla="*/ 5188466 h 67628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13741" h="6762898">
                <a:moveTo>
                  <a:pt x="1677307" y="0"/>
                </a:moveTo>
                <a:lnTo>
                  <a:pt x="5313741" y="0"/>
                </a:lnTo>
                <a:lnTo>
                  <a:pt x="5313741" y="6762898"/>
                </a:lnTo>
                <a:lnTo>
                  <a:pt x="189881" y="6762898"/>
                </a:lnTo>
                <a:lnTo>
                  <a:pt x="0" y="5188466"/>
                </a:lnTo>
                <a:close/>
              </a:path>
            </a:pathLst>
          </a:custGeom>
        </p:spPr>
      </p:pic>
      <p:sp>
        <p:nvSpPr>
          <p:cNvPr id="2" name="Title 1">
            <a:extLst>
              <a:ext uri="{FF2B5EF4-FFF2-40B4-BE49-F238E27FC236}">
                <a16:creationId xmlns:a16="http://schemas.microsoft.com/office/drawing/2014/main" id="{8EBDC67D-E6BC-840F-51CE-4B6423BDF385}"/>
              </a:ext>
            </a:extLst>
          </p:cNvPr>
          <p:cNvSpPr>
            <a:spLocks noGrp="1"/>
          </p:cNvSpPr>
          <p:nvPr>
            <p:ph type="title"/>
          </p:nvPr>
        </p:nvSpPr>
        <p:spPr/>
        <p:txBody>
          <a:bodyPr/>
          <a:lstStyle/>
          <a:p>
            <a:r>
              <a:rPr lang="en-IN" dirty="0"/>
              <a:t>What is Lorem Ipsum?</a:t>
            </a:r>
          </a:p>
        </p:txBody>
      </p:sp>
      <p:sp>
        <p:nvSpPr>
          <p:cNvPr id="4" name="TextBox 3">
            <a:extLst>
              <a:ext uri="{FF2B5EF4-FFF2-40B4-BE49-F238E27FC236}">
                <a16:creationId xmlns:a16="http://schemas.microsoft.com/office/drawing/2014/main" id="{B6F7467D-CF0E-FE9D-B1CB-8E0B2EF50259}"/>
              </a:ext>
            </a:extLst>
          </p:cNvPr>
          <p:cNvSpPr txBox="1"/>
          <p:nvPr/>
        </p:nvSpPr>
        <p:spPr>
          <a:xfrm>
            <a:off x="381000" y="1146175"/>
            <a:ext cx="6476896" cy="1000274"/>
          </a:xfrm>
          <a:prstGeom prst="rect">
            <a:avLst/>
          </a:prstGeom>
          <a:noFill/>
        </p:spPr>
        <p:txBody>
          <a:bodyPr wrap="square" lIns="0" tIns="0" rIns="0" bIns="0" rtlCol="0">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6" name="Freeform: Shape 5">
            <a:extLst>
              <a:ext uri="{FF2B5EF4-FFF2-40B4-BE49-F238E27FC236}">
                <a16:creationId xmlns:a16="http://schemas.microsoft.com/office/drawing/2014/main" id="{9BEFB35C-6B26-501E-8912-D7E20B407D62}"/>
              </a:ext>
            </a:extLst>
          </p:cNvPr>
          <p:cNvSpPr/>
          <p:nvPr/>
        </p:nvSpPr>
        <p:spPr>
          <a:xfrm>
            <a:off x="-3" y="2283941"/>
            <a:ext cx="1123953" cy="605759"/>
          </a:xfrm>
          <a:custGeom>
            <a:avLst/>
            <a:gdLst>
              <a:gd name="connsiteX0" fmla="*/ 0 w 1123953"/>
              <a:gd name="connsiteY0" fmla="*/ 0 h 605759"/>
              <a:gd name="connsiteX1" fmla="*/ 1123953 w 1123953"/>
              <a:gd name="connsiteY1" fmla="*/ 0 h 605759"/>
              <a:gd name="connsiteX2" fmla="*/ 972513 w 1123953"/>
              <a:gd name="connsiteY2" fmla="*/ 605759 h 605759"/>
              <a:gd name="connsiteX3" fmla="*/ 0 w 1123953"/>
              <a:gd name="connsiteY3" fmla="*/ 605759 h 605759"/>
            </a:gdLst>
            <a:ahLst/>
            <a:cxnLst>
              <a:cxn ang="0">
                <a:pos x="connsiteX0" y="connsiteY0"/>
              </a:cxn>
              <a:cxn ang="0">
                <a:pos x="connsiteX1" y="connsiteY1"/>
              </a:cxn>
              <a:cxn ang="0">
                <a:pos x="connsiteX2" y="connsiteY2"/>
              </a:cxn>
              <a:cxn ang="0">
                <a:pos x="connsiteX3" y="connsiteY3"/>
              </a:cxn>
            </a:cxnLst>
            <a:rect l="l" t="t" r="r" b="b"/>
            <a:pathLst>
              <a:path w="1123953" h="605759">
                <a:moveTo>
                  <a:pt x="0" y="0"/>
                </a:moveTo>
                <a:lnTo>
                  <a:pt x="1123953" y="0"/>
                </a:lnTo>
                <a:lnTo>
                  <a:pt x="972513" y="605759"/>
                </a:lnTo>
                <a:lnTo>
                  <a:pt x="0" y="60575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8" name="Freeform: Shape 7">
            <a:extLst>
              <a:ext uri="{FF2B5EF4-FFF2-40B4-BE49-F238E27FC236}">
                <a16:creationId xmlns:a16="http://schemas.microsoft.com/office/drawing/2014/main" id="{FD3D51D6-A113-64A1-05F1-B013AD17D082}"/>
              </a:ext>
            </a:extLst>
          </p:cNvPr>
          <p:cNvSpPr/>
          <p:nvPr/>
        </p:nvSpPr>
        <p:spPr>
          <a:xfrm>
            <a:off x="-3" y="3044327"/>
            <a:ext cx="1123953" cy="605759"/>
          </a:xfrm>
          <a:custGeom>
            <a:avLst/>
            <a:gdLst>
              <a:gd name="connsiteX0" fmla="*/ 0 w 1123953"/>
              <a:gd name="connsiteY0" fmla="*/ 0 h 605759"/>
              <a:gd name="connsiteX1" fmla="*/ 1123953 w 1123953"/>
              <a:gd name="connsiteY1" fmla="*/ 0 h 605759"/>
              <a:gd name="connsiteX2" fmla="*/ 972513 w 1123953"/>
              <a:gd name="connsiteY2" fmla="*/ 605759 h 605759"/>
              <a:gd name="connsiteX3" fmla="*/ 0 w 1123953"/>
              <a:gd name="connsiteY3" fmla="*/ 605759 h 605759"/>
            </a:gdLst>
            <a:ahLst/>
            <a:cxnLst>
              <a:cxn ang="0">
                <a:pos x="connsiteX0" y="connsiteY0"/>
              </a:cxn>
              <a:cxn ang="0">
                <a:pos x="connsiteX1" y="connsiteY1"/>
              </a:cxn>
              <a:cxn ang="0">
                <a:pos x="connsiteX2" y="connsiteY2"/>
              </a:cxn>
              <a:cxn ang="0">
                <a:pos x="connsiteX3" y="connsiteY3"/>
              </a:cxn>
            </a:cxnLst>
            <a:rect l="l" t="t" r="r" b="b"/>
            <a:pathLst>
              <a:path w="1123953" h="605759">
                <a:moveTo>
                  <a:pt x="0" y="0"/>
                </a:moveTo>
                <a:lnTo>
                  <a:pt x="1123953" y="0"/>
                </a:lnTo>
                <a:lnTo>
                  <a:pt x="972513" y="605759"/>
                </a:lnTo>
                <a:lnTo>
                  <a:pt x="0" y="60575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0" name="Freeform: Shape 9">
            <a:extLst>
              <a:ext uri="{FF2B5EF4-FFF2-40B4-BE49-F238E27FC236}">
                <a16:creationId xmlns:a16="http://schemas.microsoft.com/office/drawing/2014/main" id="{BB2B70BE-E461-3DD4-0146-AAF1B632A97B}"/>
              </a:ext>
            </a:extLst>
          </p:cNvPr>
          <p:cNvSpPr/>
          <p:nvPr/>
        </p:nvSpPr>
        <p:spPr>
          <a:xfrm>
            <a:off x="-3" y="3804712"/>
            <a:ext cx="1123953" cy="605759"/>
          </a:xfrm>
          <a:custGeom>
            <a:avLst/>
            <a:gdLst>
              <a:gd name="connsiteX0" fmla="*/ 0 w 1123953"/>
              <a:gd name="connsiteY0" fmla="*/ 0 h 605759"/>
              <a:gd name="connsiteX1" fmla="*/ 1123953 w 1123953"/>
              <a:gd name="connsiteY1" fmla="*/ 0 h 605759"/>
              <a:gd name="connsiteX2" fmla="*/ 972513 w 1123953"/>
              <a:gd name="connsiteY2" fmla="*/ 605759 h 605759"/>
              <a:gd name="connsiteX3" fmla="*/ 0 w 1123953"/>
              <a:gd name="connsiteY3" fmla="*/ 605759 h 605759"/>
            </a:gdLst>
            <a:ahLst/>
            <a:cxnLst>
              <a:cxn ang="0">
                <a:pos x="connsiteX0" y="connsiteY0"/>
              </a:cxn>
              <a:cxn ang="0">
                <a:pos x="connsiteX1" y="connsiteY1"/>
              </a:cxn>
              <a:cxn ang="0">
                <a:pos x="connsiteX2" y="connsiteY2"/>
              </a:cxn>
              <a:cxn ang="0">
                <a:pos x="connsiteX3" y="connsiteY3"/>
              </a:cxn>
            </a:cxnLst>
            <a:rect l="l" t="t" r="r" b="b"/>
            <a:pathLst>
              <a:path w="1123953" h="605759">
                <a:moveTo>
                  <a:pt x="0" y="0"/>
                </a:moveTo>
                <a:lnTo>
                  <a:pt x="1123953" y="0"/>
                </a:lnTo>
                <a:lnTo>
                  <a:pt x="972513" y="605759"/>
                </a:lnTo>
                <a:lnTo>
                  <a:pt x="0" y="60575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7" name="Freeform: Shape 16">
            <a:extLst>
              <a:ext uri="{FF2B5EF4-FFF2-40B4-BE49-F238E27FC236}">
                <a16:creationId xmlns:a16="http://schemas.microsoft.com/office/drawing/2014/main" id="{C09F3CC8-0121-48FD-5CBA-BECCCFB5392B}"/>
              </a:ext>
            </a:extLst>
          </p:cNvPr>
          <p:cNvSpPr/>
          <p:nvPr/>
        </p:nvSpPr>
        <p:spPr>
          <a:xfrm>
            <a:off x="-3" y="4565098"/>
            <a:ext cx="1123953" cy="605759"/>
          </a:xfrm>
          <a:custGeom>
            <a:avLst/>
            <a:gdLst>
              <a:gd name="connsiteX0" fmla="*/ 0 w 1123953"/>
              <a:gd name="connsiteY0" fmla="*/ 0 h 605759"/>
              <a:gd name="connsiteX1" fmla="*/ 1123953 w 1123953"/>
              <a:gd name="connsiteY1" fmla="*/ 0 h 605759"/>
              <a:gd name="connsiteX2" fmla="*/ 972513 w 1123953"/>
              <a:gd name="connsiteY2" fmla="*/ 605759 h 605759"/>
              <a:gd name="connsiteX3" fmla="*/ 0 w 1123953"/>
              <a:gd name="connsiteY3" fmla="*/ 605759 h 605759"/>
            </a:gdLst>
            <a:ahLst/>
            <a:cxnLst>
              <a:cxn ang="0">
                <a:pos x="connsiteX0" y="connsiteY0"/>
              </a:cxn>
              <a:cxn ang="0">
                <a:pos x="connsiteX1" y="connsiteY1"/>
              </a:cxn>
              <a:cxn ang="0">
                <a:pos x="connsiteX2" y="connsiteY2"/>
              </a:cxn>
              <a:cxn ang="0">
                <a:pos x="connsiteX3" y="connsiteY3"/>
              </a:cxn>
            </a:cxnLst>
            <a:rect l="l" t="t" r="r" b="b"/>
            <a:pathLst>
              <a:path w="1123953" h="605759">
                <a:moveTo>
                  <a:pt x="0" y="0"/>
                </a:moveTo>
                <a:lnTo>
                  <a:pt x="1123953" y="0"/>
                </a:lnTo>
                <a:lnTo>
                  <a:pt x="972513" y="605759"/>
                </a:lnTo>
                <a:lnTo>
                  <a:pt x="0" y="60575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73" name="Freeform: Shape 72">
            <a:extLst>
              <a:ext uri="{FF2B5EF4-FFF2-40B4-BE49-F238E27FC236}">
                <a16:creationId xmlns:a16="http://schemas.microsoft.com/office/drawing/2014/main" id="{7E132149-1326-C9ED-6059-63EA1C384CE0}"/>
              </a:ext>
            </a:extLst>
          </p:cNvPr>
          <p:cNvSpPr/>
          <p:nvPr/>
        </p:nvSpPr>
        <p:spPr>
          <a:xfrm>
            <a:off x="-3" y="5325484"/>
            <a:ext cx="1123953" cy="605759"/>
          </a:xfrm>
          <a:custGeom>
            <a:avLst/>
            <a:gdLst>
              <a:gd name="connsiteX0" fmla="*/ 0 w 1123953"/>
              <a:gd name="connsiteY0" fmla="*/ 0 h 605759"/>
              <a:gd name="connsiteX1" fmla="*/ 1123953 w 1123953"/>
              <a:gd name="connsiteY1" fmla="*/ 0 h 605759"/>
              <a:gd name="connsiteX2" fmla="*/ 972513 w 1123953"/>
              <a:gd name="connsiteY2" fmla="*/ 605759 h 605759"/>
              <a:gd name="connsiteX3" fmla="*/ 0 w 1123953"/>
              <a:gd name="connsiteY3" fmla="*/ 605759 h 605759"/>
            </a:gdLst>
            <a:ahLst/>
            <a:cxnLst>
              <a:cxn ang="0">
                <a:pos x="connsiteX0" y="connsiteY0"/>
              </a:cxn>
              <a:cxn ang="0">
                <a:pos x="connsiteX1" y="connsiteY1"/>
              </a:cxn>
              <a:cxn ang="0">
                <a:pos x="connsiteX2" y="connsiteY2"/>
              </a:cxn>
              <a:cxn ang="0">
                <a:pos x="connsiteX3" y="connsiteY3"/>
              </a:cxn>
            </a:cxnLst>
            <a:rect l="l" t="t" r="r" b="b"/>
            <a:pathLst>
              <a:path w="1123953" h="605759">
                <a:moveTo>
                  <a:pt x="0" y="0"/>
                </a:moveTo>
                <a:lnTo>
                  <a:pt x="1123953" y="0"/>
                </a:lnTo>
                <a:lnTo>
                  <a:pt x="972513" y="605759"/>
                </a:lnTo>
                <a:lnTo>
                  <a:pt x="0" y="605759"/>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3" name="TextBox 62">
            <a:extLst>
              <a:ext uri="{FF2B5EF4-FFF2-40B4-BE49-F238E27FC236}">
                <a16:creationId xmlns:a16="http://schemas.microsoft.com/office/drawing/2014/main" id="{9CBD7706-EB9A-DF24-90EF-47737721B190}"/>
              </a:ext>
            </a:extLst>
          </p:cNvPr>
          <p:cNvSpPr txBox="1"/>
          <p:nvPr/>
        </p:nvSpPr>
        <p:spPr>
          <a:xfrm>
            <a:off x="1281360" y="2309822"/>
            <a:ext cx="5233377" cy="553998"/>
          </a:xfrm>
          <a:prstGeom prst="rect">
            <a:avLst/>
          </a:prstGeom>
          <a:noFill/>
        </p:spPr>
        <p:txBody>
          <a:bodyPr wrap="square" lIns="0" tIns="0" rIns="0" bIns="0" rtlCol="0" anchor="ctr">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64" name="TextBox 63">
            <a:extLst>
              <a:ext uri="{FF2B5EF4-FFF2-40B4-BE49-F238E27FC236}">
                <a16:creationId xmlns:a16="http://schemas.microsoft.com/office/drawing/2014/main" id="{C6ED0EBB-0002-01C3-BF63-113B87BA4CFB}"/>
              </a:ext>
            </a:extLst>
          </p:cNvPr>
          <p:cNvSpPr txBox="1"/>
          <p:nvPr/>
        </p:nvSpPr>
        <p:spPr>
          <a:xfrm>
            <a:off x="1281360" y="3070208"/>
            <a:ext cx="5233377" cy="553998"/>
          </a:xfrm>
          <a:prstGeom prst="rect">
            <a:avLst/>
          </a:prstGeom>
          <a:noFill/>
        </p:spPr>
        <p:txBody>
          <a:bodyPr wrap="square" lIns="0" tIns="0" rIns="0" bIns="0" rtlCol="0" anchor="ctr">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65" name="TextBox 64">
            <a:extLst>
              <a:ext uri="{FF2B5EF4-FFF2-40B4-BE49-F238E27FC236}">
                <a16:creationId xmlns:a16="http://schemas.microsoft.com/office/drawing/2014/main" id="{9C7002AC-88D1-2C29-552C-4FCBE16539C8}"/>
              </a:ext>
            </a:extLst>
          </p:cNvPr>
          <p:cNvSpPr txBox="1"/>
          <p:nvPr/>
        </p:nvSpPr>
        <p:spPr>
          <a:xfrm>
            <a:off x="1281360" y="3830594"/>
            <a:ext cx="5233377" cy="553998"/>
          </a:xfrm>
          <a:prstGeom prst="rect">
            <a:avLst/>
          </a:prstGeom>
          <a:noFill/>
        </p:spPr>
        <p:txBody>
          <a:bodyPr wrap="square" lIns="0" tIns="0" rIns="0" bIns="0" rtlCol="0" anchor="ctr">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66" name="TextBox 65">
            <a:extLst>
              <a:ext uri="{FF2B5EF4-FFF2-40B4-BE49-F238E27FC236}">
                <a16:creationId xmlns:a16="http://schemas.microsoft.com/office/drawing/2014/main" id="{42F4B238-9999-B4A9-296A-1883B365B3F4}"/>
              </a:ext>
            </a:extLst>
          </p:cNvPr>
          <p:cNvSpPr txBox="1"/>
          <p:nvPr/>
        </p:nvSpPr>
        <p:spPr>
          <a:xfrm>
            <a:off x="1281360" y="4590980"/>
            <a:ext cx="5233377" cy="553998"/>
          </a:xfrm>
          <a:prstGeom prst="rect">
            <a:avLst/>
          </a:prstGeom>
          <a:noFill/>
        </p:spPr>
        <p:txBody>
          <a:bodyPr wrap="square" lIns="0" tIns="0" rIns="0" bIns="0" rtlCol="0" anchor="ctr">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67" name="TextBox 66">
            <a:extLst>
              <a:ext uri="{FF2B5EF4-FFF2-40B4-BE49-F238E27FC236}">
                <a16:creationId xmlns:a16="http://schemas.microsoft.com/office/drawing/2014/main" id="{AA55ACEC-E453-E1E5-AA88-1B15A74B35A2}"/>
              </a:ext>
            </a:extLst>
          </p:cNvPr>
          <p:cNvSpPr txBox="1"/>
          <p:nvPr/>
        </p:nvSpPr>
        <p:spPr>
          <a:xfrm>
            <a:off x="1281360" y="5351364"/>
            <a:ext cx="5233377" cy="553998"/>
          </a:xfrm>
          <a:prstGeom prst="rect">
            <a:avLst/>
          </a:prstGeom>
          <a:noFill/>
        </p:spPr>
        <p:txBody>
          <a:bodyPr wrap="square" lIns="0" tIns="0" rIns="0" bIns="0" rtlCol="0" anchor="ctr">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grpSp>
        <p:nvGrpSpPr>
          <p:cNvPr id="31" name="Group 30">
            <a:extLst>
              <a:ext uri="{FF2B5EF4-FFF2-40B4-BE49-F238E27FC236}">
                <a16:creationId xmlns:a16="http://schemas.microsoft.com/office/drawing/2014/main" id="{F088A684-61C9-F68C-DA0E-E52EA7770D5D}"/>
              </a:ext>
            </a:extLst>
          </p:cNvPr>
          <p:cNvGrpSpPr/>
          <p:nvPr/>
        </p:nvGrpSpPr>
        <p:grpSpPr>
          <a:xfrm>
            <a:off x="-4" y="2967014"/>
            <a:ext cx="6514742" cy="2281158"/>
            <a:chOff x="1281360" y="2967014"/>
            <a:chExt cx="5233377" cy="2281158"/>
          </a:xfrm>
        </p:grpSpPr>
        <p:cxnSp>
          <p:nvCxnSpPr>
            <p:cNvPr id="69" name="Straight Connector 68">
              <a:extLst>
                <a:ext uri="{FF2B5EF4-FFF2-40B4-BE49-F238E27FC236}">
                  <a16:creationId xmlns:a16="http://schemas.microsoft.com/office/drawing/2014/main" id="{58182C5D-CE43-0802-E1C3-8117201E1615}"/>
                </a:ext>
              </a:extLst>
            </p:cNvPr>
            <p:cNvCxnSpPr/>
            <p:nvPr/>
          </p:nvCxnSpPr>
          <p:spPr>
            <a:xfrm>
              <a:off x="1281360" y="2967014"/>
              <a:ext cx="523337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DC3F32F2-682B-D170-65D2-B79708964BEA}"/>
                </a:ext>
              </a:extLst>
            </p:cNvPr>
            <p:cNvCxnSpPr/>
            <p:nvPr/>
          </p:nvCxnSpPr>
          <p:spPr>
            <a:xfrm>
              <a:off x="1281360" y="3727400"/>
              <a:ext cx="523337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7B6C7C0-0F89-D0D9-BA85-615735D4AFF2}"/>
                </a:ext>
              </a:extLst>
            </p:cNvPr>
            <p:cNvCxnSpPr/>
            <p:nvPr/>
          </p:nvCxnSpPr>
          <p:spPr>
            <a:xfrm>
              <a:off x="1281360" y="4487786"/>
              <a:ext cx="523337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280ECB17-0259-6CF6-407D-B815C11B032A}"/>
                </a:ext>
              </a:extLst>
            </p:cNvPr>
            <p:cNvCxnSpPr/>
            <p:nvPr/>
          </p:nvCxnSpPr>
          <p:spPr>
            <a:xfrm>
              <a:off x="1281360" y="5248172"/>
              <a:ext cx="5233377"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82" name="Freeform: Shape 81">
            <a:extLst>
              <a:ext uri="{FF2B5EF4-FFF2-40B4-BE49-F238E27FC236}">
                <a16:creationId xmlns:a16="http://schemas.microsoft.com/office/drawing/2014/main" id="{36E0126B-2BC1-DBAE-5A66-516E7D6944A8}"/>
              </a:ext>
            </a:extLst>
          </p:cNvPr>
          <p:cNvSpPr/>
          <p:nvPr/>
        </p:nvSpPr>
        <p:spPr>
          <a:xfrm>
            <a:off x="6857897" y="0"/>
            <a:ext cx="1697669" cy="6857996"/>
          </a:xfrm>
          <a:custGeom>
            <a:avLst/>
            <a:gdLst>
              <a:gd name="connsiteX0" fmla="*/ 1576654 w 1697669"/>
              <a:gd name="connsiteY0" fmla="*/ 0 h 6857996"/>
              <a:gd name="connsiteX1" fmla="*/ 1697669 w 1697669"/>
              <a:gd name="connsiteY1" fmla="*/ 0 h 6857996"/>
              <a:gd name="connsiteX2" fmla="*/ 20362 w 1697669"/>
              <a:gd name="connsiteY2" fmla="*/ 5188466 h 6857996"/>
              <a:gd name="connsiteX3" fmla="*/ 221712 w 1697669"/>
              <a:gd name="connsiteY3" fmla="*/ 6857996 h 6857996"/>
              <a:gd name="connsiteX4" fmla="*/ 122343 w 1697669"/>
              <a:gd name="connsiteY4" fmla="*/ 6857996 h 6857996"/>
              <a:gd name="connsiteX5" fmla="*/ 0 w 1697669"/>
              <a:gd name="connsiteY5" fmla="*/ 5184214 h 6857996"/>
              <a:gd name="connsiteX6" fmla="*/ 1576654 w 1697669"/>
              <a:gd name="connsiteY6" fmla="*/ 0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97669" h="6857996">
                <a:moveTo>
                  <a:pt x="1576654" y="0"/>
                </a:moveTo>
                <a:lnTo>
                  <a:pt x="1697669" y="0"/>
                </a:lnTo>
                <a:lnTo>
                  <a:pt x="20362" y="5188466"/>
                </a:lnTo>
                <a:lnTo>
                  <a:pt x="221712" y="6857996"/>
                </a:lnTo>
                <a:lnTo>
                  <a:pt x="122343" y="6857996"/>
                </a:lnTo>
                <a:lnTo>
                  <a:pt x="0" y="5184214"/>
                </a:lnTo>
                <a:lnTo>
                  <a:pt x="1576654"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2" name="Freeform: Shape 131">
            <a:extLst>
              <a:ext uri="{FF2B5EF4-FFF2-40B4-BE49-F238E27FC236}">
                <a16:creationId xmlns:a16="http://schemas.microsoft.com/office/drawing/2014/main" id="{14A23719-C2A8-AFA5-BB78-02DAEA17074C}"/>
              </a:ext>
            </a:extLst>
          </p:cNvPr>
          <p:cNvSpPr/>
          <p:nvPr/>
        </p:nvSpPr>
        <p:spPr>
          <a:xfrm>
            <a:off x="6878259" y="0"/>
            <a:ext cx="5313741" cy="6857996"/>
          </a:xfrm>
          <a:custGeom>
            <a:avLst/>
            <a:gdLst>
              <a:gd name="connsiteX0" fmla="*/ 1677307 w 5313741"/>
              <a:gd name="connsiteY0" fmla="*/ 0 h 6857996"/>
              <a:gd name="connsiteX1" fmla="*/ 5313741 w 5313741"/>
              <a:gd name="connsiteY1" fmla="*/ 0 h 6857996"/>
              <a:gd name="connsiteX2" fmla="*/ 5313741 w 5313741"/>
              <a:gd name="connsiteY2" fmla="*/ 6857996 h 6857996"/>
              <a:gd name="connsiteX3" fmla="*/ 201350 w 5313741"/>
              <a:gd name="connsiteY3" fmla="*/ 6857996 h 6857996"/>
              <a:gd name="connsiteX4" fmla="*/ 0 w 5313741"/>
              <a:gd name="connsiteY4" fmla="*/ 5188466 h 6857996"/>
              <a:gd name="connsiteX5" fmla="*/ 1677307 w 5313741"/>
              <a:gd name="connsiteY5" fmla="*/ 0 h 6857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3741" h="6857996">
                <a:moveTo>
                  <a:pt x="1677307" y="0"/>
                </a:moveTo>
                <a:lnTo>
                  <a:pt x="5313741" y="0"/>
                </a:lnTo>
                <a:lnTo>
                  <a:pt x="5313741" y="6857996"/>
                </a:lnTo>
                <a:lnTo>
                  <a:pt x="201350" y="6857996"/>
                </a:lnTo>
                <a:lnTo>
                  <a:pt x="0" y="5188466"/>
                </a:lnTo>
                <a:lnTo>
                  <a:pt x="1677307" y="0"/>
                </a:lnTo>
                <a:close/>
              </a:path>
            </a:pathLst>
          </a:custGeom>
          <a:solidFill>
            <a:schemeClr val="tx2">
              <a:alpha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74" name="TextBox 73">
            <a:extLst>
              <a:ext uri="{FF2B5EF4-FFF2-40B4-BE49-F238E27FC236}">
                <a16:creationId xmlns:a16="http://schemas.microsoft.com/office/drawing/2014/main" id="{D4C8E0F2-E840-BBFD-4FDA-73DEAF438442}"/>
              </a:ext>
            </a:extLst>
          </p:cNvPr>
          <p:cNvSpPr txBox="1"/>
          <p:nvPr/>
        </p:nvSpPr>
        <p:spPr>
          <a:xfrm>
            <a:off x="7837714" y="4528531"/>
            <a:ext cx="3982811" cy="1554272"/>
          </a:xfrm>
          <a:prstGeom prst="rect">
            <a:avLst/>
          </a:prstGeom>
          <a:noFill/>
        </p:spPr>
        <p:txBody>
          <a:bodyPr wrap="square" lIns="0" tIns="0" rIns="0" bIns="0" rtlCol="0">
            <a:spAutoFit/>
          </a:bodyPr>
          <a:lstStyle/>
          <a:p>
            <a:pPr>
              <a:spcAft>
                <a:spcPts val="600"/>
              </a:spcAft>
            </a:pPr>
            <a:r>
              <a:rPr lang="en-US" sz="1200" dirty="0">
                <a:solidFill>
                  <a:schemeClr val="bg1"/>
                </a:solidFill>
              </a:rPr>
              <a:t>Lorem Ipsum is simply dummy text of the printing and typesetting industry. Lorem Ipsum has been the industry's standard dummy text ever since the 1500s, when an unknown printer took a galley of type and scrambled it to make a type specimen book.</a:t>
            </a:r>
          </a:p>
          <a:p>
            <a:pPr>
              <a:spcAft>
                <a:spcPts val="600"/>
              </a:spcAft>
            </a:pPr>
            <a:r>
              <a:rPr lang="en-US" sz="1200" dirty="0">
                <a:solidFill>
                  <a:schemeClr val="bg1"/>
                </a:solidFill>
              </a:rPr>
              <a:t>Lorem Ipsum is simply dummy text of the printing and typesetting industry. Lorem Ipsum has been the industry's standard dummy text ever since the 1500.</a:t>
            </a:r>
          </a:p>
        </p:txBody>
      </p:sp>
      <p:sp>
        <p:nvSpPr>
          <p:cNvPr id="75" name="TextBox 74">
            <a:extLst>
              <a:ext uri="{FF2B5EF4-FFF2-40B4-BE49-F238E27FC236}">
                <a16:creationId xmlns:a16="http://schemas.microsoft.com/office/drawing/2014/main" id="{B1FA04BF-7748-7DCD-3845-7056F8F42347}"/>
              </a:ext>
            </a:extLst>
          </p:cNvPr>
          <p:cNvSpPr txBox="1"/>
          <p:nvPr/>
        </p:nvSpPr>
        <p:spPr>
          <a:xfrm>
            <a:off x="7837714" y="4114625"/>
            <a:ext cx="3982811" cy="276999"/>
          </a:xfrm>
          <a:prstGeom prst="rect">
            <a:avLst/>
          </a:prstGeom>
          <a:noFill/>
        </p:spPr>
        <p:txBody>
          <a:bodyPr wrap="square" lIns="0" tIns="0" rIns="0" bIns="0" rtlCol="0">
            <a:spAutoFit/>
          </a:bodyPr>
          <a:lstStyle/>
          <a:p>
            <a:pPr>
              <a:spcAft>
                <a:spcPts val="600"/>
              </a:spcAft>
            </a:pPr>
            <a:r>
              <a:rPr lang="en-US" b="1" dirty="0">
                <a:solidFill>
                  <a:schemeClr val="accent3"/>
                </a:solidFill>
              </a:rPr>
              <a:t>What is Lorem Ipsum?</a:t>
            </a:r>
          </a:p>
        </p:txBody>
      </p:sp>
      <p:grpSp>
        <p:nvGrpSpPr>
          <p:cNvPr id="79" name="Graphic 76">
            <a:extLst>
              <a:ext uri="{FF2B5EF4-FFF2-40B4-BE49-F238E27FC236}">
                <a16:creationId xmlns:a16="http://schemas.microsoft.com/office/drawing/2014/main" id="{D941B55E-363E-D872-8770-7FF4C1D41D43}"/>
              </a:ext>
            </a:extLst>
          </p:cNvPr>
          <p:cNvGrpSpPr/>
          <p:nvPr/>
        </p:nvGrpSpPr>
        <p:grpSpPr>
          <a:xfrm>
            <a:off x="381000" y="2381913"/>
            <a:ext cx="378887" cy="418438"/>
            <a:chOff x="-1163392" y="-894524"/>
            <a:chExt cx="499110" cy="551211"/>
          </a:xfrm>
          <a:noFill/>
        </p:grpSpPr>
        <p:sp>
          <p:nvSpPr>
            <p:cNvPr id="80" name="Freeform: Shape 79">
              <a:extLst>
                <a:ext uri="{FF2B5EF4-FFF2-40B4-BE49-F238E27FC236}">
                  <a16:creationId xmlns:a16="http://schemas.microsoft.com/office/drawing/2014/main" id="{AC79006F-7B9A-DD73-E9B8-E40A87AF9FCA}"/>
                </a:ext>
              </a:extLst>
            </p:cNvPr>
            <p:cNvSpPr/>
            <p:nvPr/>
          </p:nvSpPr>
          <p:spPr>
            <a:xfrm>
              <a:off x="-899931" y="-823657"/>
              <a:ext cx="80962" cy="173735"/>
            </a:xfrm>
            <a:custGeom>
              <a:avLst/>
              <a:gdLst>
                <a:gd name="connsiteX0" fmla="*/ 0 w 80962"/>
                <a:gd name="connsiteY0" fmla="*/ 0 h 173735"/>
                <a:gd name="connsiteX1" fmla="*/ 80963 w 80962"/>
                <a:gd name="connsiteY1" fmla="*/ 0 h 173735"/>
                <a:gd name="connsiteX2" fmla="*/ 80963 w 80962"/>
                <a:gd name="connsiteY2" fmla="*/ 173736 h 173735"/>
              </a:gdLst>
              <a:ahLst/>
              <a:cxnLst>
                <a:cxn ang="0">
                  <a:pos x="connsiteX0" y="connsiteY0"/>
                </a:cxn>
                <a:cxn ang="0">
                  <a:pos x="connsiteX1" y="connsiteY1"/>
                </a:cxn>
                <a:cxn ang="0">
                  <a:pos x="connsiteX2" y="connsiteY2"/>
                </a:cxn>
              </a:cxnLst>
              <a:rect l="l" t="t" r="r" b="b"/>
              <a:pathLst>
                <a:path w="80962" h="173735">
                  <a:moveTo>
                    <a:pt x="0" y="0"/>
                  </a:moveTo>
                  <a:lnTo>
                    <a:pt x="80963" y="0"/>
                  </a:lnTo>
                  <a:lnTo>
                    <a:pt x="80963" y="173736"/>
                  </a:lnTo>
                </a:path>
              </a:pathLst>
            </a:custGeom>
            <a:noFill/>
            <a:ln w="15875" cap="rnd">
              <a:solidFill>
                <a:schemeClr val="accent2"/>
              </a:solidFill>
              <a:prstDash val="solid"/>
              <a:round/>
            </a:ln>
          </p:spPr>
          <p:txBody>
            <a:bodyPr rtlCol="0" anchor="ctr"/>
            <a:lstStyle/>
            <a:p>
              <a:endParaRPr lang="en-IN"/>
            </a:p>
          </p:txBody>
        </p:sp>
        <p:sp>
          <p:nvSpPr>
            <p:cNvPr id="81" name="Freeform: Shape 80">
              <a:extLst>
                <a:ext uri="{FF2B5EF4-FFF2-40B4-BE49-F238E27FC236}">
                  <a16:creationId xmlns:a16="http://schemas.microsoft.com/office/drawing/2014/main" id="{A842DDB1-BC01-9617-2B76-A530CDF63769}"/>
                </a:ext>
              </a:extLst>
            </p:cNvPr>
            <p:cNvSpPr/>
            <p:nvPr/>
          </p:nvSpPr>
          <p:spPr>
            <a:xfrm>
              <a:off x="-1126435" y="-823657"/>
              <a:ext cx="199358" cy="397668"/>
            </a:xfrm>
            <a:custGeom>
              <a:avLst/>
              <a:gdLst>
                <a:gd name="connsiteX0" fmla="*/ 199358 w 199358"/>
                <a:gd name="connsiteY0" fmla="*/ 397669 h 397668"/>
                <a:gd name="connsiteX1" fmla="*/ 0 w 199358"/>
                <a:gd name="connsiteY1" fmla="*/ 397669 h 397668"/>
                <a:gd name="connsiteX2" fmla="*/ 0 w 199358"/>
                <a:gd name="connsiteY2" fmla="*/ 0 h 397668"/>
                <a:gd name="connsiteX3" fmla="*/ 82201 w 199358"/>
                <a:gd name="connsiteY3" fmla="*/ 0 h 397668"/>
              </a:gdLst>
              <a:ahLst/>
              <a:cxnLst>
                <a:cxn ang="0">
                  <a:pos x="connsiteX0" y="connsiteY0"/>
                </a:cxn>
                <a:cxn ang="0">
                  <a:pos x="connsiteX1" y="connsiteY1"/>
                </a:cxn>
                <a:cxn ang="0">
                  <a:pos x="connsiteX2" y="connsiteY2"/>
                </a:cxn>
                <a:cxn ang="0">
                  <a:pos x="connsiteX3" y="connsiteY3"/>
                </a:cxn>
              </a:cxnLst>
              <a:rect l="l" t="t" r="r" b="b"/>
              <a:pathLst>
                <a:path w="199358" h="397668">
                  <a:moveTo>
                    <a:pt x="199358" y="397669"/>
                  </a:moveTo>
                  <a:lnTo>
                    <a:pt x="0" y="397669"/>
                  </a:lnTo>
                  <a:lnTo>
                    <a:pt x="0" y="0"/>
                  </a:lnTo>
                  <a:lnTo>
                    <a:pt x="82201" y="0"/>
                  </a:lnTo>
                </a:path>
              </a:pathLst>
            </a:custGeom>
            <a:noFill/>
            <a:ln w="15875" cap="rnd">
              <a:solidFill>
                <a:schemeClr val="accent2"/>
              </a:solidFill>
              <a:prstDash val="solid"/>
              <a:round/>
            </a:ln>
          </p:spPr>
          <p:txBody>
            <a:bodyPr rtlCol="0" anchor="ctr"/>
            <a:lstStyle/>
            <a:p>
              <a:endParaRPr lang="en-IN"/>
            </a:p>
          </p:txBody>
        </p:sp>
        <p:sp>
          <p:nvSpPr>
            <p:cNvPr id="83" name="Freeform: Shape 82">
              <a:extLst>
                <a:ext uri="{FF2B5EF4-FFF2-40B4-BE49-F238E27FC236}">
                  <a16:creationId xmlns:a16="http://schemas.microsoft.com/office/drawing/2014/main" id="{7925FC68-C20E-0E03-D5AB-8C079394EE25}"/>
                </a:ext>
              </a:extLst>
            </p:cNvPr>
            <p:cNvSpPr/>
            <p:nvPr/>
          </p:nvSpPr>
          <p:spPr>
            <a:xfrm>
              <a:off x="-1163392" y="-858709"/>
              <a:ext cx="231743" cy="465963"/>
            </a:xfrm>
            <a:custGeom>
              <a:avLst/>
              <a:gdLst>
                <a:gd name="connsiteX0" fmla="*/ 119253 w 231743"/>
                <a:gd name="connsiteY0" fmla="*/ 0 h 465963"/>
                <a:gd name="connsiteX1" fmla="*/ 16955 w 231743"/>
                <a:gd name="connsiteY1" fmla="*/ 0 h 465963"/>
                <a:gd name="connsiteX2" fmla="*/ 0 w 231743"/>
                <a:gd name="connsiteY2" fmla="*/ 16955 h 465963"/>
                <a:gd name="connsiteX3" fmla="*/ 0 w 231743"/>
                <a:gd name="connsiteY3" fmla="*/ 448913 h 465963"/>
                <a:gd name="connsiteX4" fmla="*/ 16955 w 231743"/>
                <a:gd name="connsiteY4" fmla="*/ 465963 h 465963"/>
                <a:gd name="connsiteX5" fmla="*/ 231743 w 231743"/>
                <a:gd name="connsiteY5" fmla="*/ 465963 h 46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743" h="465963">
                  <a:moveTo>
                    <a:pt x="119253" y="0"/>
                  </a:moveTo>
                  <a:lnTo>
                    <a:pt x="16955" y="0"/>
                  </a:lnTo>
                  <a:cubicBezTo>
                    <a:pt x="7620" y="0"/>
                    <a:pt x="0" y="7620"/>
                    <a:pt x="0" y="16955"/>
                  </a:cubicBezTo>
                  <a:lnTo>
                    <a:pt x="0" y="448913"/>
                  </a:lnTo>
                  <a:cubicBezTo>
                    <a:pt x="0" y="458343"/>
                    <a:pt x="7620" y="465963"/>
                    <a:pt x="16955" y="465963"/>
                  </a:cubicBezTo>
                  <a:lnTo>
                    <a:pt x="231743" y="465963"/>
                  </a:lnTo>
                </a:path>
              </a:pathLst>
            </a:custGeom>
            <a:noFill/>
            <a:ln w="15875" cap="rnd">
              <a:solidFill>
                <a:schemeClr val="accent2"/>
              </a:solidFill>
              <a:prstDash val="solid"/>
              <a:round/>
            </a:ln>
          </p:spPr>
          <p:txBody>
            <a:bodyPr rtlCol="0" anchor="ctr"/>
            <a:lstStyle/>
            <a:p>
              <a:endParaRPr lang="en-IN"/>
            </a:p>
          </p:txBody>
        </p:sp>
        <p:sp>
          <p:nvSpPr>
            <p:cNvPr id="129" name="Freeform: Shape 128">
              <a:extLst>
                <a:ext uri="{FF2B5EF4-FFF2-40B4-BE49-F238E27FC236}">
                  <a16:creationId xmlns:a16="http://schemas.microsoft.com/office/drawing/2014/main" id="{06FE8210-E08A-0351-7448-AE7FD8310BB7}"/>
                </a:ext>
              </a:extLst>
            </p:cNvPr>
            <p:cNvSpPr/>
            <p:nvPr/>
          </p:nvSpPr>
          <p:spPr>
            <a:xfrm>
              <a:off x="-901169" y="-858709"/>
              <a:ext cx="118395" cy="253936"/>
            </a:xfrm>
            <a:custGeom>
              <a:avLst/>
              <a:gdLst>
                <a:gd name="connsiteX0" fmla="*/ 0 w 118395"/>
                <a:gd name="connsiteY0" fmla="*/ 0 h 253936"/>
                <a:gd name="connsiteX1" fmla="*/ 101346 w 118395"/>
                <a:gd name="connsiteY1" fmla="*/ 0 h 253936"/>
                <a:gd name="connsiteX2" fmla="*/ 118396 w 118395"/>
                <a:gd name="connsiteY2" fmla="*/ 16955 h 253936"/>
                <a:gd name="connsiteX3" fmla="*/ 118396 w 118395"/>
                <a:gd name="connsiteY3" fmla="*/ 253936 h 253936"/>
              </a:gdLst>
              <a:ahLst/>
              <a:cxnLst>
                <a:cxn ang="0">
                  <a:pos x="connsiteX0" y="connsiteY0"/>
                </a:cxn>
                <a:cxn ang="0">
                  <a:pos x="connsiteX1" y="connsiteY1"/>
                </a:cxn>
                <a:cxn ang="0">
                  <a:pos x="connsiteX2" y="connsiteY2"/>
                </a:cxn>
                <a:cxn ang="0">
                  <a:pos x="connsiteX3" y="connsiteY3"/>
                </a:cxn>
              </a:cxnLst>
              <a:rect l="l" t="t" r="r" b="b"/>
              <a:pathLst>
                <a:path w="118395" h="253936">
                  <a:moveTo>
                    <a:pt x="0" y="0"/>
                  </a:moveTo>
                  <a:lnTo>
                    <a:pt x="101346" y="0"/>
                  </a:lnTo>
                  <a:cubicBezTo>
                    <a:pt x="110776" y="0"/>
                    <a:pt x="118396" y="7620"/>
                    <a:pt x="118396" y="16955"/>
                  </a:cubicBezTo>
                  <a:lnTo>
                    <a:pt x="118396" y="253936"/>
                  </a:lnTo>
                </a:path>
              </a:pathLst>
            </a:custGeom>
            <a:noFill/>
            <a:ln w="15875" cap="rnd">
              <a:solidFill>
                <a:schemeClr val="accent2"/>
              </a:solidFill>
              <a:prstDash val="solid"/>
              <a:round/>
            </a:ln>
          </p:spPr>
          <p:txBody>
            <a:bodyPr rtlCol="0" anchor="ctr"/>
            <a:lstStyle/>
            <a:p>
              <a:endParaRPr lang="en-IN"/>
            </a:p>
          </p:txBody>
        </p:sp>
        <p:sp>
          <p:nvSpPr>
            <p:cNvPr id="130" name="Freeform: Shape 129">
              <a:extLst>
                <a:ext uri="{FF2B5EF4-FFF2-40B4-BE49-F238E27FC236}">
                  <a16:creationId xmlns:a16="http://schemas.microsoft.com/office/drawing/2014/main" id="{CE5B071F-E3BE-BE4B-CD6A-CEF0DDDC8A4E}"/>
                </a:ext>
              </a:extLst>
            </p:cNvPr>
            <p:cNvSpPr/>
            <p:nvPr/>
          </p:nvSpPr>
          <p:spPr>
            <a:xfrm>
              <a:off x="-1044139" y="-894524"/>
              <a:ext cx="142970" cy="107822"/>
            </a:xfrm>
            <a:custGeom>
              <a:avLst/>
              <a:gdLst>
                <a:gd name="connsiteX0" fmla="*/ 142970 w 142970"/>
                <a:gd name="connsiteY0" fmla="*/ 35909 h 107822"/>
                <a:gd name="connsiteX1" fmla="*/ 142970 w 142970"/>
                <a:gd name="connsiteY1" fmla="*/ 107823 h 107822"/>
                <a:gd name="connsiteX2" fmla="*/ 0 w 142970"/>
                <a:gd name="connsiteY2" fmla="*/ 107823 h 107822"/>
                <a:gd name="connsiteX3" fmla="*/ 0 w 142970"/>
                <a:gd name="connsiteY3" fmla="*/ 35909 h 107822"/>
                <a:gd name="connsiteX4" fmla="*/ 35528 w 142970"/>
                <a:gd name="connsiteY4" fmla="*/ 35909 h 107822"/>
                <a:gd name="connsiteX5" fmla="*/ 71533 w 142970"/>
                <a:gd name="connsiteY5" fmla="*/ 0 h 107822"/>
                <a:gd name="connsiteX6" fmla="*/ 107442 w 142970"/>
                <a:gd name="connsiteY6" fmla="*/ 35909 h 107822"/>
                <a:gd name="connsiteX7" fmla="*/ 142970 w 142970"/>
                <a:gd name="connsiteY7" fmla="*/ 35909 h 107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2970" h="107822">
                  <a:moveTo>
                    <a:pt x="142970" y="35909"/>
                  </a:moveTo>
                  <a:lnTo>
                    <a:pt x="142970" y="107823"/>
                  </a:lnTo>
                  <a:lnTo>
                    <a:pt x="0" y="107823"/>
                  </a:lnTo>
                  <a:lnTo>
                    <a:pt x="0" y="35909"/>
                  </a:lnTo>
                  <a:lnTo>
                    <a:pt x="35528" y="35909"/>
                  </a:lnTo>
                  <a:cubicBezTo>
                    <a:pt x="35528" y="16097"/>
                    <a:pt x="51626" y="0"/>
                    <a:pt x="71533" y="0"/>
                  </a:cubicBezTo>
                  <a:cubicBezTo>
                    <a:pt x="91440" y="0"/>
                    <a:pt x="107442" y="16097"/>
                    <a:pt x="107442" y="35909"/>
                  </a:cubicBezTo>
                  <a:lnTo>
                    <a:pt x="142970" y="35909"/>
                  </a:lnTo>
                  <a:close/>
                </a:path>
              </a:pathLst>
            </a:custGeom>
            <a:noFill/>
            <a:ln w="15875" cap="rnd">
              <a:solidFill>
                <a:schemeClr val="accent2"/>
              </a:solidFill>
              <a:prstDash val="solid"/>
              <a:round/>
            </a:ln>
          </p:spPr>
          <p:txBody>
            <a:bodyPr rtlCol="0" anchor="ctr"/>
            <a:lstStyle/>
            <a:p>
              <a:endParaRPr lang="en-IN"/>
            </a:p>
          </p:txBody>
        </p:sp>
        <p:grpSp>
          <p:nvGrpSpPr>
            <p:cNvPr id="134" name="Graphic 76">
              <a:extLst>
                <a:ext uri="{FF2B5EF4-FFF2-40B4-BE49-F238E27FC236}">
                  <a16:creationId xmlns:a16="http://schemas.microsoft.com/office/drawing/2014/main" id="{3BF70096-FE54-BC0A-5762-20118652F75C}"/>
                </a:ext>
              </a:extLst>
            </p:cNvPr>
            <p:cNvGrpSpPr/>
            <p:nvPr/>
          </p:nvGrpSpPr>
          <p:grpSpPr>
            <a:xfrm>
              <a:off x="-1099289" y="-756697"/>
              <a:ext cx="253460" cy="291179"/>
              <a:chOff x="-1099289" y="-756697"/>
              <a:chExt cx="253460" cy="291179"/>
            </a:xfrm>
            <a:noFill/>
          </p:grpSpPr>
          <p:grpSp>
            <p:nvGrpSpPr>
              <p:cNvPr id="135" name="Graphic 76">
                <a:extLst>
                  <a:ext uri="{FF2B5EF4-FFF2-40B4-BE49-F238E27FC236}">
                    <a16:creationId xmlns:a16="http://schemas.microsoft.com/office/drawing/2014/main" id="{9B8769F1-7CB8-C046-45DB-42D929407A52}"/>
                  </a:ext>
                </a:extLst>
              </p:cNvPr>
              <p:cNvGrpSpPr/>
              <p:nvPr/>
            </p:nvGrpSpPr>
            <p:grpSpPr>
              <a:xfrm>
                <a:off x="-1099289" y="-756697"/>
                <a:ext cx="253460" cy="31242"/>
                <a:chOff x="-1099289" y="-756697"/>
                <a:chExt cx="253460" cy="31242"/>
              </a:xfrm>
              <a:noFill/>
            </p:grpSpPr>
            <p:sp>
              <p:nvSpPr>
                <p:cNvPr id="136" name="Freeform: Shape 135">
                  <a:extLst>
                    <a:ext uri="{FF2B5EF4-FFF2-40B4-BE49-F238E27FC236}">
                      <a16:creationId xmlns:a16="http://schemas.microsoft.com/office/drawing/2014/main" id="{8899F973-72E6-6DE1-CC08-4E7F41B884F4}"/>
                    </a:ext>
                  </a:extLst>
                </p:cNvPr>
                <p:cNvSpPr/>
                <p:nvPr/>
              </p:nvSpPr>
              <p:spPr>
                <a:xfrm>
                  <a:off x="-1026708" y="-737742"/>
                  <a:ext cx="180879" cy="9525"/>
                </a:xfrm>
                <a:custGeom>
                  <a:avLst/>
                  <a:gdLst>
                    <a:gd name="connsiteX0" fmla="*/ 0 w 180879"/>
                    <a:gd name="connsiteY0" fmla="*/ 0 h 9525"/>
                    <a:gd name="connsiteX1" fmla="*/ 180880 w 180879"/>
                    <a:gd name="connsiteY1" fmla="*/ 0 h 9525"/>
                  </a:gdLst>
                  <a:ahLst/>
                  <a:cxnLst>
                    <a:cxn ang="0">
                      <a:pos x="connsiteX0" y="connsiteY0"/>
                    </a:cxn>
                    <a:cxn ang="0">
                      <a:pos x="connsiteX1" y="connsiteY1"/>
                    </a:cxn>
                  </a:cxnLst>
                  <a:rect l="l" t="t" r="r" b="b"/>
                  <a:pathLst>
                    <a:path w="180879" h="9525">
                      <a:moveTo>
                        <a:pt x="0" y="0"/>
                      </a:moveTo>
                      <a:lnTo>
                        <a:pt x="180880" y="0"/>
                      </a:lnTo>
                    </a:path>
                  </a:pathLst>
                </a:custGeom>
                <a:noFill/>
                <a:ln w="15875" cap="rnd">
                  <a:solidFill>
                    <a:schemeClr val="accent2"/>
                  </a:solidFill>
                  <a:prstDash val="solid"/>
                  <a:round/>
                </a:ln>
              </p:spPr>
              <p:txBody>
                <a:bodyPr rtlCol="0" anchor="ctr"/>
                <a:lstStyle/>
                <a:p>
                  <a:endParaRPr lang="en-IN"/>
                </a:p>
              </p:txBody>
            </p:sp>
            <p:sp>
              <p:nvSpPr>
                <p:cNvPr id="137" name="Freeform: Shape 136">
                  <a:extLst>
                    <a:ext uri="{FF2B5EF4-FFF2-40B4-BE49-F238E27FC236}">
                      <a16:creationId xmlns:a16="http://schemas.microsoft.com/office/drawing/2014/main" id="{7DCBD3A5-E585-D04C-76F6-FF7BB65DA483}"/>
                    </a:ext>
                  </a:extLst>
                </p:cNvPr>
                <p:cNvSpPr/>
                <p:nvPr/>
              </p:nvSpPr>
              <p:spPr>
                <a:xfrm>
                  <a:off x="-1099289" y="-756697"/>
                  <a:ext cx="50958" cy="31242"/>
                </a:xfrm>
                <a:custGeom>
                  <a:avLst/>
                  <a:gdLst>
                    <a:gd name="connsiteX0" fmla="*/ 0 w 50958"/>
                    <a:gd name="connsiteY0" fmla="*/ 13145 h 31242"/>
                    <a:gd name="connsiteX1" fmla="*/ 20383 w 50958"/>
                    <a:gd name="connsiteY1" fmla="*/ 31242 h 31242"/>
                    <a:gd name="connsiteX2" fmla="*/ 50959 w 50958"/>
                    <a:gd name="connsiteY2" fmla="*/ 0 h 31242"/>
                  </a:gdLst>
                  <a:ahLst/>
                  <a:cxnLst>
                    <a:cxn ang="0">
                      <a:pos x="connsiteX0" y="connsiteY0"/>
                    </a:cxn>
                    <a:cxn ang="0">
                      <a:pos x="connsiteX1" y="connsiteY1"/>
                    </a:cxn>
                    <a:cxn ang="0">
                      <a:pos x="connsiteX2" y="connsiteY2"/>
                    </a:cxn>
                  </a:cxnLst>
                  <a:rect l="l" t="t" r="r" b="b"/>
                  <a:pathLst>
                    <a:path w="50958" h="31242">
                      <a:moveTo>
                        <a:pt x="0" y="13145"/>
                      </a:moveTo>
                      <a:lnTo>
                        <a:pt x="20383" y="31242"/>
                      </a:lnTo>
                      <a:lnTo>
                        <a:pt x="50959" y="0"/>
                      </a:lnTo>
                    </a:path>
                  </a:pathLst>
                </a:custGeom>
                <a:noFill/>
                <a:ln w="15875" cap="rnd">
                  <a:solidFill>
                    <a:schemeClr val="accent2"/>
                  </a:solidFill>
                  <a:prstDash val="solid"/>
                  <a:round/>
                </a:ln>
              </p:spPr>
              <p:txBody>
                <a:bodyPr rtlCol="0" anchor="ctr"/>
                <a:lstStyle/>
                <a:p>
                  <a:endParaRPr lang="en-IN"/>
                </a:p>
              </p:txBody>
            </p:sp>
          </p:grpSp>
          <p:grpSp>
            <p:nvGrpSpPr>
              <p:cNvPr id="138" name="Graphic 76">
                <a:extLst>
                  <a:ext uri="{FF2B5EF4-FFF2-40B4-BE49-F238E27FC236}">
                    <a16:creationId xmlns:a16="http://schemas.microsoft.com/office/drawing/2014/main" id="{06A105CC-BFB0-8FA1-4DCC-5C4EF6CF1A5A}"/>
                  </a:ext>
                </a:extLst>
              </p:cNvPr>
              <p:cNvGrpSpPr/>
              <p:nvPr/>
            </p:nvGrpSpPr>
            <p:grpSpPr>
              <a:xfrm>
                <a:off x="-1099289" y="-691736"/>
                <a:ext cx="253460" cy="31241"/>
                <a:chOff x="-1099289" y="-691736"/>
                <a:chExt cx="253460" cy="31241"/>
              </a:xfrm>
              <a:noFill/>
            </p:grpSpPr>
            <p:sp>
              <p:nvSpPr>
                <p:cNvPr id="139" name="Freeform: Shape 138">
                  <a:extLst>
                    <a:ext uri="{FF2B5EF4-FFF2-40B4-BE49-F238E27FC236}">
                      <a16:creationId xmlns:a16="http://schemas.microsoft.com/office/drawing/2014/main" id="{841C9504-6CC2-6370-5D92-2720D90F7431}"/>
                    </a:ext>
                  </a:extLst>
                </p:cNvPr>
                <p:cNvSpPr/>
                <p:nvPr/>
              </p:nvSpPr>
              <p:spPr>
                <a:xfrm>
                  <a:off x="-1026708" y="-672782"/>
                  <a:ext cx="180879" cy="9525"/>
                </a:xfrm>
                <a:custGeom>
                  <a:avLst/>
                  <a:gdLst>
                    <a:gd name="connsiteX0" fmla="*/ 0 w 180879"/>
                    <a:gd name="connsiteY0" fmla="*/ 0 h 9525"/>
                    <a:gd name="connsiteX1" fmla="*/ 180880 w 180879"/>
                    <a:gd name="connsiteY1" fmla="*/ 0 h 9525"/>
                  </a:gdLst>
                  <a:ahLst/>
                  <a:cxnLst>
                    <a:cxn ang="0">
                      <a:pos x="connsiteX0" y="connsiteY0"/>
                    </a:cxn>
                    <a:cxn ang="0">
                      <a:pos x="connsiteX1" y="connsiteY1"/>
                    </a:cxn>
                  </a:cxnLst>
                  <a:rect l="l" t="t" r="r" b="b"/>
                  <a:pathLst>
                    <a:path w="180879" h="9525">
                      <a:moveTo>
                        <a:pt x="0" y="0"/>
                      </a:moveTo>
                      <a:lnTo>
                        <a:pt x="180880" y="0"/>
                      </a:lnTo>
                    </a:path>
                  </a:pathLst>
                </a:custGeom>
                <a:noFill/>
                <a:ln w="15875" cap="rnd">
                  <a:solidFill>
                    <a:schemeClr val="accent2"/>
                  </a:solidFill>
                  <a:prstDash val="solid"/>
                  <a:round/>
                </a:ln>
              </p:spPr>
              <p:txBody>
                <a:bodyPr rtlCol="0" anchor="ctr"/>
                <a:lstStyle/>
                <a:p>
                  <a:endParaRPr lang="en-IN"/>
                </a:p>
              </p:txBody>
            </p:sp>
            <p:sp>
              <p:nvSpPr>
                <p:cNvPr id="140" name="Freeform: Shape 139">
                  <a:extLst>
                    <a:ext uri="{FF2B5EF4-FFF2-40B4-BE49-F238E27FC236}">
                      <a16:creationId xmlns:a16="http://schemas.microsoft.com/office/drawing/2014/main" id="{9499DB17-2DD6-F0CD-0CE4-CDEB66A98ADE}"/>
                    </a:ext>
                  </a:extLst>
                </p:cNvPr>
                <p:cNvSpPr/>
                <p:nvPr/>
              </p:nvSpPr>
              <p:spPr>
                <a:xfrm>
                  <a:off x="-1099289" y="-691736"/>
                  <a:ext cx="50958" cy="31241"/>
                </a:xfrm>
                <a:custGeom>
                  <a:avLst/>
                  <a:gdLst>
                    <a:gd name="connsiteX0" fmla="*/ 0 w 50958"/>
                    <a:gd name="connsiteY0" fmla="*/ 13144 h 31241"/>
                    <a:gd name="connsiteX1" fmla="*/ 20383 w 50958"/>
                    <a:gd name="connsiteY1" fmla="*/ 31242 h 31241"/>
                    <a:gd name="connsiteX2" fmla="*/ 50959 w 50958"/>
                    <a:gd name="connsiteY2" fmla="*/ 0 h 31241"/>
                  </a:gdLst>
                  <a:ahLst/>
                  <a:cxnLst>
                    <a:cxn ang="0">
                      <a:pos x="connsiteX0" y="connsiteY0"/>
                    </a:cxn>
                    <a:cxn ang="0">
                      <a:pos x="connsiteX1" y="connsiteY1"/>
                    </a:cxn>
                    <a:cxn ang="0">
                      <a:pos x="connsiteX2" y="connsiteY2"/>
                    </a:cxn>
                  </a:cxnLst>
                  <a:rect l="l" t="t" r="r" b="b"/>
                  <a:pathLst>
                    <a:path w="50958" h="31241">
                      <a:moveTo>
                        <a:pt x="0" y="13144"/>
                      </a:moveTo>
                      <a:lnTo>
                        <a:pt x="20383" y="31242"/>
                      </a:lnTo>
                      <a:lnTo>
                        <a:pt x="50959" y="0"/>
                      </a:lnTo>
                    </a:path>
                  </a:pathLst>
                </a:custGeom>
                <a:noFill/>
                <a:ln w="15875" cap="rnd">
                  <a:solidFill>
                    <a:schemeClr val="accent2"/>
                  </a:solidFill>
                  <a:prstDash val="solid"/>
                  <a:round/>
                </a:ln>
              </p:spPr>
              <p:txBody>
                <a:bodyPr rtlCol="0" anchor="ctr"/>
                <a:lstStyle/>
                <a:p>
                  <a:endParaRPr lang="en-IN"/>
                </a:p>
              </p:txBody>
            </p:sp>
          </p:grpSp>
          <p:grpSp>
            <p:nvGrpSpPr>
              <p:cNvPr id="141" name="Graphic 76">
                <a:extLst>
                  <a:ext uri="{FF2B5EF4-FFF2-40B4-BE49-F238E27FC236}">
                    <a16:creationId xmlns:a16="http://schemas.microsoft.com/office/drawing/2014/main" id="{DFCCCE1E-E0AF-1444-555E-1BA8E43EF71E}"/>
                  </a:ext>
                </a:extLst>
              </p:cNvPr>
              <p:cNvGrpSpPr/>
              <p:nvPr/>
            </p:nvGrpSpPr>
            <p:grpSpPr>
              <a:xfrm>
                <a:off x="-1099289" y="-626681"/>
                <a:ext cx="253364" cy="31146"/>
                <a:chOff x="-1099289" y="-626681"/>
                <a:chExt cx="253364" cy="31146"/>
              </a:xfrm>
              <a:noFill/>
            </p:grpSpPr>
            <p:sp>
              <p:nvSpPr>
                <p:cNvPr id="142" name="Freeform: Shape 141">
                  <a:extLst>
                    <a:ext uri="{FF2B5EF4-FFF2-40B4-BE49-F238E27FC236}">
                      <a16:creationId xmlns:a16="http://schemas.microsoft.com/office/drawing/2014/main" id="{4E959CDE-819A-E38A-C0B9-14675452DF1A}"/>
                    </a:ext>
                  </a:extLst>
                </p:cNvPr>
                <p:cNvSpPr/>
                <p:nvPr/>
              </p:nvSpPr>
              <p:spPr>
                <a:xfrm>
                  <a:off x="-847543" y="-607726"/>
                  <a:ext cx="1619" cy="9525"/>
                </a:xfrm>
                <a:custGeom>
                  <a:avLst/>
                  <a:gdLst>
                    <a:gd name="connsiteX0" fmla="*/ 1619 w 1619"/>
                    <a:gd name="connsiteY0" fmla="*/ 0 h 9525"/>
                    <a:gd name="connsiteX1" fmla="*/ 0 w 1619"/>
                    <a:gd name="connsiteY1" fmla="*/ 0 h 9525"/>
                  </a:gdLst>
                  <a:ahLst/>
                  <a:cxnLst>
                    <a:cxn ang="0">
                      <a:pos x="connsiteX0" y="connsiteY0"/>
                    </a:cxn>
                    <a:cxn ang="0">
                      <a:pos x="connsiteX1" y="connsiteY1"/>
                    </a:cxn>
                  </a:cxnLst>
                  <a:rect l="l" t="t" r="r" b="b"/>
                  <a:pathLst>
                    <a:path w="1619" h="9525">
                      <a:moveTo>
                        <a:pt x="1619" y="0"/>
                      </a:moveTo>
                      <a:lnTo>
                        <a:pt x="0" y="0"/>
                      </a:lnTo>
                    </a:path>
                  </a:pathLst>
                </a:custGeom>
                <a:noFill/>
                <a:ln w="15875" cap="rnd">
                  <a:solidFill>
                    <a:schemeClr val="accent2"/>
                  </a:solidFill>
                  <a:prstDash val="solid"/>
                  <a:round/>
                </a:ln>
              </p:spPr>
              <p:txBody>
                <a:bodyPr rtlCol="0" anchor="ctr"/>
                <a:lstStyle/>
                <a:p>
                  <a:endParaRPr lang="en-IN"/>
                </a:p>
              </p:txBody>
            </p:sp>
            <p:sp>
              <p:nvSpPr>
                <p:cNvPr id="143" name="Freeform: Shape 142">
                  <a:extLst>
                    <a:ext uri="{FF2B5EF4-FFF2-40B4-BE49-F238E27FC236}">
                      <a16:creationId xmlns:a16="http://schemas.microsoft.com/office/drawing/2014/main" id="{6FBCAC49-BC69-1225-69E8-C7986EDBA782}"/>
                    </a:ext>
                  </a:extLst>
                </p:cNvPr>
                <p:cNvSpPr/>
                <p:nvPr/>
              </p:nvSpPr>
              <p:spPr>
                <a:xfrm>
                  <a:off x="-1026804" y="-607726"/>
                  <a:ext cx="103441" cy="9525"/>
                </a:xfrm>
                <a:custGeom>
                  <a:avLst/>
                  <a:gdLst>
                    <a:gd name="connsiteX0" fmla="*/ 103442 w 103441"/>
                    <a:gd name="connsiteY0" fmla="*/ 0 h 9525"/>
                    <a:gd name="connsiteX1" fmla="*/ 0 w 103441"/>
                    <a:gd name="connsiteY1" fmla="*/ 0 h 9525"/>
                  </a:gdLst>
                  <a:ahLst/>
                  <a:cxnLst>
                    <a:cxn ang="0">
                      <a:pos x="connsiteX0" y="connsiteY0"/>
                    </a:cxn>
                    <a:cxn ang="0">
                      <a:pos x="connsiteX1" y="connsiteY1"/>
                    </a:cxn>
                  </a:cxnLst>
                  <a:rect l="l" t="t" r="r" b="b"/>
                  <a:pathLst>
                    <a:path w="103441" h="9525">
                      <a:moveTo>
                        <a:pt x="103442" y="0"/>
                      </a:moveTo>
                      <a:lnTo>
                        <a:pt x="0" y="0"/>
                      </a:lnTo>
                    </a:path>
                  </a:pathLst>
                </a:custGeom>
                <a:noFill/>
                <a:ln w="15875" cap="rnd">
                  <a:solidFill>
                    <a:schemeClr val="accent2"/>
                  </a:solidFill>
                  <a:prstDash val="solid"/>
                  <a:round/>
                </a:ln>
              </p:spPr>
              <p:txBody>
                <a:bodyPr rtlCol="0" anchor="ctr"/>
                <a:lstStyle/>
                <a:p>
                  <a:endParaRPr lang="en-IN"/>
                </a:p>
              </p:txBody>
            </p:sp>
            <p:sp>
              <p:nvSpPr>
                <p:cNvPr id="144" name="Freeform: Shape 143">
                  <a:extLst>
                    <a:ext uri="{FF2B5EF4-FFF2-40B4-BE49-F238E27FC236}">
                      <a16:creationId xmlns:a16="http://schemas.microsoft.com/office/drawing/2014/main" id="{2355DBE4-A363-C0A7-4F2F-0A5F9832D91D}"/>
                    </a:ext>
                  </a:extLst>
                </p:cNvPr>
                <p:cNvSpPr/>
                <p:nvPr/>
              </p:nvSpPr>
              <p:spPr>
                <a:xfrm>
                  <a:off x="-1099289" y="-626681"/>
                  <a:ext cx="50958" cy="31146"/>
                </a:xfrm>
                <a:custGeom>
                  <a:avLst/>
                  <a:gdLst>
                    <a:gd name="connsiteX0" fmla="*/ 0 w 50958"/>
                    <a:gd name="connsiteY0" fmla="*/ 13049 h 31146"/>
                    <a:gd name="connsiteX1" fmla="*/ 20383 w 50958"/>
                    <a:gd name="connsiteY1" fmla="*/ 31147 h 31146"/>
                    <a:gd name="connsiteX2" fmla="*/ 50959 w 50958"/>
                    <a:gd name="connsiteY2" fmla="*/ 0 h 31146"/>
                  </a:gdLst>
                  <a:ahLst/>
                  <a:cxnLst>
                    <a:cxn ang="0">
                      <a:pos x="connsiteX0" y="connsiteY0"/>
                    </a:cxn>
                    <a:cxn ang="0">
                      <a:pos x="connsiteX1" y="connsiteY1"/>
                    </a:cxn>
                    <a:cxn ang="0">
                      <a:pos x="connsiteX2" y="connsiteY2"/>
                    </a:cxn>
                  </a:cxnLst>
                  <a:rect l="l" t="t" r="r" b="b"/>
                  <a:pathLst>
                    <a:path w="50958" h="31146">
                      <a:moveTo>
                        <a:pt x="0" y="13049"/>
                      </a:moveTo>
                      <a:lnTo>
                        <a:pt x="20383" y="31147"/>
                      </a:lnTo>
                      <a:lnTo>
                        <a:pt x="50959" y="0"/>
                      </a:lnTo>
                    </a:path>
                  </a:pathLst>
                </a:custGeom>
                <a:noFill/>
                <a:ln w="15875" cap="rnd">
                  <a:solidFill>
                    <a:schemeClr val="accent2"/>
                  </a:solidFill>
                  <a:prstDash val="solid"/>
                  <a:round/>
                </a:ln>
              </p:spPr>
              <p:txBody>
                <a:bodyPr rtlCol="0" anchor="ctr"/>
                <a:lstStyle/>
                <a:p>
                  <a:endParaRPr lang="en-IN"/>
                </a:p>
              </p:txBody>
            </p:sp>
          </p:grpSp>
          <p:grpSp>
            <p:nvGrpSpPr>
              <p:cNvPr id="145" name="Graphic 76">
                <a:extLst>
                  <a:ext uri="{FF2B5EF4-FFF2-40B4-BE49-F238E27FC236}">
                    <a16:creationId xmlns:a16="http://schemas.microsoft.com/office/drawing/2014/main" id="{A00547FA-6C69-D9FB-CDA3-348F6E4CD0E8}"/>
                  </a:ext>
                </a:extLst>
              </p:cNvPr>
              <p:cNvGrpSpPr/>
              <p:nvPr/>
            </p:nvGrpSpPr>
            <p:grpSpPr>
              <a:xfrm>
                <a:off x="-1099289" y="-561720"/>
                <a:ext cx="176593" cy="31242"/>
                <a:chOff x="-1099289" y="-561720"/>
                <a:chExt cx="176593" cy="31242"/>
              </a:xfrm>
              <a:noFill/>
            </p:grpSpPr>
            <p:sp>
              <p:nvSpPr>
                <p:cNvPr id="146" name="Freeform: Shape 145">
                  <a:extLst>
                    <a:ext uri="{FF2B5EF4-FFF2-40B4-BE49-F238E27FC236}">
                      <a16:creationId xmlns:a16="http://schemas.microsoft.com/office/drawing/2014/main" id="{8F095A21-59AC-EF84-7217-AC81551464C3}"/>
                    </a:ext>
                  </a:extLst>
                </p:cNvPr>
                <p:cNvSpPr/>
                <p:nvPr/>
              </p:nvSpPr>
              <p:spPr>
                <a:xfrm>
                  <a:off x="-1026804" y="-542765"/>
                  <a:ext cx="104108" cy="9525"/>
                </a:xfrm>
                <a:custGeom>
                  <a:avLst/>
                  <a:gdLst>
                    <a:gd name="connsiteX0" fmla="*/ 104108 w 104108"/>
                    <a:gd name="connsiteY0" fmla="*/ 0 h 9525"/>
                    <a:gd name="connsiteX1" fmla="*/ 0 w 104108"/>
                    <a:gd name="connsiteY1" fmla="*/ 0 h 9525"/>
                  </a:gdLst>
                  <a:ahLst/>
                  <a:cxnLst>
                    <a:cxn ang="0">
                      <a:pos x="connsiteX0" y="connsiteY0"/>
                    </a:cxn>
                    <a:cxn ang="0">
                      <a:pos x="connsiteX1" y="connsiteY1"/>
                    </a:cxn>
                  </a:cxnLst>
                  <a:rect l="l" t="t" r="r" b="b"/>
                  <a:pathLst>
                    <a:path w="104108" h="9525">
                      <a:moveTo>
                        <a:pt x="104108" y="0"/>
                      </a:moveTo>
                      <a:lnTo>
                        <a:pt x="0" y="0"/>
                      </a:lnTo>
                    </a:path>
                  </a:pathLst>
                </a:custGeom>
                <a:noFill/>
                <a:ln w="15875" cap="rnd">
                  <a:solidFill>
                    <a:schemeClr val="accent2"/>
                  </a:solidFill>
                  <a:prstDash val="solid"/>
                  <a:round/>
                </a:ln>
              </p:spPr>
              <p:txBody>
                <a:bodyPr rtlCol="0" anchor="ctr"/>
                <a:lstStyle/>
                <a:p>
                  <a:endParaRPr lang="en-IN"/>
                </a:p>
              </p:txBody>
            </p:sp>
            <p:sp>
              <p:nvSpPr>
                <p:cNvPr id="147" name="Freeform: Shape 146">
                  <a:extLst>
                    <a:ext uri="{FF2B5EF4-FFF2-40B4-BE49-F238E27FC236}">
                      <a16:creationId xmlns:a16="http://schemas.microsoft.com/office/drawing/2014/main" id="{B514F87A-AA5D-1205-69CB-75935654B38F}"/>
                    </a:ext>
                  </a:extLst>
                </p:cNvPr>
                <p:cNvSpPr/>
                <p:nvPr/>
              </p:nvSpPr>
              <p:spPr>
                <a:xfrm>
                  <a:off x="-1099289" y="-561720"/>
                  <a:ext cx="50958" cy="31242"/>
                </a:xfrm>
                <a:custGeom>
                  <a:avLst/>
                  <a:gdLst>
                    <a:gd name="connsiteX0" fmla="*/ 0 w 50958"/>
                    <a:gd name="connsiteY0" fmla="*/ 13145 h 31242"/>
                    <a:gd name="connsiteX1" fmla="*/ 20383 w 50958"/>
                    <a:gd name="connsiteY1" fmla="*/ 31242 h 31242"/>
                    <a:gd name="connsiteX2" fmla="*/ 50959 w 50958"/>
                    <a:gd name="connsiteY2" fmla="*/ 0 h 31242"/>
                  </a:gdLst>
                  <a:ahLst/>
                  <a:cxnLst>
                    <a:cxn ang="0">
                      <a:pos x="connsiteX0" y="connsiteY0"/>
                    </a:cxn>
                    <a:cxn ang="0">
                      <a:pos x="connsiteX1" y="connsiteY1"/>
                    </a:cxn>
                    <a:cxn ang="0">
                      <a:pos x="connsiteX2" y="connsiteY2"/>
                    </a:cxn>
                  </a:cxnLst>
                  <a:rect l="l" t="t" r="r" b="b"/>
                  <a:pathLst>
                    <a:path w="50958" h="31242">
                      <a:moveTo>
                        <a:pt x="0" y="13145"/>
                      </a:moveTo>
                      <a:lnTo>
                        <a:pt x="20383" y="31242"/>
                      </a:lnTo>
                      <a:lnTo>
                        <a:pt x="50959" y="0"/>
                      </a:lnTo>
                    </a:path>
                  </a:pathLst>
                </a:custGeom>
                <a:noFill/>
                <a:ln w="15875" cap="rnd">
                  <a:solidFill>
                    <a:schemeClr val="accent2"/>
                  </a:solidFill>
                  <a:prstDash val="solid"/>
                  <a:round/>
                </a:ln>
              </p:spPr>
              <p:txBody>
                <a:bodyPr rtlCol="0" anchor="ctr"/>
                <a:lstStyle/>
                <a:p>
                  <a:endParaRPr lang="en-IN"/>
                </a:p>
              </p:txBody>
            </p:sp>
          </p:grpSp>
          <p:grpSp>
            <p:nvGrpSpPr>
              <p:cNvPr id="148" name="Graphic 76">
                <a:extLst>
                  <a:ext uri="{FF2B5EF4-FFF2-40B4-BE49-F238E27FC236}">
                    <a16:creationId xmlns:a16="http://schemas.microsoft.com/office/drawing/2014/main" id="{A4086CBF-C3FF-0556-9640-7A85747A2DBA}"/>
                  </a:ext>
                </a:extLst>
              </p:cNvPr>
              <p:cNvGrpSpPr/>
              <p:nvPr/>
            </p:nvGrpSpPr>
            <p:grpSpPr>
              <a:xfrm>
                <a:off x="-1099289" y="-496760"/>
                <a:ext cx="126777" cy="31242"/>
                <a:chOff x="-1099289" y="-496760"/>
                <a:chExt cx="126777" cy="31242"/>
              </a:xfrm>
              <a:noFill/>
            </p:grpSpPr>
            <p:sp>
              <p:nvSpPr>
                <p:cNvPr id="149" name="Freeform: Shape 148">
                  <a:extLst>
                    <a:ext uri="{FF2B5EF4-FFF2-40B4-BE49-F238E27FC236}">
                      <a16:creationId xmlns:a16="http://schemas.microsoft.com/office/drawing/2014/main" id="{10F23450-F2A1-D5A1-B94B-037BC962FDE0}"/>
                    </a:ext>
                  </a:extLst>
                </p:cNvPr>
                <p:cNvSpPr/>
                <p:nvPr/>
              </p:nvSpPr>
              <p:spPr>
                <a:xfrm>
                  <a:off x="-1026804" y="-477805"/>
                  <a:ext cx="54292" cy="9525"/>
                </a:xfrm>
                <a:custGeom>
                  <a:avLst/>
                  <a:gdLst>
                    <a:gd name="connsiteX0" fmla="*/ 54293 w 54292"/>
                    <a:gd name="connsiteY0" fmla="*/ 0 h 9525"/>
                    <a:gd name="connsiteX1" fmla="*/ 0 w 54292"/>
                    <a:gd name="connsiteY1" fmla="*/ 0 h 9525"/>
                  </a:gdLst>
                  <a:ahLst/>
                  <a:cxnLst>
                    <a:cxn ang="0">
                      <a:pos x="connsiteX0" y="connsiteY0"/>
                    </a:cxn>
                    <a:cxn ang="0">
                      <a:pos x="connsiteX1" y="connsiteY1"/>
                    </a:cxn>
                  </a:cxnLst>
                  <a:rect l="l" t="t" r="r" b="b"/>
                  <a:pathLst>
                    <a:path w="54292" h="9525">
                      <a:moveTo>
                        <a:pt x="54293" y="0"/>
                      </a:moveTo>
                      <a:lnTo>
                        <a:pt x="0" y="0"/>
                      </a:lnTo>
                    </a:path>
                  </a:pathLst>
                </a:custGeom>
                <a:noFill/>
                <a:ln w="15875" cap="rnd">
                  <a:solidFill>
                    <a:schemeClr val="accent2"/>
                  </a:solidFill>
                  <a:prstDash val="solid"/>
                  <a:round/>
                </a:ln>
              </p:spPr>
              <p:txBody>
                <a:bodyPr rtlCol="0" anchor="ctr"/>
                <a:lstStyle/>
                <a:p>
                  <a:endParaRPr lang="en-IN"/>
                </a:p>
              </p:txBody>
            </p:sp>
            <p:sp>
              <p:nvSpPr>
                <p:cNvPr id="150" name="Freeform: Shape 149">
                  <a:extLst>
                    <a:ext uri="{FF2B5EF4-FFF2-40B4-BE49-F238E27FC236}">
                      <a16:creationId xmlns:a16="http://schemas.microsoft.com/office/drawing/2014/main" id="{06D838AE-167E-0BAB-6B77-61587E5E7269}"/>
                    </a:ext>
                  </a:extLst>
                </p:cNvPr>
                <p:cNvSpPr/>
                <p:nvPr/>
              </p:nvSpPr>
              <p:spPr>
                <a:xfrm>
                  <a:off x="-1099289" y="-496760"/>
                  <a:ext cx="50958" cy="31242"/>
                </a:xfrm>
                <a:custGeom>
                  <a:avLst/>
                  <a:gdLst>
                    <a:gd name="connsiteX0" fmla="*/ 0 w 50958"/>
                    <a:gd name="connsiteY0" fmla="*/ 13145 h 31242"/>
                    <a:gd name="connsiteX1" fmla="*/ 20383 w 50958"/>
                    <a:gd name="connsiteY1" fmla="*/ 31242 h 31242"/>
                    <a:gd name="connsiteX2" fmla="*/ 50959 w 50958"/>
                    <a:gd name="connsiteY2" fmla="*/ 0 h 31242"/>
                  </a:gdLst>
                  <a:ahLst/>
                  <a:cxnLst>
                    <a:cxn ang="0">
                      <a:pos x="connsiteX0" y="connsiteY0"/>
                    </a:cxn>
                    <a:cxn ang="0">
                      <a:pos x="connsiteX1" y="connsiteY1"/>
                    </a:cxn>
                    <a:cxn ang="0">
                      <a:pos x="connsiteX2" y="connsiteY2"/>
                    </a:cxn>
                  </a:cxnLst>
                  <a:rect l="l" t="t" r="r" b="b"/>
                  <a:pathLst>
                    <a:path w="50958" h="31242">
                      <a:moveTo>
                        <a:pt x="0" y="13145"/>
                      </a:moveTo>
                      <a:lnTo>
                        <a:pt x="20383" y="31242"/>
                      </a:lnTo>
                      <a:lnTo>
                        <a:pt x="50959" y="0"/>
                      </a:lnTo>
                    </a:path>
                  </a:pathLst>
                </a:custGeom>
                <a:noFill/>
                <a:ln w="15875" cap="rnd">
                  <a:solidFill>
                    <a:schemeClr val="accent2"/>
                  </a:solidFill>
                  <a:prstDash val="solid"/>
                  <a:round/>
                </a:ln>
              </p:spPr>
              <p:txBody>
                <a:bodyPr rtlCol="0" anchor="ctr"/>
                <a:lstStyle/>
                <a:p>
                  <a:endParaRPr lang="en-IN"/>
                </a:p>
              </p:txBody>
            </p:sp>
          </p:grpSp>
        </p:grpSp>
        <p:grpSp>
          <p:nvGrpSpPr>
            <p:cNvPr id="151" name="Graphic 76">
              <a:extLst>
                <a:ext uri="{FF2B5EF4-FFF2-40B4-BE49-F238E27FC236}">
                  <a16:creationId xmlns:a16="http://schemas.microsoft.com/office/drawing/2014/main" id="{9B557AB3-77C7-A2A0-5AF9-D64A99DFC532}"/>
                </a:ext>
              </a:extLst>
            </p:cNvPr>
            <p:cNvGrpSpPr/>
            <p:nvPr/>
          </p:nvGrpSpPr>
          <p:grpSpPr>
            <a:xfrm>
              <a:off x="-973559" y="-650303"/>
              <a:ext cx="309276" cy="306990"/>
              <a:chOff x="-973559" y="-650303"/>
              <a:chExt cx="309276" cy="306990"/>
            </a:xfrm>
            <a:noFill/>
          </p:grpSpPr>
          <p:sp>
            <p:nvSpPr>
              <p:cNvPr id="152" name="Freeform: Shape 151">
                <a:extLst>
                  <a:ext uri="{FF2B5EF4-FFF2-40B4-BE49-F238E27FC236}">
                    <a16:creationId xmlns:a16="http://schemas.microsoft.com/office/drawing/2014/main" id="{29CC8537-8695-7B76-3129-C712EC589FC6}"/>
                  </a:ext>
                </a:extLst>
              </p:cNvPr>
              <p:cNvSpPr/>
              <p:nvPr/>
            </p:nvSpPr>
            <p:spPr>
              <a:xfrm>
                <a:off x="-973559" y="-650303"/>
                <a:ext cx="309276" cy="306990"/>
              </a:xfrm>
              <a:custGeom>
                <a:avLst/>
                <a:gdLst>
                  <a:gd name="connsiteX0" fmla="*/ 44577 w 309276"/>
                  <a:gd name="connsiteY0" fmla="*/ 124397 h 306990"/>
                  <a:gd name="connsiteX1" fmla="*/ 46101 w 309276"/>
                  <a:gd name="connsiteY1" fmla="*/ 119825 h 306990"/>
                  <a:gd name="connsiteX2" fmla="*/ 53816 w 309276"/>
                  <a:gd name="connsiteY2" fmla="*/ 101918 h 306990"/>
                  <a:gd name="connsiteX3" fmla="*/ 56388 w 309276"/>
                  <a:gd name="connsiteY3" fmla="*/ 97346 h 306990"/>
                  <a:gd name="connsiteX4" fmla="*/ 53340 w 309276"/>
                  <a:gd name="connsiteY4" fmla="*/ 93250 h 306990"/>
                  <a:gd name="connsiteX5" fmla="*/ 30861 w 309276"/>
                  <a:gd name="connsiteY5" fmla="*/ 63532 h 306990"/>
                  <a:gd name="connsiteX6" fmla="*/ 50864 w 309276"/>
                  <a:gd name="connsiteY6" fmla="*/ 42005 h 306990"/>
                  <a:gd name="connsiteX7" fmla="*/ 65723 w 309276"/>
                  <a:gd name="connsiteY7" fmla="*/ 29718 h 306990"/>
                  <a:gd name="connsiteX8" fmla="*/ 98489 w 309276"/>
                  <a:gd name="connsiteY8" fmla="*/ 55340 h 306990"/>
                  <a:gd name="connsiteX9" fmla="*/ 103061 w 309276"/>
                  <a:gd name="connsiteY9" fmla="*/ 52769 h 306990"/>
                  <a:gd name="connsiteX10" fmla="*/ 120968 w 309276"/>
                  <a:gd name="connsiteY10" fmla="*/ 45053 h 306990"/>
                  <a:gd name="connsiteX11" fmla="*/ 126111 w 309276"/>
                  <a:gd name="connsiteY11" fmla="*/ 43529 h 306990"/>
                  <a:gd name="connsiteX12" fmla="*/ 126587 w 309276"/>
                  <a:gd name="connsiteY12" fmla="*/ 38386 h 306990"/>
                  <a:gd name="connsiteX13" fmla="*/ 132207 w 309276"/>
                  <a:gd name="connsiteY13" fmla="*/ 476 h 306990"/>
                  <a:gd name="connsiteX14" fmla="*/ 178308 w 309276"/>
                  <a:gd name="connsiteY14" fmla="*/ 0 h 306990"/>
                  <a:gd name="connsiteX15" fmla="*/ 184975 w 309276"/>
                  <a:gd name="connsiteY15" fmla="*/ 43529 h 306990"/>
                  <a:gd name="connsiteX16" fmla="*/ 189548 w 309276"/>
                  <a:gd name="connsiteY16" fmla="*/ 45053 h 306990"/>
                  <a:gd name="connsiteX17" fmla="*/ 207454 w 309276"/>
                  <a:gd name="connsiteY17" fmla="*/ 52197 h 306990"/>
                  <a:gd name="connsiteX18" fmla="*/ 212026 w 309276"/>
                  <a:gd name="connsiteY18" fmla="*/ 54197 h 306990"/>
                  <a:gd name="connsiteX19" fmla="*/ 245840 w 309276"/>
                  <a:gd name="connsiteY19" fmla="*/ 28575 h 306990"/>
                  <a:gd name="connsiteX20" fmla="*/ 279083 w 309276"/>
                  <a:gd name="connsiteY20" fmla="*/ 63341 h 306990"/>
                  <a:gd name="connsiteX21" fmla="*/ 268891 w 309276"/>
                  <a:gd name="connsiteY21" fmla="*/ 77153 h 306990"/>
                  <a:gd name="connsiteX22" fmla="*/ 257080 w 309276"/>
                  <a:gd name="connsiteY22" fmla="*/ 92012 h 306990"/>
                  <a:gd name="connsiteX23" fmla="*/ 254032 w 309276"/>
                  <a:gd name="connsiteY23" fmla="*/ 96107 h 306990"/>
                  <a:gd name="connsiteX24" fmla="*/ 256032 w 309276"/>
                  <a:gd name="connsiteY24" fmla="*/ 100679 h 306990"/>
                  <a:gd name="connsiteX25" fmla="*/ 264223 w 309276"/>
                  <a:gd name="connsiteY25" fmla="*/ 120110 h 306990"/>
                  <a:gd name="connsiteX26" fmla="*/ 265748 w 309276"/>
                  <a:gd name="connsiteY26" fmla="*/ 124682 h 306990"/>
                  <a:gd name="connsiteX27" fmla="*/ 308229 w 309276"/>
                  <a:gd name="connsiteY27" fmla="*/ 130778 h 306990"/>
                  <a:gd name="connsiteX28" fmla="*/ 309277 w 309276"/>
                  <a:gd name="connsiteY28" fmla="*/ 176879 h 306990"/>
                  <a:gd name="connsiteX29" fmla="*/ 265748 w 309276"/>
                  <a:gd name="connsiteY29" fmla="*/ 183547 h 306990"/>
                  <a:gd name="connsiteX30" fmla="*/ 264223 w 309276"/>
                  <a:gd name="connsiteY30" fmla="*/ 188119 h 306990"/>
                  <a:gd name="connsiteX31" fmla="*/ 256508 w 309276"/>
                  <a:gd name="connsiteY31" fmla="*/ 206026 h 306990"/>
                  <a:gd name="connsiteX32" fmla="*/ 253937 w 309276"/>
                  <a:gd name="connsiteY32" fmla="*/ 210122 h 306990"/>
                  <a:gd name="connsiteX33" fmla="*/ 256985 w 309276"/>
                  <a:gd name="connsiteY33" fmla="*/ 214217 h 306990"/>
                  <a:gd name="connsiteX34" fmla="*/ 279464 w 309276"/>
                  <a:gd name="connsiteY34" fmla="*/ 243935 h 306990"/>
                  <a:gd name="connsiteX35" fmla="*/ 259461 w 309276"/>
                  <a:gd name="connsiteY35" fmla="*/ 265462 h 306990"/>
                  <a:gd name="connsiteX36" fmla="*/ 244602 w 309276"/>
                  <a:gd name="connsiteY36" fmla="*/ 277749 h 306990"/>
                  <a:gd name="connsiteX37" fmla="*/ 211360 w 309276"/>
                  <a:gd name="connsiteY37" fmla="*/ 251650 h 306990"/>
                  <a:gd name="connsiteX38" fmla="*/ 206788 w 309276"/>
                  <a:gd name="connsiteY38" fmla="*/ 254222 h 306990"/>
                  <a:gd name="connsiteX39" fmla="*/ 188881 w 309276"/>
                  <a:gd name="connsiteY39" fmla="*/ 261938 h 306990"/>
                  <a:gd name="connsiteX40" fmla="*/ 183737 w 309276"/>
                  <a:gd name="connsiteY40" fmla="*/ 263462 h 306990"/>
                  <a:gd name="connsiteX41" fmla="*/ 183261 w 309276"/>
                  <a:gd name="connsiteY41" fmla="*/ 268605 h 306990"/>
                  <a:gd name="connsiteX42" fmla="*/ 178118 w 309276"/>
                  <a:gd name="connsiteY42" fmla="*/ 306515 h 306990"/>
                  <a:gd name="connsiteX43" fmla="*/ 177641 w 309276"/>
                  <a:gd name="connsiteY43" fmla="*/ 306515 h 306990"/>
                  <a:gd name="connsiteX44" fmla="*/ 131540 w 309276"/>
                  <a:gd name="connsiteY44" fmla="*/ 306991 h 306990"/>
                  <a:gd name="connsiteX45" fmla="*/ 124873 w 309276"/>
                  <a:gd name="connsiteY45" fmla="*/ 263462 h 306990"/>
                  <a:gd name="connsiteX46" fmla="*/ 120301 w 309276"/>
                  <a:gd name="connsiteY46" fmla="*/ 261938 h 306990"/>
                  <a:gd name="connsiteX47" fmla="*/ 102394 w 309276"/>
                  <a:gd name="connsiteY47" fmla="*/ 254794 h 306990"/>
                  <a:gd name="connsiteX48" fmla="*/ 98298 w 309276"/>
                  <a:gd name="connsiteY48" fmla="*/ 253746 h 306990"/>
                  <a:gd name="connsiteX49" fmla="*/ 64484 w 309276"/>
                  <a:gd name="connsiteY49" fmla="*/ 279368 h 306990"/>
                  <a:gd name="connsiteX50" fmla="*/ 31242 w 309276"/>
                  <a:gd name="connsiteY50" fmla="*/ 245078 h 306990"/>
                  <a:gd name="connsiteX51" fmla="*/ 41434 w 309276"/>
                  <a:gd name="connsiteY51" fmla="*/ 231267 h 306990"/>
                  <a:gd name="connsiteX52" fmla="*/ 53245 w 309276"/>
                  <a:gd name="connsiteY52" fmla="*/ 216408 h 306990"/>
                  <a:gd name="connsiteX53" fmla="*/ 56293 w 309276"/>
                  <a:gd name="connsiteY53" fmla="*/ 212312 h 306990"/>
                  <a:gd name="connsiteX54" fmla="*/ 53721 w 309276"/>
                  <a:gd name="connsiteY54" fmla="*/ 207740 h 306990"/>
                  <a:gd name="connsiteX55" fmla="*/ 45529 w 309276"/>
                  <a:gd name="connsiteY55" fmla="*/ 188786 h 306990"/>
                  <a:gd name="connsiteX56" fmla="*/ 44005 w 309276"/>
                  <a:gd name="connsiteY56" fmla="*/ 183642 h 306990"/>
                  <a:gd name="connsiteX57" fmla="*/ 1048 w 309276"/>
                  <a:gd name="connsiteY57" fmla="*/ 177546 h 306990"/>
                  <a:gd name="connsiteX58" fmla="*/ 0 w 309276"/>
                  <a:gd name="connsiteY58" fmla="*/ 131445 h 306990"/>
                  <a:gd name="connsiteX59" fmla="*/ 44482 w 309276"/>
                  <a:gd name="connsiteY59" fmla="*/ 124301 h 306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09276" h="306990">
                    <a:moveTo>
                      <a:pt x="44577" y="124397"/>
                    </a:moveTo>
                    <a:lnTo>
                      <a:pt x="46101" y="119825"/>
                    </a:lnTo>
                    <a:cubicBezTo>
                      <a:pt x="48101" y="113729"/>
                      <a:pt x="50197" y="108014"/>
                      <a:pt x="53816" y="101918"/>
                    </a:cubicBezTo>
                    <a:lnTo>
                      <a:pt x="56388" y="97346"/>
                    </a:lnTo>
                    <a:lnTo>
                      <a:pt x="53340" y="93250"/>
                    </a:lnTo>
                    <a:cubicBezTo>
                      <a:pt x="47720" y="85058"/>
                      <a:pt x="40005" y="75343"/>
                      <a:pt x="30861" y="63532"/>
                    </a:cubicBezTo>
                    <a:cubicBezTo>
                      <a:pt x="34480" y="58960"/>
                      <a:pt x="41053" y="51721"/>
                      <a:pt x="50864" y="42005"/>
                    </a:cubicBezTo>
                    <a:cubicBezTo>
                      <a:pt x="62103" y="30766"/>
                      <a:pt x="65723" y="29242"/>
                      <a:pt x="65723" y="29718"/>
                    </a:cubicBezTo>
                    <a:lnTo>
                      <a:pt x="98489" y="55340"/>
                    </a:lnTo>
                    <a:lnTo>
                      <a:pt x="103061" y="52769"/>
                    </a:lnTo>
                    <a:cubicBezTo>
                      <a:pt x="108680" y="49721"/>
                      <a:pt x="114872" y="47149"/>
                      <a:pt x="120968" y="45053"/>
                    </a:cubicBezTo>
                    <a:lnTo>
                      <a:pt x="126111" y="43529"/>
                    </a:lnTo>
                    <a:lnTo>
                      <a:pt x="126587" y="38386"/>
                    </a:lnTo>
                    <a:cubicBezTo>
                      <a:pt x="128588" y="20003"/>
                      <a:pt x="130683" y="7144"/>
                      <a:pt x="132207" y="476"/>
                    </a:cubicBezTo>
                    <a:lnTo>
                      <a:pt x="178308" y="0"/>
                    </a:lnTo>
                    <a:lnTo>
                      <a:pt x="184975" y="43529"/>
                    </a:lnTo>
                    <a:lnTo>
                      <a:pt x="189548" y="45053"/>
                    </a:lnTo>
                    <a:cubicBezTo>
                      <a:pt x="196215" y="47054"/>
                      <a:pt x="201835" y="49625"/>
                      <a:pt x="207454" y="52197"/>
                    </a:cubicBezTo>
                    <a:lnTo>
                      <a:pt x="212026" y="54197"/>
                    </a:lnTo>
                    <a:lnTo>
                      <a:pt x="245840" y="28575"/>
                    </a:lnTo>
                    <a:cubicBezTo>
                      <a:pt x="263271" y="44958"/>
                      <a:pt x="274511" y="56198"/>
                      <a:pt x="279083" y="63341"/>
                    </a:cubicBezTo>
                    <a:cubicBezTo>
                      <a:pt x="277082" y="66389"/>
                      <a:pt x="273463" y="71056"/>
                      <a:pt x="268891" y="77153"/>
                    </a:cubicBezTo>
                    <a:cubicBezTo>
                      <a:pt x="263747" y="83820"/>
                      <a:pt x="259651" y="88392"/>
                      <a:pt x="257080" y="92012"/>
                    </a:cubicBezTo>
                    <a:lnTo>
                      <a:pt x="254032" y="96107"/>
                    </a:lnTo>
                    <a:lnTo>
                      <a:pt x="256032" y="100679"/>
                    </a:lnTo>
                    <a:cubicBezTo>
                      <a:pt x="259651" y="107347"/>
                      <a:pt x="262128" y="113443"/>
                      <a:pt x="264223" y="120110"/>
                    </a:cubicBezTo>
                    <a:lnTo>
                      <a:pt x="265748" y="124682"/>
                    </a:lnTo>
                    <a:lnTo>
                      <a:pt x="308229" y="130778"/>
                    </a:lnTo>
                    <a:lnTo>
                      <a:pt x="309277" y="176879"/>
                    </a:lnTo>
                    <a:lnTo>
                      <a:pt x="265748" y="183547"/>
                    </a:lnTo>
                    <a:lnTo>
                      <a:pt x="264223" y="188119"/>
                    </a:lnTo>
                    <a:cubicBezTo>
                      <a:pt x="261652" y="195263"/>
                      <a:pt x="259080" y="201454"/>
                      <a:pt x="256508" y="206026"/>
                    </a:cubicBezTo>
                    <a:lnTo>
                      <a:pt x="253937" y="210122"/>
                    </a:lnTo>
                    <a:lnTo>
                      <a:pt x="256985" y="214217"/>
                    </a:lnTo>
                    <a:cubicBezTo>
                      <a:pt x="262128" y="221361"/>
                      <a:pt x="269272" y="231077"/>
                      <a:pt x="279464" y="243935"/>
                    </a:cubicBezTo>
                    <a:cubicBezTo>
                      <a:pt x="275844" y="248507"/>
                      <a:pt x="269272" y="256223"/>
                      <a:pt x="259461" y="265462"/>
                    </a:cubicBezTo>
                    <a:cubicBezTo>
                      <a:pt x="248222" y="276701"/>
                      <a:pt x="244602" y="277749"/>
                      <a:pt x="244602" y="277749"/>
                    </a:cubicBezTo>
                    <a:lnTo>
                      <a:pt x="211360" y="251650"/>
                    </a:lnTo>
                    <a:lnTo>
                      <a:pt x="206788" y="254222"/>
                    </a:lnTo>
                    <a:cubicBezTo>
                      <a:pt x="201168" y="257270"/>
                      <a:pt x="194977" y="259842"/>
                      <a:pt x="188881" y="261938"/>
                    </a:cubicBezTo>
                    <a:lnTo>
                      <a:pt x="183737" y="263462"/>
                    </a:lnTo>
                    <a:lnTo>
                      <a:pt x="183261" y="268605"/>
                    </a:lnTo>
                    <a:cubicBezTo>
                      <a:pt x="181261" y="286988"/>
                      <a:pt x="179165" y="299847"/>
                      <a:pt x="178118" y="306515"/>
                    </a:cubicBezTo>
                    <a:lnTo>
                      <a:pt x="177641" y="306515"/>
                    </a:lnTo>
                    <a:lnTo>
                      <a:pt x="131540" y="306991"/>
                    </a:lnTo>
                    <a:lnTo>
                      <a:pt x="124873" y="263462"/>
                    </a:lnTo>
                    <a:lnTo>
                      <a:pt x="120301" y="261938"/>
                    </a:lnTo>
                    <a:cubicBezTo>
                      <a:pt x="114205" y="259937"/>
                      <a:pt x="108014" y="257366"/>
                      <a:pt x="102394" y="254794"/>
                    </a:cubicBezTo>
                    <a:lnTo>
                      <a:pt x="98298" y="253746"/>
                    </a:lnTo>
                    <a:lnTo>
                      <a:pt x="64484" y="279368"/>
                    </a:lnTo>
                    <a:cubicBezTo>
                      <a:pt x="47625" y="264033"/>
                      <a:pt x="36385" y="252222"/>
                      <a:pt x="31242" y="245078"/>
                    </a:cubicBezTo>
                    <a:cubicBezTo>
                      <a:pt x="33242" y="242030"/>
                      <a:pt x="36862" y="237363"/>
                      <a:pt x="41434" y="231267"/>
                    </a:cubicBezTo>
                    <a:cubicBezTo>
                      <a:pt x="46577" y="224600"/>
                      <a:pt x="50673" y="219456"/>
                      <a:pt x="53245" y="216408"/>
                    </a:cubicBezTo>
                    <a:lnTo>
                      <a:pt x="56293" y="212312"/>
                    </a:lnTo>
                    <a:lnTo>
                      <a:pt x="53721" y="207740"/>
                    </a:lnTo>
                    <a:cubicBezTo>
                      <a:pt x="50102" y="201073"/>
                      <a:pt x="47625" y="194977"/>
                      <a:pt x="45529" y="188786"/>
                    </a:cubicBezTo>
                    <a:lnTo>
                      <a:pt x="44005" y="183642"/>
                    </a:lnTo>
                    <a:lnTo>
                      <a:pt x="1048" y="177546"/>
                    </a:lnTo>
                    <a:lnTo>
                      <a:pt x="0" y="131445"/>
                    </a:lnTo>
                    <a:lnTo>
                      <a:pt x="44482" y="124301"/>
                    </a:lnTo>
                    <a:close/>
                  </a:path>
                </a:pathLst>
              </a:custGeom>
              <a:noFill/>
              <a:ln w="15875" cap="rnd">
                <a:solidFill>
                  <a:schemeClr val="accent2"/>
                </a:solidFill>
                <a:prstDash val="solid"/>
                <a:round/>
              </a:ln>
            </p:spPr>
            <p:txBody>
              <a:bodyPr rtlCol="0" anchor="ctr"/>
              <a:lstStyle/>
              <a:p>
                <a:endParaRPr lang="en-IN"/>
              </a:p>
            </p:txBody>
          </p:sp>
          <p:sp>
            <p:nvSpPr>
              <p:cNvPr id="153" name="Freeform: Shape 152">
                <a:extLst>
                  <a:ext uri="{FF2B5EF4-FFF2-40B4-BE49-F238E27FC236}">
                    <a16:creationId xmlns:a16="http://schemas.microsoft.com/office/drawing/2014/main" id="{34B4703C-1357-51F8-C23C-24A950BEC922}"/>
                  </a:ext>
                </a:extLst>
              </p:cNvPr>
              <p:cNvSpPr/>
              <p:nvPr/>
            </p:nvSpPr>
            <p:spPr>
              <a:xfrm>
                <a:off x="-868403" y="-546194"/>
                <a:ext cx="98869" cy="98869"/>
              </a:xfrm>
              <a:custGeom>
                <a:avLst/>
                <a:gdLst>
                  <a:gd name="connsiteX0" fmla="*/ 98869 w 98869"/>
                  <a:gd name="connsiteY0" fmla="*/ 49435 h 98869"/>
                  <a:gd name="connsiteX1" fmla="*/ 49435 w 98869"/>
                  <a:gd name="connsiteY1" fmla="*/ 98869 h 98869"/>
                  <a:gd name="connsiteX2" fmla="*/ 0 w 98869"/>
                  <a:gd name="connsiteY2" fmla="*/ 49435 h 98869"/>
                  <a:gd name="connsiteX3" fmla="*/ 49435 w 98869"/>
                  <a:gd name="connsiteY3" fmla="*/ 0 h 98869"/>
                  <a:gd name="connsiteX4" fmla="*/ 98869 w 98869"/>
                  <a:gd name="connsiteY4" fmla="*/ 49435 h 988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69" h="98869">
                    <a:moveTo>
                      <a:pt x="98869" y="49435"/>
                    </a:moveTo>
                    <a:cubicBezTo>
                      <a:pt x="98869" y="76737"/>
                      <a:pt x="76737" y="98869"/>
                      <a:pt x="49435" y="98869"/>
                    </a:cubicBezTo>
                    <a:cubicBezTo>
                      <a:pt x="22133" y="98869"/>
                      <a:pt x="0" y="76737"/>
                      <a:pt x="0" y="49435"/>
                    </a:cubicBezTo>
                    <a:cubicBezTo>
                      <a:pt x="0" y="22133"/>
                      <a:pt x="22133" y="0"/>
                      <a:pt x="49435" y="0"/>
                    </a:cubicBezTo>
                    <a:cubicBezTo>
                      <a:pt x="76737" y="0"/>
                      <a:pt x="98869" y="22133"/>
                      <a:pt x="98869" y="49435"/>
                    </a:cubicBezTo>
                    <a:close/>
                  </a:path>
                </a:pathLst>
              </a:custGeom>
              <a:noFill/>
              <a:ln w="15875" cap="rnd">
                <a:solidFill>
                  <a:schemeClr val="accent2"/>
                </a:solidFill>
                <a:prstDash val="solid"/>
                <a:round/>
              </a:ln>
            </p:spPr>
            <p:txBody>
              <a:bodyPr rtlCol="0" anchor="ctr"/>
              <a:lstStyle/>
              <a:p>
                <a:endParaRPr lang="en-IN"/>
              </a:p>
            </p:txBody>
          </p:sp>
        </p:grpSp>
      </p:grpSp>
      <p:grpSp>
        <p:nvGrpSpPr>
          <p:cNvPr id="154" name="Graphic 76">
            <a:extLst>
              <a:ext uri="{FF2B5EF4-FFF2-40B4-BE49-F238E27FC236}">
                <a16:creationId xmlns:a16="http://schemas.microsoft.com/office/drawing/2014/main" id="{579CED0B-6E0E-27E0-1A51-E4F34B2A0C99}"/>
              </a:ext>
            </a:extLst>
          </p:cNvPr>
          <p:cNvGrpSpPr/>
          <p:nvPr/>
        </p:nvGrpSpPr>
        <p:grpSpPr>
          <a:xfrm>
            <a:off x="381000" y="3136561"/>
            <a:ext cx="487203" cy="421290"/>
            <a:chOff x="-70875" y="-942244"/>
            <a:chExt cx="487203" cy="421290"/>
          </a:xfrm>
          <a:noFill/>
        </p:grpSpPr>
        <p:grpSp>
          <p:nvGrpSpPr>
            <p:cNvPr id="155" name="Graphic 76">
              <a:extLst>
                <a:ext uri="{FF2B5EF4-FFF2-40B4-BE49-F238E27FC236}">
                  <a16:creationId xmlns:a16="http://schemas.microsoft.com/office/drawing/2014/main" id="{F392A188-8BEA-8FE2-4377-1067F1E57A17}"/>
                </a:ext>
              </a:extLst>
            </p:cNvPr>
            <p:cNvGrpSpPr/>
            <p:nvPr/>
          </p:nvGrpSpPr>
          <p:grpSpPr>
            <a:xfrm>
              <a:off x="-70875" y="-663733"/>
              <a:ext cx="487203" cy="142779"/>
              <a:chOff x="-70875" y="-663733"/>
              <a:chExt cx="487203" cy="142779"/>
            </a:xfrm>
            <a:noFill/>
          </p:grpSpPr>
          <p:grpSp>
            <p:nvGrpSpPr>
              <p:cNvPr id="156" name="Graphic 76">
                <a:extLst>
                  <a:ext uri="{FF2B5EF4-FFF2-40B4-BE49-F238E27FC236}">
                    <a16:creationId xmlns:a16="http://schemas.microsoft.com/office/drawing/2014/main" id="{5D219CC8-8740-83DA-16EE-C2D2C229A4A0}"/>
                  </a:ext>
                </a:extLst>
              </p:cNvPr>
              <p:cNvGrpSpPr/>
              <p:nvPr/>
            </p:nvGrpSpPr>
            <p:grpSpPr>
              <a:xfrm>
                <a:off x="277835" y="-663733"/>
                <a:ext cx="138493" cy="142779"/>
                <a:chOff x="277835" y="-663733"/>
                <a:chExt cx="138493" cy="142779"/>
              </a:xfrm>
              <a:noFill/>
            </p:grpSpPr>
            <p:sp>
              <p:nvSpPr>
                <p:cNvPr id="157" name="Freeform: Shape 156">
                  <a:extLst>
                    <a:ext uri="{FF2B5EF4-FFF2-40B4-BE49-F238E27FC236}">
                      <a16:creationId xmlns:a16="http://schemas.microsoft.com/office/drawing/2014/main" id="{76D37BA9-977F-8873-4A57-14D93D051BDD}"/>
                    </a:ext>
                  </a:extLst>
                </p:cNvPr>
                <p:cNvSpPr/>
                <p:nvPr/>
              </p:nvSpPr>
              <p:spPr>
                <a:xfrm>
                  <a:off x="311839" y="-663733"/>
                  <a:ext cx="70675" cy="70675"/>
                </a:xfrm>
                <a:custGeom>
                  <a:avLst/>
                  <a:gdLst>
                    <a:gd name="connsiteX0" fmla="*/ 70676 w 70675"/>
                    <a:gd name="connsiteY0" fmla="*/ 35338 h 70675"/>
                    <a:gd name="connsiteX1" fmla="*/ 35338 w 70675"/>
                    <a:gd name="connsiteY1" fmla="*/ 70675 h 70675"/>
                    <a:gd name="connsiteX2" fmla="*/ 0 w 70675"/>
                    <a:gd name="connsiteY2" fmla="*/ 35338 h 70675"/>
                    <a:gd name="connsiteX3" fmla="*/ 35338 w 70675"/>
                    <a:gd name="connsiteY3" fmla="*/ 0 h 70675"/>
                    <a:gd name="connsiteX4" fmla="*/ 70676 w 70675"/>
                    <a:gd name="connsiteY4" fmla="*/ 35338 h 7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75" h="70675">
                      <a:moveTo>
                        <a:pt x="70676" y="35338"/>
                      </a:moveTo>
                      <a:cubicBezTo>
                        <a:pt x="70676" y="54854"/>
                        <a:pt x="54854" y="70675"/>
                        <a:pt x="35338" y="70675"/>
                      </a:cubicBezTo>
                      <a:cubicBezTo>
                        <a:pt x="15821" y="70675"/>
                        <a:pt x="0" y="54854"/>
                        <a:pt x="0" y="35338"/>
                      </a:cubicBezTo>
                      <a:cubicBezTo>
                        <a:pt x="0" y="15821"/>
                        <a:pt x="15821" y="0"/>
                        <a:pt x="35338" y="0"/>
                      </a:cubicBezTo>
                      <a:cubicBezTo>
                        <a:pt x="54854" y="0"/>
                        <a:pt x="70676" y="15821"/>
                        <a:pt x="70676" y="35338"/>
                      </a:cubicBezTo>
                      <a:close/>
                    </a:path>
                  </a:pathLst>
                </a:custGeom>
                <a:noFill/>
                <a:ln w="15875" cap="rnd">
                  <a:solidFill>
                    <a:schemeClr val="accent2"/>
                  </a:solidFill>
                  <a:prstDash val="solid"/>
                  <a:round/>
                </a:ln>
              </p:spPr>
              <p:txBody>
                <a:bodyPr rtlCol="0" anchor="ctr"/>
                <a:lstStyle/>
                <a:p>
                  <a:endParaRPr lang="en-IN"/>
                </a:p>
              </p:txBody>
            </p:sp>
            <p:sp>
              <p:nvSpPr>
                <p:cNvPr id="158" name="Freeform: Shape 157">
                  <a:extLst>
                    <a:ext uri="{FF2B5EF4-FFF2-40B4-BE49-F238E27FC236}">
                      <a16:creationId xmlns:a16="http://schemas.microsoft.com/office/drawing/2014/main" id="{137B6B53-0405-7E4C-C35F-4B1FA6D39811}"/>
                    </a:ext>
                  </a:extLst>
                </p:cNvPr>
                <p:cNvSpPr/>
                <p:nvPr/>
              </p:nvSpPr>
              <p:spPr>
                <a:xfrm>
                  <a:off x="277835" y="-590200"/>
                  <a:ext cx="138493" cy="69246"/>
                </a:xfrm>
                <a:custGeom>
                  <a:avLst/>
                  <a:gdLst>
                    <a:gd name="connsiteX0" fmla="*/ 0 w 138493"/>
                    <a:gd name="connsiteY0" fmla="*/ 69247 h 69246"/>
                    <a:gd name="connsiteX1" fmla="*/ 69247 w 138493"/>
                    <a:gd name="connsiteY1" fmla="*/ 0 h 69246"/>
                    <a:gd name="connsiteX2" fmla="*/ 138494 w 138493"/>
                    <a:gd name="connsiteY2" fmla="*/ 69247 h 69246"/>
                  </a:gdLst>
                  <a:ahLst/>
                  <a:cxnLst>
                    <a:cxn ang="0">
                      <a:pos x="connsiteX0" y="connsiteY0"/>
                    </a:cxn>
                    <a:cxn ang="0">
                      <a:pos x="connsiteX1" y="connsiteY1"/>
                    </a:cxn>
                    <a:cxn ang="0">
                      <a:pos x="connsiteX2" y="connsiteY2"/>
                    </a:cxn>
                  </a:cxnLst>
                  <a:rect l="l" t="t" r="r" b="b"/>
                  <a:pathLst>
                    <a:path w="138493" h="69246">
                      <a:moveTo>
                        <a:pt x="0" y="69247"/>
                      </a:moveTo>
                      <a:cubicBezTo>
                        <a:pt x="0" y="30956"/>
                        <a:pt x="31052" y="0"/>
                        <a:pt x="69247" y="0"/>
                      </a:cubicBezTo>
                      <a:cubicBezTo>
                        <a:pt x="107442" y="0"/>
                        <a:pt x="138494" y="31051"/>
                        <a:pt x="138494" y="69247"/>
                      </a:cubicBezTo>
                    </a:path>
                  </a:pathLst>
                </a:custGeom>
                <a:noFill/>
                <a:ln w="15875" cap="rnd">
                  <a:solidFill>
                    <a:schemeClr val="accent2"/>
                  </a:solidFill>
                  <a:prstDash val="solid"/>
                  <a:round/>
                </a:ln>
              </p:spPr>
              <p:txBody>
                <a:bodyPr rtlCol="0" anchor="ctr"/>
                <a:lstStyle/>
                <a:p>
                  <a:endParaRPr lang="en-IN"/>
                </a:p>
              </p:txBody>
            </p:sp>
          </p:grpSp>
          <p:grpSp>
            <p:nvGrpSpPr>
              <p:cNvPr id="159" name="Graphic 76">
                <a:extLst>
                  <a:ext uri="{FF2B5EF4-FFF2-40B4-BE49-F238E27FC236}">
                    <a16:creationId xmlns:a16="http://schemas.microsoft.com/office/drawing/2014/main" id="{61EFE0C7-0DCE-C070-B2D6-FA0715FF0332}"/>
                  </a:ext>
                </a:extLst>
              </p:cNvPr>
              <p:cNvGrpSpPr/>
              <p:nvPr/>
            </p:nvGrpSpPr>
            <p:grpSpPr>
              <a:xfrm>
                <a:off x="103527" y="-663733"/>
                <a:ext cx="138493" cy="142779"/>
                <a:chOff x="103527" y="-663733"/>
                <a:chExt cx="138493" cy="142779"/>
              </a:xfrm>
              <a:noFill/>
            </p:grpSpPr>
            <p:sp>
              <p:nvSpPr>
                <p:cNvPr id="160" name="Freeform: Shape 159">
                  <a:extLst>
                    <a:ext uri="{FF2B5EF4-FFF2-40B4-BE49-F238E27FC236}">
                      <a16:creationId xmlns:a16="http://schemas.microsoft.com/office/drawing/2014/main" id="{DF2B531B-BDB8-7963-27DD-A716871E4EF6}"/>
                    </a:ext>
                  </a:extLst>
                </p:cNvPr>
                <p:cNvSpPr/>
                <p:nvPr/>
              </p:nvSpPr>
              <p:spPr>
                <a:xfrm>
                  <a:off x="137436" y="-663733"/>
                  <a:ext cx="70675" cy="70675"/>
                </a:xfrm>
                <a:custGeom>
                  <a:avLst/>
                  <a:gdLst>
                    <a:gd name="connsiteX0" fmla="*/ 70676 w 70675"/>
                    <a:gd name="connsiteY0" fmla="*/ 35338 h 70675"/>
                    <a:gd name="connsiteX1" fmla="*/ 35338 w 70675"/>
                    <a:gd name="connsiteY1" fmla="*/ 70675 h 70675"/>
                    <a:gd name="connsiteX2" fmla="*/ 0 w 70675"/>
                    <a:gd name="connsiteY2" fmla="*/ 35338 h 70675"/>
                    <a:gd name="connsiteX3" fmla="*/ 35338 w 70675"/>
                    <a:gd name="connsiteY3" fmla="*/ 0 h 70675"/>
                    <a:gd name="connsiteX4" fmla="*/ 70676 w 70675"/>
                    <a:gd name="connsiteY4" fmla="*/ 35338 h 7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75" h="70675">
                      <a:moveTo>
                        <a:pt x="70676" y="35338"/>
                      </a:moveTo>
                      <a:cubicBezTo>
                        <a:pt x="70676" y="54854"/>
                        <a:pt x="54854" y="70675"/>
                        <a:pt x="35338" y="70675"/>
                      </a:cubicBezTo>
                      <a:cubicBezTo>
                        <a:pt x="15821" y="70675"/>
                        <a:pt x="0" y="54854"/>
                        <a:pt x="0" y="35338"/>
                      </a:cubicBezTo>
                      <a:cubicBezTo>
                        <a:pt x="0" y="15821"/>
                        <a:pt x="15821" y="0"/>
                        <a:pt x="35338" y="0"/>
                      </a:cubicBezTo>
                      <a:cubicBezTo>
                        <a:pt x="54854" y="0"/>
                        <a:pt x="70676" y="15821"/>
                        <a:pt x="70676" y="35338"/>
                      </a:cubicBezTo>
                      <a:close/>
                    </a:path>
                  </a:pathLst>
                </a:custGeom>
                <a:noFill/>
                <a:ln w="15875" cap="rnd">
                  <a:solidFill>
                    <a:schemeClr val="accent2"/>
                  </a:solidFill>
                  <a:prstDash val="solid"/>
                  <a:round/>
                </a:ln>
              </p:spPr>
              <p:txBody>
                <a:bodyPr rtlCol="0" anchor="ctr"/>
                <a:lstStyle/>
                <a:p>
                  <a:endParaRPr lang="en-IN"/>
                </a:p>
              </p:txBody>
            </p:sp>
            <p:sp>
              <p:nvSpPr>
                <p:cNvPr id="161" name="Freeform: Shape 160">
                  <a:extLst>
                    <a:ext uri="{FF2B5EF4-FFF2-40B4-BE49-F238E27FC236}">
                      <a16:creationId xmlns:a16="http://schemas.microsoft.com/office/drawing/2014/main" id="{EDBD74BD-A97A-8C65-45A9-AF6F75FDA0D0}"/>
                    </a:ext>
                  </a:extLst>
                </p:cNvPr>
                <p:cNvSpPr/>
                <p:nvPr/>
              </p:nvSpPr>
              <p:spPr>
                <a:xfrm>
                  <a:off x="103527" y="-590200"/>
                  <a:ext cx="138493" cy="69246"/>
                </a:xfrm>
                <a:custGeom>
                  <a:avLst/>
                  <a:gdLst>
                    <a:gd name="connsiteX0" fmla="*/ 0 w 138493"/>
                    <a:gd name="connsiteY0" fmla="*/ 69247 h 69246"/>
                    <a:gd name="connsiteX1" fmla="*/ 69247 w 138493"/>
                    <a:gd name="connsiteY1" fmla="*/ 0 h 69246"/>
                    <a:gd name="connsiteX2" fmla="*/ 138494 w 138493"/>
                    <a:gd name="connsiteY2" fmla="*/ 69247 h 69246"/>
                  </a:gdLst>
                  <a:ahLst/>
                  <a:cxnLst>
                    <a:cxn ang="0">
                      <a:pos x="connsiteX0" y="connsiteY0"/>
                    </a:cxn>
                    <a:cxn ang="0">
                      <a:pos x="connsiteX1" y="connsiteY1"/>
                    </a:cxn>
                    <a:cxn ang="0">
                      <a:pos x="connsiteX2" y="connsiteY2"/>
                    </a:cxn>
                  </a:cxnLst>
                  <a:rect l="l" t="t" r="r" b="b"/>
                  <a:pathLst>
                    <a:path w="138493" h="69246">
                      <a:moveTo>
                        <a:pt x="0" y="69247"/>
                      </a:moveTo>
                      <a:cubicBezTo>
                        <a:pt x="0" y="30956"/>
                        <a:pt x="31052" y="0"/>
                        <a:pt x="69247" y="0"/>
                      </a:cubicBezTo>
                      <a:cubicBezTo>
                        <a:pt x="107442" y="0"/>
                        <a:pt x="138494" y="31051"/>
                        <a:pt x="138494" y="69247"/>
                      </a:cubicBezTo>
                    </a:path>
                  </a:pathLst>
                </a:custGeom>
                <a:noFill/>
                <a:ln w="15875" cap="rnd">
                  <a:solidFill>
                    <a:schemeClr val="accent2"/>
                  </a:solidFill>
                  <a:prstDash val="solid"/>
                  <a:round/>
                </a:ln>
              </p:spPr>
              <p:txBody>
                <a:bodyPr rtlCol="0" anchor="ctr"/>
                <a:lstStyle/>
                <a:p>
                  <a:endParaRPr lang="en-IN"/>
                </a:p>
              </p:txBody>
            </p:sp>
          </p:grpSp>
          <p:grpSp>
            <p:nvGrpSpPr>
              <p:cNvPr id="162" name="Graphic 76">
                <a:extLst>
                  <a:ext uri="{FF2B5EF4-FFF2-40B4-BE49-F238E27FC236}">
                    <a16:creationId xmlns:a16="http://schemas.microsoft.com/office/drawing/2014/main" id="{2546F50C-65DE-BE4B-0CB1-87C4669B460C}"/>
                  </a:ext>
                </a:extLst>
              </p:cNvPr>
              <p:cNvGrpSpPr/>
              <p:nvPr/>
            </p:nvGrpSpPr>
            <p:grpSpPr>
              <a:xfrm>
                <a:off x="-70875" y="-663733"/>
                <a:ext cx="138493" cy="142779"/>
                <a:chOff x="-70875" y="-663733"/>
                <a:chExt cx="138493" cy="142779"/>
              </a:xfrm>
              <a:noFill/>
            </p:grpSpPr>
            <p:sp>
              <p:nvSpPr>
                <p:cNvPr id="163" name="Freeform: Shape 162">
                  <a:extLst>
                    <a:ext uri="{FF2B5EF4-FFF2-40B4-BE49-F238E27FC236}">
                      <a16:creationId xmlns:a16="http://schemas.microsoft.com/office/drawing/2014/main" id="{63FDD049-59F1-2C6F-48F7-184025593ED8}"/>
                    </a:ext>
                  </a:extLst>
                </p:cNvPr>
                <p:cNvSpPr/>
                <p:nvPr/>
              </p:nvSpPr>
              <p:spPr>
                <a:xfrm>
                  <a:off x="-36870" y="-663733"/>
                  <a:ext cx="70675" cy="70675"/>
                </a:xfrm>
                <a:custGeom>
                  <a:avLst/>
                  <a:gdLst>
                    <a:gd name="connsiteX0" fmla="*/ 70676 w 70675"/>
                    <a:gd name="connsiteY0" fmla="*/ 35338 h 70675"/>
                    <a:gd name="connsiteX1" fmla="*/ 35338 w 70675"/>
                    <a:gd name="connsiteY1" fmla="*/ 70675 h 70675"/>
                    <a:gd name="connsiteX2" fmla="*/ 0 w 70675"/>
                    <a:gd name="connsiteY2" fmla="*/ 35338 h 70675"/>
                    <a:gd name="connsiteX3" fmla="*/ 35338 w 70675"/>
                    <a:gd name="connsiteY3" fmla="*/ 0 h 70675"/>
                    <a:gd name="connsiteX4" fmla="*/ 70676 w 70675"/>
                    <a:gd name="connsiteY4" fmla="*/ 35338 h 7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75" h="70675">
                      <a:moveTo>
                        <a:pt x="70676" y="35338"/>
                      </a:moveTo>
                      <a:cubicBezTo>
                        <a:pt x="70676" y="54854"/>
                        <a:pt x="54854" y="70675"/>
                        <a:pt x="35338" y="70675"/>
                      </a:cubicBezTo>
                      <a:cubicBezTo>
                        <a:pt x="15821" y="70675"/>
                        <a:pt x="0" y="54854"/>
                        <a:pt x="0" y="35338"/>
                      </a:cubicBezTo>
                      <a:cubicBezTo>
                        <a:pt x="0" y="15821"/>
                        <a:pt x="15821" y="0"/>
                        <a:pt x="35338" y="0"/>
                      </a:cubicBezTo>
                      <a:cubicBezTo>
                        <a:pt x="54854" y="0"/>
                        <a:pt x="70676" y="15821"/>
                        <a:pt x="70676" y="35338"/>
                      </a:cubicBezTo>
                      <a:close/>
                    </a:path>
                  </a:pathLst>
                </a:custGeom>
                <a:noFill/>
                <a:ln w="15875" cap="rnd">
                  <a:solidFill>
                    <a:schemeClr val="accent2"/>
                  </a:solidFill>
                  <a:prstDash val="solid"/>
                  <a:round/>
                </a:ln>
              </p:spPr>
              <p:txBody>
                <a:bodyPr rtlCol="0" anchor="ctr"/>
                <a:lstStyle/>
                <a:p>
                  <a:endParaRPr lang="en-IN"/>
                </a:p>
              </p:txBody>
            </p:sp>
            <p:sp>
              <p:nvSpPr>
                <p:cNvPr id="164" name="Freeform: Shape 163">
                  <a:extLst>
                    <a:ext uri="{FF2B5EF4-FFF2-40B4-BE49-F238E27FC236}">
                      <a16:creationId xmlns:a16="http://schemas.microsoft.com/office/drawing/2014/main" id="{653CF107-0CC8-1C16-066F-50FABAE95BEF}"/>
                    </a:ext>
                  </a:extLst>
                </p:cNvPr>
                <p:cNvSpPr/>
                <p:nvPr/>
              </p:nvSpPr>
              <p:spPr>
                <a:xfrm>
                  <a:off x="-70875" y="-590200"/>
                  <a:ext cx="138493" cy="69246"/>
                </a:xfrm>
                <a:custGeom>
                  <a:avLst/>
                  <a:gdLst>
                    <a:gd name="connsiteX0" fmla="*/ 0 w 138493"/>
                    <a:gd name="connsiteY0" fmla="*/ 69247 h 69246"/>
                    <a:gd name="connsiteX1" fmla="*/ 69247 w 138493"/>
                    <a:gd name="connsiteY1" fmla="*/ 0 h 69246"/>
                    <a:gd name="connsiteX2" fmla="*/ 138494 w 138493"/>
                    <a:gd name="connsiteY2" fmla="*/ 69247 h 69246"/>
                  </a:gdLst>
                  <a:ahLst/>
                  <a:cxnLst>
                    <a:cxn ang="0">
                      <a:pos x="connsiteX0" y="connsiteY0"/>
                    </a:cxn>
                    <a:cxn ang="0">
                      <a:pos x="connsiteX1" y="connsiteY1"/>
                    </a:cxn>
                    <a:cxn ang="0">
                      <a:pos x="connsiteX2" y="connsiteY2"/>
                    </a:cxn>
                  </a:cxnLst>
                  <a:rect l="l" t="t" r="r" b="b"/>
                  <a:pathLst>
                    <a:path w="138493" h="69246">
                      <a:moveTo>
                        <a:pt x="0" y="69247"/>
                      </a:moveTo>
                      <a:cubicBezTo>
                        <a:pt x="0" y="30956"/>
                        <a:pt x="31052" y="0"/>
                        <a:pt x="69247" y="0"/>
                      </a:cubicBezTo>
                      <a:cubicBezTo>
                        <a:pt x="107442" y="0"/>
                        <a:pt x="138494" y="31051"/>
                        <a:pt x="138494" y="69247"/>
                      </a:cubicBezTo>
                    </a:path>
                  </a:pathLst>
                </a:custGeom>
                <a:noFill/>
                <a:ln w="15875" cap="rnd">
                  <a:solidFill>
                    <a:schemeClr val="accent2"/>
                  </a:solidFill>
                  <a:prstDash val="solid"/>
                  <a:round/>
                </a:ln>
              </p:spPr>
              <p:txBody>
                <a:bodyPr rtlCol="0" anchor="ctr"/>
                <a:lstStyle/>
                <a:p>
                  <a:endParaRPr lang="en-IN"/>
                </a:p>
              </p:txBody>
            </p:sp>
          </p:grpSp>
        </p:grpSp>
        <p:grpSp>
          <p:nvGrpSpPr>
            <p:cNvPr id="165" name="Graphic 76">
              <a:extLst>
                <a:ext uri="{FF2B5EF4-FFF2-40B4-BE49-F238E27FC236}">
                  <a16:creationId xmlns:a16="http://schemas.microsoft.com/office/drawing/2014/main" id="{5F02741E-0331-A54E-5285-1F8057F8D377}"/>
                </a:ext>
              </a:extLst>
            </p:cNvPr>
            <p:cNvGrpSpPr/>
            <p:nvPr/>
          </p:nvGrpSpPr>
          <p:grpSpPr>
            <a:xfrm>
              <a:off x="-1532" y="-942244"/>
              <a:ext cx="348614" cy="232029"/>
              <a:chOff x="-1532" y="-942244"/>
              <a:chExt cx="348614" cy="232029"/>
            </a:xfrm>
            <a:noFill/>
          </p:grpSpPr>
          <p:grpSp>
            <p:nvGrpSpPr>
              <p:cNvPr id="166" name="Graphic 76">
                <a:extLst>
                  <a:ext uri="{FF2B5EF4-FFF2-40B4-BE49-F238E27FC236}">
                    <a16:creationId xmlns:a16="http://schemas.microsoft.com/office/drawing/2014/main" id="{8AB5DAEA-003B-1A4C-10CA-AEAC0B83F18D}"/>
                  </a:ext>
                </a:extLst>
              </p:cNvPr>
              <p:cNvGrpSpPr/>
              <p:nvPr/>
            </p:nvGrpSpPr>
            <p:grpSpPr>
              <a:xfrm>
                <a:off x="79048" y="-942244"/>
                <a:ext cx="187451" cy="186213"/>
                <a:chOff x="79048" y="-942244"/>
                <a:chExt cx="187451" cy="186213"/>
              </a:xfrm>
              <a:noFill/>
            </p:grpSpPr>
            <p:sp>
              <p:nvSpPr>
                <p:cNvPr id="167" name="Freeform: Shape 166">
                  <a:extLst>
                    <a:ext uri="{FF2B5EF4-FFF2-40B4-BE49-F238E27FC236}">
                      <a16:creationId xmlns:a16="http://schemas.microsoft.com/office/drawing/2014/main" id="{33E43376-9BA8-FE02-12BF-1F28A8D02526}"/>
                    </a:ext>
                  </a:extLst>
                </p:cNvPr>
                <p:cNvSpPr/>
                <p:nvPr/>
              </p:nvSpPr>
              <p:spPr>
                <a:xfrm>
                  <a:off x="79048" y="-942244"/>
                  <a:ext cx="187451" cy="186213"/>
                </a:xfrm>
                <a:custGeom>
                  <a:avLst/>
                  <a:gdLst>
                    <a:gd name="connsiteX0" fmla="*/ 26956 w 187451"/>
                    <a:gd name="connsiteY0" fmla="*/ 75343 h 186213"/>
                    <a:gd name="connsiteX1" fmla="*/ 27908 w 187451"/>
                    <a:gd name="connsiteY1" fmla="*/ 72581 h 186213"/>
                    <a:gd name="connsiteX2" fmla="*/ 32575 w 187451"/>
                    <a:gd name="connsiteY2" fmla="*/ 61722 h 186213"/>
                    <a:gd name="connsiteX3" fmla="*/ 34100 w 187451"/>
                    <a:gd name="connsiteY3" fmla="*/ 58960 h 186213"/>
                    <a:gd name="connsiteX4" fmla="*/ 32195 w 187451"/>
                    <a:gd name="connsiteY4" fmla="*/ 56483 h 186213"/>
                    <a:gd name="connsiteX5" fmla="*/ 18574 w 187451"/>
                    <a:gd name="connsiteY5" fmla="*/ 38481 h 186213"/>
                    <a:gd name="connsiteX6" fmla="*/ 30671 w 187451"/>
                    <a:gd name="connsiteY6" fmla="*/ 25432 h 186213"/>
                    <a:gd name="connsiteX7" fmla="*/ 39719 w 187451"/>
                    <a:gd name="connsiteY7" fmla="*/ 18002 h 186213"/>
                    <a:gd name="connsiteX8" fmla="*/ 59626 w 187451"/>
                    <a:gd name="connsiteY8" fmla="*/ 33528 h 186213"/>
                    <a:gd name="connsiteX9" fmla="*/ 62389 w 187451"/>
                    <a:gd name="connsiteY9" fmla="*/ 32004 h 186213"/>
                    <a:gd name="connsiteX10" fmla="*/ 73247 w 187451"/>
                    <a:gd name="connsiteY10" fmla="*/ 27337 h 186213"/>
                    <a:gd name="connsiteX11" fmla="*/ 76391 w 187451"/>
                    <a:gd name="connsiteY11" fmla="*/ 26384 h 186213"/>
                    <a:gd name="connsiteX12" fmla="*/ 76676 w 187451"/>
                    <a:gd name="connsiteY12" fmla="*/ 23241 h 186213"/>
                    <a:gd name="connsiteX13" fmla="*/ 80105 w 187451"/>
                    <a:gd name="connsiteY13" fmla="*/ 286 h 186213"/>
                    <a:gd name="connsiteX14" fmla="*/ 108013 w 187451"/>
                    <a:gd name="connsiteY14" fmla="*/ 0 h 186213"/>
                    <a:gd name="connsiteX15" fmla="*/ 112014 w 187451"/>
                    <a:gd name="connsiteY15" fmla="*/ 26384 h 186213"/>
                    <a:gd name="connsiteX16" fmla="*/ 114776 w 187451"/>
                    <a:gd name="connsiteY16" fmla="*/ 27337 h 186213"/>
                    <a:gd name="connsiteX17" fmla="*/ 125635 w 187451"/>
                    <a:gd name="connsiteY17" fmla="*/ 31718 h 186213"/>
                    <a:gd name="connsiteX18" fmla="*/ 128397 w 187451"/>
                    <a:gd name="connsiteY18" fmla="*/ 32957 h 186213"/>
                    <a:gd name="connsiteX19" fmla="*/ 148876 w 187451"/>
                    <a:gd name="connsiteY19" fmla="*/ 17431 h 186213"/>
                    <a:gd name="connsiteX20" fmla="*/ 169069 w 187451"/>
                    <a:gd name="connsiteY20" fmla="*/ 38576 h 186213"/>
                    <a:gd name="connsiteX21" fmla="*/ 162877 w 187451"/>
                    <a:gd name="connsiteY21" fmla="*/ 46958 h 186213"/>
                    <a:gd name="connsiteX22" fmla="*/ 155734 w 187451"/>
                    <a:gd name="connsiteY22" fmla="*/ 56007 h 186213"/>
                    <a:gd name="connsiteX23" fmla="*/ 153829 w 187451"/>
                    <a:gd name="connsiteY23" fmla="*/ 58484 h 186213"/>
                    <a:gd name="connsiteX24" fmla="*/ 155067 w 187451"/>
                    <a:gd name="connsiteY24" fmla="*/ 61246 h 186213"/>
                    <a:gd name="connsiteX25" fmla="*/ 160020 w 187451"/>
                    <a:gd name="connsiteY25" fmla="*/ 73057 h 186213"/>
                    <a:gd name="connsiteX26" fmla="*/ 160972 w 187451"/>
                    <a:gd name="connsiteY26" fmla="*/ 75819 h 186213"/>
                    <a:gd name="connsiteX27" fmla="*/ 186785 w 187451"/>
                    <a:gd name="connsiteY27" fmla="*/ 79534 h 186213"/>
                    <a:gd name="connsiteX28" fmla="*/ 187452 w 187451"/>
                    <a:gd name="connsiteY28" fmla="*/ 107442 h 186213"/>
                    <a:gd name="connsiteX29" fmla="*/ 161068 w 187451"/>
                    <a:gd name="connsiteY29" fmla="*/ 111443 h 186213"/>
                    <a:gd name="connsiteX30" fmla="*/ 160115 w 187451"/>
                    <a:gd name="connsiteY30" fmla="*/ 114205 h 186213"/>
                    <a:gd name="connsiteX31" fmla="*/ 155448 w 187451"/>
                    <a:gd name="connsiteY31" fmla="*/ 125063 h 186213"/>
                    <a:gd name="connsiteX32" fmla="*/ 153924 w 187451"/>
                    <a:gd name="connsiteY32" fmla="*/ 127540 h 186213"/>
                    <a:gd name="connsiteX33" fmla="*/ 155829 w 187451"/>
                    <a:gd name="connsiteY33" fmla="*/ 130016 h 186213"/>
                    <a:gd name="connsiteX34" fmla="*/ 169450 w 187451"/>
                    <a:gd name="connsiteY34" fmla="*/ 148019 h 186213"/>
                    <a:gd name="connsiteX35" fmla="*/ 157353 w 187451"/>
                    <a:gd name="connsiteY35" fmla="*/ 161068 h 186213"/>
                    <a:gd name="connsiteX36" fmla="*/ 148304 w 187451"/>
                    <a:gd name="connsiteY36" fmla="*/ 168497 h 186213"/>
                    <a:gd name="connsiteX37" fmla="*/ 128111 w 187451"/>
                    <a:gd name="connsiteY37" fmla="*/ 152686 h 186213"/>
                    <a:gd name="connsiteX38" fmla="*/ 125349 w 187451"/>
                    <a:gd name="connsiteY38" fmla="*/ 154210 h 186213"/>
                    <a:gd name="connsiteX39" fmla="*/ 114491 w 187451"/>
                    <a:gd name="connsiteY39" fmla="*/ 158877 h 186213"/>
                    <a:gd name="connsiteX40" fmla="*/ 111347 w 187451"/>
                    <a:gd name="connsiteY40" fmla="*/ 159830 h 186213"/>
                    <a:gd name="connsiteX41" fmla="*/ 111062 w 187451"/>
                    <a:gd name="connsiteY41" fmla="*/ 162973 h 186213"/>
                    <a:gd name="connsiteX42" fmla="*/ 107918 w 187451"/>
                    <a:gd name="connsiteY42" fmla="*/ 185928 h 186213"/>
                    <a:gd name="connsiteX43" fmla="*/ 107633 w 187451"/>
                    <a:gd name="connsiteY43" fmla="*/ 185928 h 186213"/>
                    <a:gd name="connsiteX44" fmla="*/ 79724 w 187451"/>
                    <a:gd name="connsiteY44" fmla="*/ 186214 h 186213"/>
                    <a:gd name="connsiteX45" fmla="*/ 75724 w 187451"/>
                    <a:gd name="connsiteY45" fmla="*/ 159830 h 186213"/>
                    <a:gd name="connsiteX46" fmla="*/ 72962 w 187451"/>
                    <a:gd name="connsiteY46" fmla="*/ 158877 h 186213"/>
                    <a:gd name="connsiteX47" fmla="*/ 62103 w 187451"/>
                    <a:gd name="connsiteY47" fmla="*/ 154496 h 186213"/>
                    <a:gd name="connsiteX48" fmla="*/ 59626 w 187451"/>
                    <a:gd name="connsiteY48" fmla="*/ 153829 h 186213"/>
                    <a:gd name="connsiteX49" fmla="*/ 39148 w 187451"/>
                    <a:gd name="connsiteY49" fmla="*/ 169355 h 186213"/>
                    <a:gd name="connsiteX50" fmla="*/ 18955 w 187451"/>
                    <a:gd name="connsiteY50" fmla="*/ 148590 h 186213"/>
                    <a:gd name="connsiteX51" fmla="*/ 25146 w 187451"/>
                    <a:gd name="connsiteY51" fmla="*/ 140208 h 186213"/>
                    <a:gd name="connsiteX52" fmla="*/ 32290 w 187451"/>
                    <a:gd name="connsiteY52" fmla="*/ 131159 h 186213"/>
                    <a:gd name="connsiteX53" fmla="*/ 34195 w 187451"/>
                    <a:gd name="connsiteY53" fmla="*/ 128683 h 186213"/>
                    <a:gd name="connsiteX54" fmla="*/ 32671 w 187451"/>
                    <a:gd name="connsiteY54" fmla="*/ 125920 h 186213"/>
                    <a:gd name="connsiteX55" fmla="*/ 27718 w 187451"/>
                    <a:gd name="connsiteY55" fmla="*/ 114395 h 186213"/>
                    <a:gd name="connsiteX56" fmla="*/ 26765 w 187451"/>
                    <a:gd name="connsiteY56" fmla="*/ 111252 h 186213"/>
                    <a:gd name="connsiteX57" fmla="*/ 667 w 187451"/>
                    <a:gd name="connsiteY57" fmla="*/ 107537 h 186213"/>
                    <a:gd name="connsiteX58" fmla="*/ 0 w 187451"/>
                    <a:gd name="connsiteY58" fmla="*/ 79629 h 186213"/>
                    <a:gd name="connsiteX59" fmla="*/ 27051 w 187451"/>
                    <a:gd name="connsiteY59" fmla="*/ 75248 h 186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187451" h="186213">
                      <a:moveTo>
                        <a:pt x="26956" y="75343"/>
                      </a:moveTo>
                      <a:lnTo>
                        <a:pt x="27908" y="72581"/>
                      </a:lnTo>
                      <a:cubicBezTo>
                        <a:pt x="29146" y="68866"/>
                        <a:pt x="30385" y="65437"/>
                        <a:pt x="32575" y="61722"/>
                      </a:cubicBezTo>
                      <a:lnTo>
                        <a:pt x="34100" y="58960"/>
                      </a:lnTo>
                      <a:lnTo>
                        <a:pt x="32195" y="56483"/>
                      </a:lnTo>
                      <a:cubicBezTo>
                        <a:pt x="28766" y="51530"/>
                        <a:pt x="24098" y="45625"/>
                        <a:pt x="18574" y="38481"/>
                      </a:cubicBezTo>
                      <a:cubicBezTo>
                        <a:pt x="20764" y="35719"/>
                        <a:pt x="24765" y="31337"/>
                        <a:pt x="30671" y="25432"/>
                      </a:cubicBezTo>
                      <a:cubicBezTo>
                        <a:pt x="37529" y="18574"/>
                        <a:pt x="39719" y="17621"/>
                        <a:pt x="39719" y="18002"/>
                      </a:cubicBezTo>
                      <a:lnTo>
                        <a:pt x="59626" y="33528"/>
                      </a:lnTo>
                      <a:lnTo>
                        <a:pt x="62389" y="32004"/>
                      </a:lnTo>
                      <a:cubicBezTo>
                        <a:pt x="65818" y="30099"/>
                        <a:pt x="69533" y="28575"/>
                        <a:pt x="73247" y="27337"/>
                      </a:cubicBezTo>
                      <a:lnTo>
                        <a:pt x="76391" y="26384"/>
                      </a:lnTo>
                      <a:lnTo>
                        <a:pt x="76676" y="23241"/>
                      </a:lnTo>
                      <a:cubicBezTo>
                        <a:pt x="77914" y="12097"/>
                        <a:pt x="79153" y="4286"/>
                        <a:pt x="80105" y="286"/>
                      </a:cubicBezTo>
                      <a:lnTo>
                        <a:pt x="108013" y="0"/>
                      </a:lnTo>
                      <a:lnTo>
                        <a:pt x="112014" y="26384"/>
                      </a:lnTo>
                      <a:lnTo>
                        <a:pt x="114776" y="27337"/>
                      </a:lnTo>
                      <a:cubicBezTo>
                        <a:pt x="118777" y="28575"/>
                        <a:pt x="122206" y="30099"/>
                        <a:pt x="125635" y="31718"/>
                      </a:cubicBezTo>
                      <a:lnTo>
                        <a:pt x="128397" y="32957"/>
                      </a:lnTo>
                      <a:lnTo>
                        <a:pt x="148876" y="17431"/>
                      </a:lnTo>
                      <a:cubicBezTo>
                        <a:pt x="159448" y="27337"/>
                        <a:pt x="166306" y="34195"/>
                        <a:pt x="169069" y="38576"/>
                      </a:cubicBezTo>
                      <a:cubicBezTo>
                        <a:pt x="167830" y="40481"/>
                        <a:pt x="165640" y="43244"/>
                        <a:pt x="162877" y="46958"/>
                      </a:cubicBezTo>
                      <a:cubicBezTo>
                        <a:pt x="159734" y="50959"/>
                        <a:pt x="157258" y="53816"/>
                        <a:pt x="155734" y="56007"/>
                      </a:cubicBezTo>
                      <a:lnTo>
                        <a:pt x="153829" y="58484"/>
                      </a:lnTo>
                      <a:lnTo>
                        <a:pt x="155067" y="61246"/>
                      </a:lnTo>
                      <a:cubicBezTo>
                        <a:pt x="157258" y="65246"/>
                        <a:pt x="158782" y="69056"/>
                        <a:pt x="160020" y="73057"/>
                      </a:cubicBezTo>
                      <a:lnTo>
                        <a:pt x="160972" y="75819"/>
                      </a:lnTo>
                      <a:lnTo>
                        <a:pt x="186785" y="79534"/>
                      </a:lnTo>
                      <a:lnTo>
                        <a:pt x="187452" y="107442"/>
                      </a:lnTo>
                      <a:lnTo>
                        <a:pt x="161068" y="111443"/>
                      </a:lnTo>
                      <a:lnTo>
                        <a:pt x="160115" y="114205"/>
                      </a:lnTo>
                      <a:cubicBezTo>
                        <a:pt x="158591" y="118586"/>
                        <a:pt x="156972" y="122301"/>
                        <a:pt x="155448" y="125063"/>
                      </a:cubicBezTo>
                      <a:lnTo>
                        <a:pt x="153924" y="127540"/>
                      </a:lnTo>
                      <a:lnTo>
                        <a:pt x="155829" y="130016"/>
                      </a:lnTo>
                      <a:cubicBezTo>
                        <a:pt x="158972" y="134398"/>
                        <a:pt x="163259" y="140303"/>
                        <a:pt x="169450" y="148019"/>
                      </a:cubicBezTo>
                      <a:cubicBezTo>
                        <a:pt x="167259" y="150781"/>
                        <a:pt x="163259" y="155448"/>
                        <a:pt x="157353" y="161068"/>
                      </a:cubicBezTo>
                      <a:cubicBezTo>
                        <a:pt x="150495" y="167926"/>
                        <a:pt x="148304" y="168497"/>
                        <a:pt x="148304" y="168497"/>
                      </a:cubicBezTo>
                      <a:lnTo>
                        <a:pt x="128111" y="152686"/>
                      </a:lnTo>
                      <a:lnTo>
                        <a:pt x="125349" y="154210"/>
                      </a:lnTo>
                      <a:cubicBezTo>
                        <a:pt x="121920" y="156115"/>
                        <a:pt x="118205" y="157639"/>
                        <a:pt x="114491" y="158877"/>
                      </a:cubicBezTo>
                      <a:lnTo>
                        <a:pt x="111347" y="159830"/>
                      </a:lnTo>
                      <a:lnTo>
                        <a:pt x="111062" y="162973"/>
                      </a:lnTo>
                      <a:cubicBezTo>
                        <a:pt x="109823" y="174117"/>
                        <a:pt x="108585" y="181928"/>
                        <a:pt x="107918" y="185928"/>
                      </a:cubicBezTo>
                      <a:lnTo>
                        <a:pt x="107633" y="185928"/>
                      </a:lnTo>
                      <a:lnTo>
                        <a:pt x="79724" y="186214"/>
                      </a:lnTo>
                      <a:lnTo>
                        <a:pt x="75724" y="159830"/>
                      </a:lnTo>
                      <a:lnTo>
                        <a:pt x="72962" y="158877"/>
                      </a:lnTo>
                      <a:cubicBezTo>
                        <a:pt x="69247" y="157639"/>
                        <a:pt x="65532" y="156115"/>
                        <a:pt x="62103" y="154496"/>
                      </a:cubicBezTo>
                      <a:lnTo>
                        <a:pt x="59626" y="153829"/>
                      </a:lnTo>
                      <a:lnTo>
                        <a:pt x="39148" y="169355"/>
                      </a:lnTo>
                      <a:cubicBezTo>
                        <a:pt x="28861" y="160020"/>
                        <a:pt x="22098" y="152876"/>
                        <a:pt x="18955" y="148590"/>
                      </a:cubicBezTo>
                      <a:cubicBezTo>
                        <a:pt x="20193" y="146685"/>
                        <a:pt x="22384" y="143923"/>
                        <a:pt x="25146" y="140208"/>
                      </a:cubicBezTo>
                      <a:cubicBezTo>
                        <a:pt x="28289" y="136208"/>
                        <a:pt x="30766" y="133064"/>
                        <a:pt x="32290" y="131159"/>
                      </a:cubicBezTo>
                      <a:lnTo>
                        <a:pt x="34195" y="128683"/>
                      </a:lnTo>
                      <a:lnTo>
                        <a:pt x="32671" y="125920"/>
                      </a:lnTo>
                      <a:cubicBezTo>
                        <a:pt x="30480" y="121920"/>
                        <a:pt x="28956" y="118110"/>
                        <a:pt x="27718" y="114395"/>
                      </a:cubicBezTo>
                      <a:lnTo>
                        <a:pt x="26765" y="111252"/>
                      </a:lnTo>
                      <a:lnTo>
                        <a:pt x="667" y="107537"/>
                      </a:lnTo>
                      <a:lnTo>
                        <a:pt x="0" y="79629"/>
                      </a:lnTo>
                      <a:lnTo>
                        <a:pt x="27051" y="75248"/>
                      </a:lnTo>
                      <a:close/>
                    </a:path>
                  </a:pathLst>
                </a:custGeom>
                <a:noFill/>
                <a:ln w="15875" cap="rnd">
                  <a:solidFill>
                    <a:schemeClr val="accent2"/>
                  </a:solidFill>
                  <a:prstDash val="solid"/>
                  <a:round/>
                </a:ln>
              </p:spPr>
              <p:txBody>
                <a:bodyPr rtlCol="0" anchor="ctr"/>
                <a:lstStyle/>
                <a:p>
                  <a:endParaRPr lang="en-IN"/>
                </a:p>
              </p:txBody>
            </p:sp>
            <p:sp>
              <p:nvSpPr>
                <p:cNvPr id="168" name="Freeform: Shape 167">
                  <a:extLst>
                    <a:ext uri="{FF2B5EF4-FFF2-40B4-BE49-F238E27FC236}">
                      <a16:creationId xmlns:a16="http://schemas.microsoft.com/office/drawing/2014/main" id="{8C504F8F-F909-4E5F-4CC2-DDFB696C18B5}"/>
                    </a:ext>
                  </a:extLst>
                </p:cNvPr>
                <p:cNvSpPr/>
                <p:nvPr/>
              </p:nvSpPr>
              <p:spPr>
                <a:xfrm>
                  <a:off x="142770" y="-879284"/>
                  <a:ext cx="60007" cy="60007"/>
                </a:xfrm>
                <a:custGeom>
                  <a:avLst/>
                  <a:gdLst>
                    <a:gd name="connsiteX0" fmla="*/ 60007 w 60007"/>
                    <a:gd name="connsiteY0" fmla="*/ 30004 h 60007"/>
                    <a:gd name="connsiteX1" fmla="*/ 30004 w 60007"/>
                    <a:gd name="connsiteY1" fmla="*/ 60007 h 60007"/>
                    <a:gd name="connsiteX2" fmla="*/ 0 w 60007"/>
                    <a:gd name="connsiteY2" fmla="*/ 30004 h 60007"/>
                    <a:gd name="connsiteX3" fmla="*/ 30004 w 60007"/>
                    <a:gd name="connsiteY3" fmla="*/ 0 h 60007"/>
                    <a:gd name="connsiteX4" fmla="*/ 60007 w 60007"/>
                    <a:gd name="connsiteY4" fmla="*/ 30004 h 6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007" h="60007">
                      <a:moveTo>
                        <a:pt x="60007" y="30004"/>
                      </a:moveTo>
                      <a:cubicBezTo>
                        <a:pt x="60007" y="46574"/>
                        <a:pt x="46574" y="60007"/>
                        <a:pt x="30004" y="60007"/>
                      </a:cubicBezTo>
                      <a:cubicBezTo>
                        <a:pt x="13433" y="60007"/>
                        <a:pt x="0" y="46574"/>
                        <a:pt x="0" y="30004"/>
                      </a:cubicBezTo>
                      <a:cubicBezTo>
                        <a:pt x="0" y="13433"/>
                        <a:pt x="13433" y="0"/>
                        <a:pt x="30004" y="0"/>
                      </a:cubicBezTo>
                      <a:cubicBezTo>
                        <a:pt x="46574" y="0"/>
                        <a:pt x="60007" y="13433"/>
                        <a:pt x="60007" y="30004"/>
                      </a:cubicBezTo>
                      <a:close/>
                    </a:path>
                  </a:pathLst>
                </a:custGeom>
                <a:noFill/>
                <a:ln w="15875" cap="rnd">
                  <a:solidFill>
                    <a:schemeClr val="accent2"/>
                  </a:solidFill>
                  <a:prstDash val="solid"/>
                  <a:round/>
                </a:ln>
              </p:spPr>
              <p:txBody>
                <a:bodyPr rtlCol="0" anchor="ctr"/>
                <a:lstStyle/>
                <a:p>
                  <a:endParaRPr lang="en-IN"/>
                </a:p>
              </p:txBody>
            </p:sp>
          </p:grpSp>
          <p:sp>
            <p:nvSpPr>
              <p:cNvPr id="169" name="Freeform: Shape 168">
                <a:extLst>
                  <a:ext uri="{FF2B5EF4-FFF2-40B4-BE49-F238E27FC236}">
                    <a16:creationId xmlns:a16="http://schemas.microsoft.com/office/drawing/2014/main" id="{CF96005D-48C0-35BC-99A9-4FA930D786FB}"/>
                  </a:ext>
                </a:extLst>
              </p:cNvPr>
              <p:cNvSpPr/>
              <p:nvPr/>
            </p:nvSpPr>
            <p:spPr>
              <a:xfrm>
                <a:off x="-1532" y="-819181"/>
                <a:ext cx="111632" cy="108965"/>
              </a:xfrm>
              <a:custGeom>
                <a:avLst/>
                <a:gdLst>
                  <a:gd name="connsiteX0" fmla="*/ 0 w 111632"/>
                  <a:gd name="connsiteY0" fmla="*/ 108966 h 108965"/>
                  <a:gd name="connsiteX1" fmla="*/ 0 w 111632"/>
                  <a:gd name="connsiteY1" fmla="*/ 0 h 108965"/>
                  <a:gd name="connsiteX2" fmla="*/ 111633 w 111632"/>
                  <a:gd name="connsiteY2" fmla="*/ 0 h 108965"/>
                </a:gdLst>
                <a:ahLst/>
                <a:cxnLst>
                  <a:cxn ang="0">
                    <a:pos x="connsiteX0" y="connsiteY0"/>
                  </a:cxn>
                  <a:cxn ang="0">
                    <a:pos x="connsiteX1" y="connsiteY1"/>
                  </a:cxn>
                  <a:cxn ang="0">
                    <a:pos x="connsiteX2" y="connsiteY2"/>
                  </a:cxn>
                </a:cxnLst>
                <a:rect l="l" t="t" r="r" b="b"/>
                <a:pathLst>
                  <a:path w="111632" h="108965">
                    <a:moveTo>
                      <a:pt x="0" y="108966"/>
                    </a:moveTo>
                    <a:lnTo>
                      <a:pt x="0" y="0"/>
                    </a:lnTo>
                    <a:lnTo>
                      <a:pt x="111633" y="0"/>
                    </a:lnTo>
                  </a:path>
                </a:pathLst>
              </a:custGeom>
              <a:noFill/>
              <a:ln w="15875" cap="rnd">
                <a:solidFill>
                  <a:schemeClr val="accent2"/>
                </a:solidFill>
                <a:prstDash val="solid"/>
                <a:round/>
              </a:ln>
            </p:spPr>
            <p:txBody>
              <a:bodyPr rtlCol="0" anchor="ctr"/>
              <a:lstStyle/>
              <a:p>
                <a:endParaRPr lang="en-IN"/>
              </a:p>
            </p:txBody>
          </p:sp>
          <p:sp>
            <p:nvSpPr>
              <p:cNvPr id="170" name="Freeform: Shape 169">
                <a:extLst>
                  <a:ext uri="{FF2B5EF4-FFF2-40B4-BE49-F238E27FC236}">
                    <a16:creationId xmlns:a16="http://schemas.microsoft.com/office/drawing/2014/main" id="{C11D19E0-85C6-53AD-BAA8-74B95AD5CE98}"/>
                  </a:ext>
                </a:extLst>
              </p:cNvPr>
              <p:cNvSpPr/>
              <p:nvPr/>
            </p:nvSpPr>
            <p:spPr>
              <a:xfrm>
                <a:off x="235544" y="-819181"/>
                <a:ext cx="111537" cy="108965"/>
              </a:xfrm>
              <a:custGeom>
                <a:avLst/>
                <a:gdLst>
                  <a:gd name="connsiteX0" fmla="*/ 0 w 111537"/>
                  <a:gd name="connsiteY0" fmla="*/ 0 h 108965"/>
                  <a:gd name="connsiteX1" fmla="*/ 111538 w 111537"/>
                  <a:gd name="connsiteY1" fmla="*/ 0 h 108965"/>
                  <a:gd name="connsiteX2" fmla="*/ 111538 w 111537"/>
                  <a:gd name="connsiteY2" fmla="*/ 108966 h 108965"/>
                </a:gdLst>
                <a:ahLst/>
                <a:cxnLst>
                  <a:cxn ang="0">
                    <a:pos x="connsiteX0" y="connsiteY0"/>
                  </a:cxn>
                  <a:cxn ang="0">
                    <a:pos x="connsiteX1" y="connsiteY1"/>
                  </a:cxn>
                  <a:cxn ang="0">
                    <a:pos x="connsiteX2" y="connsiteY2"/>
                  </a:cxn>
                </a:cxnLst>
                <a:rect l="l" t="t" r="r" b="b"/>
                <a:pathLst>
                  <a:path w="111537" h="108965">
                    <a:moveTo>
                      <a:pt x="0" y="0"/>
                    </a:moveTo>
                    <a:lnTo>
                      <a:pt x="111538" y="0"/>
                    </a:lnTo>
                    <a:lnTo>
                      <a:pt x="111538" y="108966"/>
                    </a:lnTo>
                  </a:path>
                </a:pathLst>
              </a:custGeom>
              <a:noFill/>
              <a:ln w="15875" cap="rnd">
                <a:solidFill>
                  <a:schemeClr val="accent2"/>
                </a:solidFill>
                <a:prstDash val="solid"/>
                <a:round/>
              </a:ln>
            </p:spPr>
            <p:txBody>
              <a:bodyPr rtlCol="0" anchor="ctr"/>
              <a:lstStyle/>
              <a:p>
                <a:endParaRPr lang="en-IN"/>
              </a:p>
            </p:txBody>
          </p:sp>
          <p:sp>
            <p:nvSpPr>
              <p:cNvPr id="171" name="Freeform: Shape 170">
                <a:extLst>
                  <a:ext uri="{FF2B5EF4-FFF2-40B4-BE49-F238E27FC236}">
                    <a16:creationId xmlns:a16="http://schemas.microsoft.com/office/drawing/2014/main" id="{636F2938-8ECC-8F31-8971-A23D552A3943}"/>
                  </a:ext>
                </a:extLst>
              </p:cNvPr>
              <p:cNvSpPr/>
              <p:nvPr/>
            </p:nvSpPr>
            <p:spPr>
              <a:xfrm>
                <a:off x="172774" y="-756125"/>
                <a:ext cx="9525" cy="45910"/>
              </a:xfrm>
              <a:custGeom>
                <a:avLst/>
                <a:gdLst>
                  <a:gd name="connsiteX0" fmla="*/ 0 w 9525"/>
                  <a:gd name="connsiteY0" fmla="*/ 45910 h 45910"/>
                  <a:gd name="connsiteX1" fmla="*/ 0 w 9525"/>
                  <a:gd name="connsiteY1" fmla="*/ 0 h 45910"/>
                </a:gdLst>
                <a:ahLst/>
                <a:cxnLst>
                  <a:cxn ang="0">
                    <a:pos x="connsiteX0" y="connsiteY0"/>
                  </a:cxn>
                  <a:cxn ang="0">
                    <a:pos x="connsiteX1" y="connsiteY1"/>
                  </a:cxn>
                </a:cxnLst>
                <a:rect l="l" t="t" r="r" b="b"/>
                <a:pathLst>
                  <a:path w="9525" h="45910">
                    <a:moveTo>
                      <a:pt x="0" y="45910"/>
                    </a:moveTo>
                    <a:lnTo>
                      <a:pt x="0" y="0"/>
                    </a:lnTo>
                  </a:path>
                </a:pathLst>
              </a:custGeom>
              <a:noFill/>
              <a:ln w="15875" cap="rnd">
                <a:solidFill>
                  <a:schemeClr val="accent2"/>
                </a:solidFill>
                <a:prstDash val="solid"/>
                <a:round/>
              </a:ln>
            </p:spPr>
            <p:txBody>
              <a:bodyPr rtlCol="0" anchor="ctr"/>
              <a:lstStyle/>
              <a:p>
                <a:endParaRPr lang="en-IN"/>
              </a:p>
            </p:txBody>
          </p:sp>
        </p:grpSp>
      </p:grpSp>
      <p:grpSp>
        <p:nvGrpSpPr>
          <p:cNvPr id="172" name="Graphic 76">
            <a:extLst>
              <a:ext uri="{FF2B5EF4-FFF2-40B4-BE49-F238E27FC236}">
                <a16:creationId xmlns:a16="http://schemas.microsoft.com/office/drawing/2014/main" id="{94708D94-B08B-E9C7-0D25-477B0C3B3DD6}"/>
              </a:ext>
            </a:extLst>
          </p:cNvPr>
          <p:cNvGrpSpPr/>
          <p:nvPr/>
        </p:nvGrpSpPr>
        <p:grpSpPr>
          <a:xfrm>
            <a:off x="381000" y="3930651"/>
            <a:ext cx="493238" cy="353882"/>
            <a:chOff x="957539" y="-951007"/>
            <a:chExt cx="671226" cy="481584"/>
          </a:xfrm>
          <a:noFill/>
        </p:grpSpPr>
        <p:sp>
          <p:nvSpPr>
            <p:cNvPr id="173" name="Freeform: Shape 172">
              <a:extLst>
                <a:ext uri="{FF2B5EF4-FFF2-40B4-BE49-F238E27FC236}">
                  <a16:creationId xmlns:a16="http://schemas.microsoft.com/office/drawing/2014/main" id="{3E0B0856-2B59-117E-7276-B08481514C98}"/>
                </a:ext>
              </a:extLst>
            </p:cNvPr>
            <p:cNvSpPr/>
            <p:nvPr/>
          </p:nvSpPr>
          <p:spPr>
            <a:xfrm>
              <a:off x="957539" y="-529335"/>
              <a:ext cx="671226" cy="59912"/>
            </a:xfrm>
            <a:custGeom>
              <a:avLst/>
              <a:gdLst>
                <a:gd name="connsiteX0" fmla="*/ 95 w 671226"/>
                <a:gd name="connsiteY0" fmla="*/ 0 h 59912"/>
                <a:gd name="connsiteX1" fmla="*/ 671227 w 671226"/>
                <a:gd name="connsiteY1" fmla="*/ 0 h 59912"/>
                <a:gd name="connsiteX2" fmla="*/ 671227 w 671226"/>
                <a:gd name="connsiteY2" fmla="*/ 32766 h 59912"/>
                <a:gd name="connsiteX3" fmla="*/ 644081 w 671226"/>
                <a:gd name="connsiteY3" fmla="*/ 59912 h 59912"/>
                <a:gd name="connsiteX4" fmla="*/ 27146 w 671226"/>
                <a:gd name="connsiteY4" fmla="*/ 59912 h 59912"/>
                <a:gd name="connsiteX5" fmla="*/ 0 w 671226"/>
                <a:gd name="connsiteY5" fmla="*/ 32766 h 59912"/>
                <a:gd name="connsiteX6" fmla="*/ 0 w 671226"/>
                <a:gd name="connsiteY6" fmla="*/ 0 h 59912"/>
                <a:gd name="connsiteX7" fmla="*/ 0 w 671226"/>
                <a:gd name="connsiteY7" fmla="*/ 0 h 59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1226" h="59912">
                  <a:moveTo>
                    <a:pt x="95" y="0"/>
                  </a:moveTo>
                  <a:lnTo>
                    <a:pt x="671227" y="0"/>
                  </a:lnTo>
                  <a:lnTo>
                    <a:pt x="671227" y="32766"/>
                  </a:lnTo>
                  <a:cubicBezTo>
                    <a:pt x="671227" y="47720"/>
                    <a:pt x="659035" y="59912"/>
                    <a:pt x="644081" y="59912"/>
                  </a:cubicBezTo>
                  <a:lnTo>
                    <a:pt x="27146" y="59912"/>
                  </a:lnTo>
                  <a:cubicBezTo>
                    <a:pt x="12192" y="59912"/>
                    <a:pt x="0" y="47720"/>
                    <a:pt x="0" y="32766"/>
                  </a:cubicBezTo>
                  <a:lnTo>
                    <a:pt x="0" y="0"/>
                  </a:lnTo>
                  <a:lnTo>
                    <a:pt x="0" y="0"/>
                  </a:lnTo>
                  <a:close/>
                </a:path>
              </a:pathLst>
            </a:custGeom>
            <a:noFill/>
            <a:ln w="15875" cap="rnd">
              <a:solidFill>
                <a:schemeClr val="accent2"/>
              </a:solidFill>
              <a:prstDash val="solid"/>
              <a:round/>
            </a:ln>
          </p:spPr>
          <p:txBody>
            <a:bodyPr rtlCol="0" anchor="ctr"/>
            <a:lstStyle/>
            <a:p>
              <a:endParaRPr lang="en-IN"/>
            </a:p>
          </p:txBody>
        </p:sp>
        <p:sp>
          <p:nvSpPr>
            <p:cNvPr id="174" name="Freeform: Shape 173">
              <a:extLst>
                <a:ext uri="{FF2B5EF4-FFF2-40B4-BE49-F238E27FC236}">
                  <a16:creationId xmlns:a16="http://schemas.microsoft.com/office/drawing/2014/main" id="{506AD0B0-F633-4F6B-6B23-B31DF353465C}"/>
                </a:ext>
              </a:extLst>
            </p:cNvPr>
            <p:cNvSpPr/>
            <p:nvPr/>
          </p:nvSpPr>
          <p:spPr>
            <a:xfrm>
              <a:off x="983256" y="-951007"/>
              <a:ext cx="618458" cy="421671"/>
            </a:xfrm>
            <a:custGeom>
              <a:avLst/>
              <a:gdLst>
                <a:gd name="connsiteX0" fmla="*/ 14478 w 618458"/>
                <a:gd name="connsiteY0" fmla="*/ 95 h 421671"/>
                <a:gd name="connsiteX1" fmla="*/ 603885 w 618458"/>
                <a:gd name="connsiteY1" fmla="*/ 95 h 421671"/>
                <a:gd name="connsiteX2" fmla="*/ 618458 w 618458"/>
                <a:gd name="connsiteY2" fmla="*/ 14668 h 421671"/>
                <a:gd name="connsiteX3" fmla="*/ 618458 w 618458"/>
                <a:gd name="connsiteY3" fmla="*/ 421672 h 421671"/>
                <a:gd name="connsiteX4" fmla="*/ 0 w 618458"/>
                <a:gd name="connsiteY4" fmla="*/ 421672 h 421671"/>
                <a:gd name="connsiteX5" fmla="*/ 0 w 618458"/>
                <a:gd name="connsiteY5" fmla="*/ 14573 h 421671"/>
                <a:gd name="connsiteX6" fmla="*/ 14573 w 618458"/>
                <a:gd name="connsiteY6" fmla="*/ 0 h 421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8458" h="421671">
                  <a:moveTo>
                    <a:pt x="14478" y="95"/>
                  </a:moveTo>
                  <a:lnTo>
                    <a:pt x="603885" y="95"/>
                  </a:lnTo>
                  <a:cubicBezTo>
                    <a:pt x="611886" y="95"/>
                    <a:pt x="618458" y="6572"/>
                    <a:pt x="618458" y="14668"/>
                  </a:cubicBezTo>
                  <a:lnTo>
                    <a:pt x="618458" y="421672"/>
                  </a:lnTo>
                  <a:lnTo>
                    <a:pt x="0" y="421672"/>
                  </a:lnTo>
                  <a:lnTo>
                    <a:pt x="0" y="14573"/>
                  </a:lnTo>
                  <a:cubicBezTo>
                    <a:pt x="0" y="6572"/>
                    <a:pt x="6477" y="0"/>
                    <a:pt x="14573" y="0"/>
                  </a:cubicBezTo>
                  <a:close/>
                </a:path>
              </a:pathLst>
            </a:custGeom>
            <a:noFill/>
            <a:ln w="15875" cap="rnd">
              <a:solidFill>
                <a:schemeClr val="accent2"/>
              </a:solidFill>
              <a:prstDash val="solid"/>
              <a:round/>
            </a:ln>
          </p:spPr>
          <p:txBody>
            <a:bodyPr rtlCol="0" anchor="ctr"/>
            <a:lstStyle/>
            <a:p>
              <a:endParaRPr lang="en-IN"/>
            </a:p>
          </p:txBody>
        </p:sp>
        <p:sp>
          <p:nvSpPr>
            <p:cNvPr id="175" name="Freeform: Shape 174">
              <a:extLst>
                <a:ext uri="{FF2B5EF4-FFF2-40B4-BE49-F238E27FC236}">
                  <a16:creationId xmlns:a16="http://schemas.microsoft.com/office/drawing/2014/main" id="{EAD43F32-1563-42BD-C33D-EB64758004E7}"/>
                </a:ext>
              </a:extLst>
            </p:cNvPr>
            <p:cNvSpPr/>
            <p:nvPr/>
          </p:nvSpPr>
          <p:spPr>
            <a:xfrm>
              <a:off x="1022880" y="-912526"/>
              <a:ext cx="539591" cy="349091"/>
            </a:xfrm>
            <a:custGeom>
              <a:avLst/>
              <a:gdLst>
                <a:gd name="connsiteX0" fmla="*/ 532352 w 539591"/>
                <a:gd name="connsiteY0" fmla="*/ 0 h 349091"/>
                <a:gd name="connsiteX1" fmla="*/ 539592 w 539591"/>
                <a:gd name="connsiteY1" fmla="*/ 7239 h 349091"/>
                <a:gd name="connsiteX2" fmla="*/ 539592 w 539591"/>
                <a:gd name="connsiteY2" fmla="*/ 341852 h 349091"/>
                <a:gd name="connsiteX3" fmla="*/ 532352 w 539591"/>
                <a:gd name="connsiteY3" fmla="*/ 349091 h 349091"/>
                <a:gd name="connsiteX4" fmla="*/ 7239 w 539591"/>
                <a:gd name="connsiteY4" fmla="*/ 349091 h 349091"/>
                <a:gd name="connsiteX5" fmla="*/ 0 w 539591"/>
                <a:gd name="connsiteY5" fmla="*/ 341852 h 349091"/>
                <a:gd name="connsiteX6" fmla="*/ 0 w 539591"/>
                <a:gd name="connsiteY6" fmla="*/ 7239 h 349091"/>
                <a:gd name="connsiteX7" fmla="*/ 7239 w 539591"/>
                <a:gd name="connsiteY7" fmla="*/ 0 h 349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9591" h="349091">
                  <a:moveTo>
                    <a:pt x="532352" y="0"/>
                  </a:moveTo>
                  <a:cubicBezTo>
                    <a:pt x="536350" y="0"/>
                    <a:pt x="539592" y="3241"/>
                    <a:pt x="539592" y="7239"/>
                  </a:cubicBezTo>
                  <a:lnTo>
                    <a:pt x="539592" y="341852"/>
                  </a:lnTo>
                  <a:cubicBezTo>
                    <a:pt x="539592" y="345850"/>
                    <a:pt x="536350" y="349091"/>
                    <a:pt x="532352" y="349091"/>
                  </a:cubicBezTo>
                  <a:lnTo>
                    <a:pt x="7239" y="349091"/>
                  </a:lnTo>
                  <a:cubicBezTo>
                    <a:pt x="3241" y="349091"/>
                    <a:pt x="0" y="345850"/>
                    <a:pt x="0" y="341852"/>
                  </a:cubicBezTo>
                  <a:lnTo>
                    <a:pt x="0" y="7239"/>
                  </a:lnTo>
                  <a:cubicBezTo>
                    <a:pt x="0" y="3241"/>
                    <a:pt x="3241" y="0"/>
                    <a:pt x="7239" y="0"/>
                  </a:cubicBezTo>
                  <a:close/>
                </a:path>
              </a:pathLst>
            </a:custGeom>
            <a:noFill/>
            <a:ln w="15875" cap="rnd">
              <a:solidFill>
                <a:schemeClr val="accent2"/>
              </a:solidFill>
              <a:prstDash val="solid"/>
              <a:round/>
            </a:ln>
          </p:spPr>
          <p:txBody>
            <a:bodyPr rtlCol="0" anchor="ctr"/>
            <a:lstStyle/>
            <a:p>
              <a:endParaRPr lang="en-IN"/>
            </a:p>
          </p:txBody>
        </p:sp>
        <p:sp>
          <p:nvSpPr>
            <p:cNvPr id="176" name="Freeform: Shape 175">
              <a:extLst>
                <a:ext uri="{FF2B5EF4-FFF2-40B4-BE49-F238E27FC236}">
                  <a16:creationId xmlns:a16="http://schemas.microsoft.com/office/drawing/2014/main" id="{1B170293-8749-1A61-B23F-BE0337DB0C9B}"/>
                </a:ext>
              </a:extLst>
            </p:cNvPr>
            <p:cNvSpPr/>
            <p:nvPr/>
          </p:nvSpPr>
          <p:spPr>
            <a:xfrm>
              <a:off x="1299867" y="-876521"/>
              <a:ext cx="230981" cy="284130"/>
            </a:xfrm>
            <a:custGeom>
              <a:avLst/>
              <a:gdLst>
                <a:gd name="connsiteX0" fmla="*/ 0 w 230981"/>
                <a:gd name="connsiteY0" fmla="*/ 0 h 284130"/>
                <a:gd name="connsiteX1" fmla="*/ 0 w 230981"/>
                <a:gd name="connsiteY1" fmla="*/ 284131 h 284130"/>
                <a:gd name="connsiteX2" fmla="*/ 230981 w 230981"/>
                <a:gd name="connsiteY2" fmla="*/ 284131 h 284130"/>
              </a:gdLst>
              <a:ahLst/>
              <a:cxnLst>
                <a:cxn ang="0">
                  <a:pos x="connsiteX0" y="connsiteY0"/>
                </a:cxn>
                <a:cxn ang="0">
                  <a:pos x="connsiteX1" y="connsiteY1"/>
                </a:cxn>
                <a:cxn ang="0">
                  <a:pos x="connsiteX2" y="connsiteY2"/>
                </a:cxn>
              </a:cxnLst>
              <a:rect l="l" t="t" r="r" b="b"/>
              <a:pathLst>
                <a:path w="230981" h="284130">
                  <a:moveTo>
                    <a:pt x="0" y="0"/>
                  </a:moveTo>
                  <a:lnTo>
                    <a:pt x="0" y="284131"/>
                  </a:lnTo>
                  <a:lnTo>
                    <a:pt x="230981" y="284131"/>
                  </a:lnTo>
                </a:path>
              </a:pathLst>
            </a:custGeom>
            <a:noFill/>
            <a:ln w="15875" cap="rnd">
              <a:solidFill>
                <a:schemeClr val="accent2"/>
              </a:solidFill>
              <a:prstDash val="solid"/>
              <a:round/>
            </a:ln>
          </p:spPr>
          <p:txBody>
            <a:bodyPr rtlCol="0" anchor="ctr"/>
            <a:lstStyle/>
            <a:p>
              <a:endParaRPr lang="en-IN"/>
            </a:p>
          </p:txBody>
        </p:sp>
        <p:sp>
          <p:nvSpPr>
            <p:cNvPr id="177" name="Freeform: Shape 176">
              <a:extLst>
                <a:ext uri="{FF2B5EF4-FFF2-40B4-BE49-F238E27FC236}">
                  <a16:creationId xmlns:a16="http://schemas.microsoft.com/office/drawing/2014/main" id="{7E3E0D40-18A1-F4CF-5FAA-F06C477718B6}"/>
                </a:ext>
              </a:extLst>
            </p:cNvPr>
            <p:cNvSpPr/>
            <p:nvPr/>
          </p:nvSpPr>
          <p:spPr>
            <a:xfrm>
              <a:off x="1325585" y="-685545"/>
              <a:ext cx="44291" cy="93154"/>
            </a:xfrm>
            <a:custGeom>
              <a:avLst/>
              <a:gdLst>
                <a:gd name="connsiteX0" fmla="*/ 0 w 44291"/>
                <a:gd name="connsiteY0" fmla="*/ 0 h 93154"/>
                <a:gd name="connsiteX1" fmla="*/ 44291 w 44291"/>
                <a:gd name="connsiteY1" fmla="*/ 0 h 93154"/>
                <a:gd name="connsiteX2" fmla="*/ 44291 w 44291"/>
                <a:gd name="connsiteY2" fmla="*/ 93154 h 93154"/>
                <a:gd name="connsiteX3" fmla="*/ 0 w 44291"/>
                <a:gd name="connsiteY3" fmla="*/ 93154 h 93154"/>
              </a:gdLst>
              <a:ahLst/>
              <a:cxnLst>
                <a:cxn ang="0">
                  <a:pos x="connsiteX0" y="connsiteY0"/>
                </a:cxn>
                <a:cxn ang="0">
                  <a:pos x="connsiteX1" y="connsiteY1"/>
                </a:cxn>
                <a:cxn ang="0">
                  <a:pos x="connsiteX2" y="connsiteY2"/>
                </a:cxn>
                <a:cxn ang="0">
                  <a:pos x="connsiteX3" y="connsiteY3"/>
                </a:cxn>
              </a:cxnLst>
              <a:rect l="l" t="t" r="r" b="b"/>
              <a:pathLst>
                <a:path w="44291" h="93154">
                  <a:moveTo>
                    <a:pt x="0" y="0"/>
                  </a:moveTo>
                  <a:lnTo>
                    <a:pt x="44291" y="0"/>
                  </a:lnTo>
                  <a:lnTo>
                    <a:pt x="44291" y="93154"/>
                  </a:lnTo>
                  <a:lnTo>
                    <a:pt x="0" y="93154"/>
                  </a:lnTo>
                  <a:close/>
                </a:path>
              </a:pathLst>
            </a:custGeom>
            <a:noFill/>
            <a:ln w="15875" cap="rnd">
              <a:solidFill>
                <a:schemeClr val="accent2"/>
              </a:solidFill>
              <a:prstDash val="solid"/>
              <a:round/>
            </a:ln>
          </p:spPr>
          <p:txBody>
            <a:bodyPr rtlCol="0" anchor="ctr"/>
            <a:lstStyle/>
            <a:p>
              <a:endParaRPr lang="en-IN"/>
            </a:p>
          </p:txBody>
        </p:sp>
        <p:sp>
          <p:nvSpPr>
            <p:cNvPr id="178" name="Freeform: Shape 177">
              <a:extLst>
                <a:ext uri="{FF2B5EF4-FFF2-40B4-BE49-F238E27FC236}">
                  <a16:creationId xmlns:a16="http://schemas.microsoft.com/office/drawing/2014/main" id="{8370A0F3-41D8-DF45-CB7A-93004A4D56AA}"/>
                </a:ext>
              </a:extLst>
            </p:cNvPr>
            <p:cNvSpPr/>
            <p:nvPr/>
          </p:nvSpPr>
          <p:spPr>
            <a:xfrm>
              <a:off x="1389021" y="-750887"/>
              <a:ext cx="44291" cy="158496"/>
            </a:xfrm>
            <a:custGeom>
              <a:avLst/>
              <a:gdLst>
                <a:gd name="connsiteX0" fmla="*/ 0 w 44291"/>
                <a:gd name="connsiteY0" fmla="*/ 0 h 158496"/>
                <a:gd name="connsiteX1" fmla="*/ 44291 w 44291"/>
                <a:gd name="connsiteY1" fmla="*/ 0 h 158496"/>
                <a:gd name="connsiteX2" fmla="*/ 44291 w 44291"/>
                <a:gd name="connsiteY2" fmla="*/ 158496 h 158496"/>
                <a:gd name="connsiteX3" fmla="*/ 0 w 44291"/>
                <a:gd name="connsiteY3" fmla="*/ 158496 h 158496"/>
              </a:gdLst>
              <a:ahLst/>
              <a:cxnLst>
                <a:cxn ang="0">
                  <a:pos x="connsiteX0" y="connsiteY0"/>
                </a:cxn>
                <a:cxn ang="0">
                  <a:pos x="connsiteX1" y="connsiteY1"/>
                </a:cxn>
                <a:cxn ang="0">
                  <a:pos x="connsiteX2" y="connsiteY2"/>
                </a:cxn>
                <a:cxn ang="0">
                  <a:pos x="connsiteX3" y="connsiteY3"/>
                </a:cxn>
              </a:cxnLst>
              <a:rect l="l" t="t" r="r" b="b"/>
              <a:pathLst>
                <a:path w="44291" h="158496">
                  <a:moveTo>
                    <a:pt x="0" y="0"/>
                  </a:moveTo>
                  <a:lnTo>
                    <a:pt x="44291" y="0"/>
                  </a:lnTo>
                  <a:lnTo>
                    <a:pt x="44291" y="158496"/>
                  </a:lnTo>
                  <a:lnTo>
                    <a:pt x="0" y="158496"/>
                  </a:lnTo>
                  <a:close/>
                </a:path>
              </a:pathLst>
            </a:custGeom>
            <a:noFill/>
            <a:ln w="15875" cap="rnd">
              <a:solidFill>
                <a:schemeClr val="accent2"/>
              </a:solidFill>
              <a:prstDash val="solid"/>
              <a:round/>
            </a:ln>
          </p:spPr>
          <p:txBody>
            <a:bodyPr rtlCol="0" anchor="ctr"/>
            <a:lstStyle/>
            <a:p>
              <a:endParaRPr lang="en-IN"/>
            </a:p>
          </p:txBody>
        </p:sp>
        <p:sp>
          <p:nvSpPr>
            <p:cNvPr id="179" name="Freeform: Shape 178">
              <a:extLst>
                <a:ext uri="{FF2B5EF4-FFF2-40B4-BE49-F238E27FC236}">
                  <a16:creationId xmlns:a16="http://schemas.microsoft.com/office/drawing/2014/main" id="{5B8A581F-44FC-D704-104D-8DF3F3326CE8}"/>
                </a:ext>
              </a:extLst>
            </p:cNvPr>
            <p:cNvSpPr/>
            <p:nvPr/>
          </p:nvSpPr>
          <p:spPr>
            <a:xfrm>
              <a:off x="1451410" y="-824039"/>
              <a:ext cx="44291" cy="231648"/>
            </a:xfrm>
            <a:custGeom>
              <a:avLst/>
              <a:gdLst>
                <a:gd name="connsiteX0" fmla="*/ 0 w 44291"/>
                <a:gd name="connsiteY0" fmla="*/ 0 h 231648"/>
                <a:gd name="connsiteX1" fmla="*/ 44291 w 44291"/>
                <a:gd name="connsiteY1" fmla="*/ 0 h 231648"/>
                <a:gd name="connsiteX2" fmla="*/ 44291 w 44291"/>
                <a:gd name="connsiteY2" fmla="*/ 231648 h 231648"/>
                <a:gd name="connsiteX3" fmla="*/ 0 w 44291"/>
                <a:gd name="connsiteY3" fmla="*/ 231648 h 231648"/>
              </a:gdLst>
              <a:ahLst/>
              <a:cxnLst>
                <a:cxn ang="0">
                  <a:pos x="connsiteX0" y="connsiteY0"/>
                </a:cxn>
                <a:cxn ang="0">
                  <a:pos x="connsiteX1" y="connsiteY1"/>
                </a:cxn>
                <a:cxn ang="0">
                  <a:pos x="connsiteX2" y="connsiteY2"/>
                </a:cxn>
                <a:cxn ang="0">
                  <a:pos x="connsiteX3" y="connsiteY3"/>
                </a:cxn>
              </a:cxnLst>
              <a:rect l="l" t="t" r="r" b="b"/>
              <a:pathLst>
                <a:path w="44291" h="231648">
                  <a:moveTo>
                    <a:pt x="0" y="0"/>
                  </a:moveTo>
                  <a:lnTo>
                    <a:pt x="44291" y="0"/>
                  </a:lnTo>
                  <a:lnTo>
                    <a:pt x="44291" y="231648"/>
                  </a:lnTo>
                  <a:lnTo>
                    <a:pt x="0" y="231648"/>
                  </a:lnTo>
                  <a:close/>
                </a:path>
              </a:pathLst>
            </a:custGeom>
            <a:noFill/>
            <a:ln w="15875" cap="rnd">
              <a:solidFill>
                <a:schemeClr val="accent2"/>
              </a:solidFill>
              <a:prstDash val="solid"/>
              <a:round/>
            </a:ln>
          </p:spPr>
          <p:txBody>
            <a:bodyPr rtlCol="0" anchor="ctr"/>
            <a:lstStyle/>
            <a:p>
              <a:endParaRPr lang="en-IN"/>
            </a:p>
          </p:txBody>
        </p:sp>
        <p:sp>
          <p:nvSpPr>
            <p:cNvPr id="180" name="Freeform: Shape 179">
              <a:extLst>
                <a:ext uri="{FF2B5EF4-FFF2-40B4-BE49-F238E27FC236}">
                  <a16:creationId xmlns:a16="http://schemas.microsoft.com/office/drawing/2014/main" id="{1FC2C9B6-6DBA-1479-BFAB-57B3402ADD13}"/>
                </a:ext>
              </a:extLst>
            </p:cNvPr>
            <p:cNvSpPr/>
            <p:nvPr/>
          </p:nvSpPr>
          <p:spPr>
            <a:xfrm>
              <a:off x="1062314" y="-880998"/>
              <a:ext cx="154304" cy="154304"/>
            </a:xfrm>
            <a:custGeom>
              <a:avLst/>
              <a:gdLst>
                <a:gd name="connsiteX0" fmla="*/ 154305 w 154304"/>
                <a:gd name="connsiteY0" fmla="*/ 77153 h 154304"/>
                <a:gd name="connsiteX1" fmla="*/ 77152 w 154304"/>
                <a:gd name="connsiteY1" fmla="*/ 154305 h 154304"/>
                <a:gd name="connsiteX2" fmla="*/ 0 w 154304"/>
                <a:gd name="connsiteY2" fmla="*/ 77153 h 154304"/>
                <a:gd name="connsiteX3" fmla="*/ 77152 w 154304"/>
                <a:gd name="connsiteY3" fmla="*/ 0 h 154304"/>
                <a:gd name="connsiteX4" fmla="*/ 154305 w 154304"/>
                <a:gd name="connsiteY4" fmla="*/ 77153 h 1543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304" h="154304">
                  <a:moveTo>
                    <a:pt x="154305" y="77153"/>
                  </a:moveTo>
                  <a:cubicBezTo>
                    <a:pt x="154305" y="119763"/>
                    <a:pt x="119763" y="154305"/>
                    <a:pt x="77152" y="154305"/>
                  </a:cubicBezTo>
                  <a:cubicBezTo>
                    <a:pt x="34542" y="154305"/>
                    <a:pt x="0" y="119763"/>
                    <a:pt x="0" y="77153"/>
                  </a:cubicBezTo>
                  <a:cubicBezTo>
                    <a:pt x="0" y="34542"/>
                    <a:pt x="34542" y="0"/>
                    <a:pt x="77152" y="0"/>
                  </a:cubicBezTo>
                  <a:cubicBezTo>
                    <a:pt x="119763" y="0"/>
                    <a:pt x="154305" y="34542"/>
                    <a:pt x="154305" y="77153"/>
                  </a:cubicBezTo>
                  <a:close/>
                </a:path>
              </a:pathLst>
            </a:custGeom>
            <a:noFill/>
            <a:ln w="15875" cap="rnd">
              <a:solidFill>
                <a:schemeClr val="accent2"/>
              </a:solidFill>
              <a:prstDash val="solid"/>
              <a:round/>
            </a:ln>
          </p:spPr>
          <p:txBody>
            <a:bodyPr rtlCol="0" anchor="ctr"/>
            <a:lstStyle/>
            <a:p>
              <a:endParaRPr lang="en-IN"/>
            </a:p>
          </p:txBody>
        </p:sp>
        <p:sp>
          <p:nvSpPr>
            <p:cNvPr id="181" name="Freeform: Shape 180">
              <a:extLst>
                <a:ext uri="{FF2B5EF4-FFF2-40B4-BE49-F238E27FC236}">
                  <a16:creationId xmlns:a16="http://schemas.microsoft.com/office/drawing/2014/main" id="{C28A98D0-4E2A-156A-E2F7-54548F1238DC}"/>
                </a:ext>
              </a:extLst>
            </p:cNvPr>
            <p:cNvSpPr/>
            <p:nvPr/>
          </p:nvSpPr>
          <p:spPr>
            <a:xfrm>
              <a:off x="1139466" y="-880998"/>
              <a:ext cx="9525" cy="154305"/>
            </a:xfrm>
            <a:custGeom>
              <a:avLst/>
              <a:gdLst>
                <a:gd name="connsiteX0" fmla="*/ 0 w 9525"/>
                <a:gd name="connsiteY0" fmla="*/ 0 h 154305"/>
                <a:gd name="connsiteX1" fmla="*/ 0 w 9525"/>
                <a:gd name="connsiteY1" fmla="*/ 154305 h 154305"/>
              </a:gdLst>
              <a:ahLst/>
              <a:cxnLst>
                <a:cxn ang="0">
                  <a:pos x="connsiteX0" y="connsiteY0"/>
                </a:cxn>
                <a:cxn ang="0">
                  <a:pos x="connsiteX1" y="connsiteY1"/>
                </a:cxn>
              </a:cxnLst>
              <a:rect l="l" t="t" r="r" b="b"/>
              <a:pathLst>
                <a:path w="9525" h="154305">
                  <a:moveTo>
                    <a:pt x="0" y="0"/>
                  </a:moveTo>
                  <a:lnTo>
                    <a:pt x="0" y="154305"/>
                  </a:lnTo>
                </a:path>
              </a:pathLst>
            </a:custGeom>
            <a:noFill/>
            <a:ln w="15875" cap="rnd">
              <a:solidFill>
                <a:schemeClr val="accent2"/>
              </a:solidFill>
              <a:prstDash val="solid"/>
              <a:round/>
            </a:ln>
          </p:spPr>
          <p:txBody>
            <a:bodyPr rtlCol="0" anchor="ctr"/>
            <a:lstStyle/>
            <a:p>
              <a:endParaRPr lang="en-IN"/>
            </a:p>
          </p:txBody>
        </p:sp>
        <p:sp>
          <p:nvSpPr>
            <p:cNvPr id="182" name="Freeform: Shape 181">
              <a:extLst>
                <a:ext uri="{FF2B5EF4-FFF2-40B4-BE49-F238E27FC236}">
                  <a16:creationId xmlns:a16="http://schemas.microsoft.com/office/drawing/2014/main" id="{739C2C39-C7B3-102A-87BF-15BA6247A296}"/>
                </a:ext>
              </a:extLst>
            </p:cNvPr>
            <p:cNvSpPr/>
            <p:nvPr/>
          </p:nvSpPr>
          <p:spPr>
            <a:xfrm>
              <a:off x="1138800" y="-803846"/>
              <a:ext cx="77819" cy="9525"/>
            </a:xfrm>
            <a:custGeom>
              <a:avLst/>
              <a:gdLst>
                <a:gd name="connsiteX0" fmla="*/ 77819 w 77819"/>
                <a:gd name="connsiteY0" fmla="*/ 0 h 9525"/>
                <a:gd name="connsiteX1" fmla="*/ 0 w 77819"/>
                <a:gd name="connsiteY1" fmla="*/ 0 h 9525"/>
              </a:gdLst>
              <a:ahLst/>
              <a:cxnLst>
                <a:cxn ang="0">
                  <a:pos x="connsiteX0" y="connsiteY0"/>
                </a:cxn>
                <a:cxn ang="0">
                  <a:pos x="connsiteX1" y="connsiteY1"/>
                </a:cxn>
              </a:cxnLst>
              <a:rect l="l" t="t" r="r" b="b"/>
              <a:pathLst>
                <a:path w="77819" h="9525">
                  <a:moveTo>
                    <a:pt x="77819" y="0"/>
                  </a:moveTo>
                  <a:lnTo>
                    <a:pt x="0" y="0"/>
                  </a:lnTo>
                </a:path>
              </a:pathLst>
            </a:custGeom>
            <a:noFill/>
            <a:ln w="15875" cap="rnd">
              <a:solidFill>
                <a:schemeClr val="accent2"/>
              </a:solidFill>
              <a:prstDash val="solid"/>
              <a:round/>
            </a:ln>
          </p:spPr>
          <p:txBody>
            <a:bodyPr rtlCol="0" anchor="ctr"/>
            <a:lstStyle/>
            <a:p>
              <a:endParaRPr lang="en-IN"/>
            </a:p>
          </p:txBody>
        </p:sp>
        <p:grpSp>
          <p:nvGrpSpPr>
            <p:cNvPr id="183" name="Graphic 76">
              <a:extLst>
                <a:ext uri="{FF2B5EF4-FFF2-40B4-BE49-F238E27FC236}">
                  <a16:creationId xmlns:a16="http://schemas.microsoft.com/office/drawing/2014/main" id="{189F57AB-38A6-E7EC-FE99-B9D496F3E560}"/>
                </a:ext>
              </a:extLst>
            </p:cNvPr>
            <p:cNvGrpSpPr/>
            <p:nvPr/>
          </p:nvGrpSpPr>
          <p:grpSpPr>
            <a:xfrm>
              <a:off x="1060028" y="-680783"/>
              <a:ext cx="161829" cy="22288"/>
              <a:chOff x="1060028" y="-680783"/>
              <a:chExt cx="161829" cy="22288"/>
            </a:xfrm>
            <a:noFill/>
          </p:grpSpPr>
          <p:sp>
            <p:nvSpPr>
              <p:cNvPr id="184" name="Freeform: Shape 183">
                <a:extLst>
                  <a:ext uri="{FF2B5EF4-FFF2-40B4-BE49-F238E27FC236}">
                    <a16:creationId xmlns:a16="http://schemas.microsoft.com/office/drawing/2014/main" id="{7E869546-4223-1DBF-BFA7-8DB7E7ABC27E}"/>
                  </a:ext>
                </a:extLst>
              </p:cNvPr>
              <p:cNvSpPr/>
              <p:nvPr/>
            </p:nvSpPr>
            <p:spPr>
              <a:xfrm>
                <a:off x="1101652" y="-669638"/>
                <a:ext cx="120205" cy="9525"/>
              </a:xfrm>
              <a:custGeom>
                <a:avLst/>
                <a:gdLst>
                  <a:gd name="connsiteX0" fmla="*/ 0 w 120205"/>
                  <a:gd name="connsiteY0" fmla="*/ 0 h 9525"/>
                  <a:gd name="connsiteX1" fmla="*/ 120205 w 120205"/>
                  <a:gd name="connsiteY1" fmla="*/ 0 h 9525"/>
                </a:gdLst>
                <a:ahLst/>
                <a:cxnLst>
                  <a:cxn ang="0">
                    <a:pos x="connsiteX0" y="connsiteY0"/>
                  </a:cxn>
                  <a:cxn ang="0">
                    <a:pos x="connsiteX1" y="connsiteY1"/>
                  </a:cxn>
                </a:cxnLst>
                <a:rect l="l" t="t" r="r" b="b"/>
                <a:pathLst>
                  <a:path w="120205" h="9525">
                    <a:moveTo>
                      <a:pt x="0" y="0"/>
                    </a:moveTo>
                    <a:lnTo>
                      <a:pt x="120205" y="0"/>
                    </a:lnTo>
                  </a:path>
                </a:pathLst>
              </a:custGeom>
              <a:noFill/>
              <a:ln w="15875" cap="rnd">
                <a:solidFill>
                  <a:schemeClr val="accent2"/>
                </a:solidFill>
                <a:prstDash val="solid"/>
                <a:round/>
              </a:ln>
            </p:spPr>
            <p:txBody>
              <a:bodyPr rtlCol="0" anchor="ctr"/>
              <a:lstStyle/>
              <a:p>
                <a:endParaRPr lang="en-IN"/>
              </a:p>
            </p:txBody>
          </p:sp>
          <p:sp>
            <p:nvSpPr>
              <p:cNvPr id="185" name="Freeform: Shape 184">
                <a:extLst>
                  <a:ext uri="{FF2B5EF4-FFF2-40B4-BE49-F238E27FC236}">
                    <a16:creationId xmlns:a16="http://schemas.microsoft.com/office/drawing/2014/main" id="{119D3B9B-04B5-A8A4-B9C4-9B15B030F90B}"/>
                  </a:ext>
                </a:extLst>
              </p:cNvPr>
              <p:cNvSpPr/>
              <p:nvPr/>
            </p:nvSpPr>
            <p:spPr>
              <a:xfrm>
                <a:off x="1060028" y="-680783"/>
                <a:ext cx="22288" cy="22288"/>
              </a:xfrm>
              <a:custGeom>
                <a:avLst/>
                <a:gdLst>
                  <a:gd name="connsiteX0" fmla="*/ 22289 w 22288"/>
                  <a:gd name="connsiteY0" fmla="*/ 11144 h 22288"/>
                  <a:gd name="connsiteX1" fmla="*/ 11144 w 22288"/>
                  <a:gd name="connsiteY1" fmla="*/ 22288 h 22288"/>
                  <a:gd name="connsiteX2" fmla="*/ 0 w 22288"/>
                  <a:gd name="connsiteY2" fmla="*/ 11144 h 22288"/>
                  <a:gd name="connsiteX3" fmla="*/ 11144 w 22288"/>
                  <a:gd name="connsiteY3" fmla="*/ 0 h 22288"/>
                  <a:gd name="connsiteX4" fmla="*/ 22289 w 22288"/>
                  <a:gd name="connsiteY4" fmla="*/ 11144 h 22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88" h="22288">
                    <a:moveTo>
                      <a:pt x="22289" y="11144"/>
                    </a:moveTo>
                    <a:cubicBezTo>
                      <a:pt x="22289" y="17299"/>
                      <a:pt x="17299" y="22288"/>
                      <a:pt x="11144" y="22288"/>
                    </a:cubicBezTo>
                    <a:cubicBezTo>
                      <a:pt x="4989" y="22288"/>
                      <a:pt x="0" y="17299"/>
                      <a:pt x="0" y="11144"/>
                    </a:cubicBezTo>
                    <a:cubicBezTo>
                      <a:pt x="0" y="4989"/>
                      <a:pt x="4990" y="0"/>
                      <a:pt x="11144" y="0"/>
                    </a:cubicBezTo>
                    <a:cubicBezTo>
                      <a:pt x="17299" y="0"/>
                      <a:pt x="22289" y="4989"/>
                      <a:pt x="22289" y="11144"/>
                    </a:cubicBezTo>
                    <a:close/>
                  </a:path>
                </a:pathLst>
              </a:custGeom>
              <a:noFill/>
              <a:ln w="15875" cap="rnd">
                <a:solidFill>
                  <a:schemeClr val="accent2"/>
                </a:solidFill>
                <a:prstDash val="solid"/>
                <a:round/>
              </a:ln>
            </p:spPr>
            <p:txBody>
              <a:bodyPr rtlCol="0" anchor="ctr"/>
              <a:lstStyle/>
              <a:p>
                <a:endParaRPr lang="en-IN"/>
              </a:p>
            </p:txBody>
          </p:sp>
        </p:grpSp>
        <p:grpSp>
          <p:nvGrpSpPr>
            <p:cNvPr id="186" name="Graphic 76">
              <a:extLst>
                <a:ext uri="{FF2B5EF4-FFF2-40B4-BE49-F238E27FC236}">
                  <a16:creationId xmlns:a16="http://schemas.microsoft.com/office/drawing/2014/main" id="{C63EC247-FF3D-2E0B-8BE5-DF8BF5419292}"/>
                </a:ext>
              </a:extLst>
            </p:cNvPr>
            <p:cNvGrpSpPr/>
            <p:nvPr/>
          </p:nvGrpSpPr>
          <p:grpSpPr>
            <a:xfrm>
              <a:off x="1060028" y="-618489"/>
              <a:ext cx="161829" cy="22288"/>
              <a:chOff x="1060028" y="-618489"/>
              <a:chExt cx="161829" cy="22288"/>
            </a:xfrm>
            <a:noFill/>
          </p:grpSpPr>
          <p:sp>
            <p:nvSpPr>
              <p:cNvPr id="187" name="Freeform: Shape 186">
                <a:extLst>
                  <a:ext uri="{FF2B5EF4-FFF2-40B4-BE49-F238E27FC236}">
                    <a16:creationId xmlns:a16="http://schemas.microsoft.com/office/drawing/2014/main" id="{BD16D318-9F37-1551-4AF6-8F96A35BFBA2}"/>
                  </a:ext>
                </a:extLst>
              </p:cNvPr>
              <p:cNvSpPr/>
              <p:nvPr/>
            </p:nvSpPr>
            <p:spPr>
              <a:xfrm>
                <a:off x="1101652" y="-607345"/>
                <a:ext cx="120205" cy="9525"/>
              </a:xfrm>
              <a:custGeom>
                <a:avLst/>
                <a:gdLst>
                  <a:gd name="connsiteX0" fmla="*/ 0 w 120205"/>
                  <a:gd name="connsiteY0" fmla="*/ 0 h 9525"/>
                  <a:gd name="connsiteX1" fmla="*/ 120205 w 120205"/>
                  <a:gd name="connsiteY1" fmla="*/ 0 h 9525"/>
                </a:gdLst>
                <a:ahLst/>
                <a:cxnLst>
                  <a:cxn ang="0">
                    <a:pos x="connsiteX0" y="connsiteY0"/>
                  </a:cxn>
                  <a:cxn ang="0">
                    <a:pos x="connsiteX1" y="connsiteY1"/>
                  </a:cxn>
                </a:cxnLst>
                <a:rect l="l" t="t" r="r" b="b"/>
                <a:pathLst>
                  <a:path w="120205" h="9525">
                    <a:moveTo>
                      <a:pt x="0" y="0"/>
                    </a:moveTo>
                    <a:lnTo>
                      <a:pt x="120205" y="0"/>
                    </a:lnTo>
                  </a:path>
                </a:pathLst>
              </a:custGeom>
              <a:noFill/>
              <a:ln w="15875" cap="rnd">
                <a:solidFill>
                  <a:schemeClr val="accent2"/>
                </a:solidFill>
                <a:prstDash val="solid"/>
                <a:round/>
              </a:ln>
            </p:spPr>
            <p:txBody>
              <a:bodyPr rtlCol="0" anchor="ctr"/>
              <a:lstStyle/>
              <a:p>
                <a:endParaRPr lang="en-IN"/>
              </a:p>
            </p:txBody>
          </p:sp>
          <p:sp>
            <p:nvSpPr>
              <p:cNvPr id="188" name="Freeform: Shape 187">
                <a:extLst>
                  <a:ext uri="{FF2B5EF4-FFF2-40B4-BE49-F238E27FC236}">
                    <a16:creationId xmlns:a16="http://schemas.microsoft.com/office/drawing/2014/main" id="{539DF662-AEE6-6E68-8A64-B82F0CDF5769}"/>
                  </a:ext>
                </a:extLst>
              </p:cNvPr>
              <p:cNvSpPr/>
              <p:nvPr/>
            </p:nvSpPr>
            <p:spPr>
              <a:xfrm>
                <a:off x="1060028" y="-618489"/>
                <a:ext cx="22288" cy="22288"/>
              </a:xfrm>
              <a:custGeom>
                <a:avLst/>
                <a:gdLst>
                  <a:gd name="connsiteX0" fmla="*/ 22289 w 22288"/>
                  <a:gd name="connsiteY0" fmla="*/ 11144 h 22288"/>
                  <a:gd name="connsiteX1" fmla="*/ 11144 w 22288"/>
                  <a:gd name="connsiteY1" fmla="*/ 22288 h 22288"/>
                  <a:gd name="connsiteX2" fmla="*/ 0 w 22288"/>
                  <a:gd name="connsiteY2" fmla="*/ 11144 h 22288"/>
                  <a:gd name="connsiteX3" fmla="*/ 11144 w 22288"/>
                  <a:gd name="connsiteY3" fmla="*/ 0 h 22288"/>
                  <a:gd name="connsiteX4" fmla="*/ 22289 w 22288"/>
                  <a:gd name="connsiteY4" fmla="*/ 11144 h 222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88" h="22288">
                    <a:moveTo>
                      <a:pt x="22289" y="11144"/>
                    </a:moveTo>
                    <a:cubicBezTo>
                      <a:pt x="22289" y="17299"/>
                      <a:pt x="17299" y="22288"/>
                      <a:pt x="11144" y="22288"/>
                    </a:cubicBezTo>
                    <a:cubicBezTo>
                      <a:pt x="4989" y="22288"/>
                      <a:pt x="0" y="17299"/>
                      <a:pt x="0" y="11144"/>
                    </a:cubicBezTo>
                    <a:cubicBezTo>
                      <a:pt x="0" y="4989"/>
                      <a:pt x="4990" y="0"/>
                      <a:pt x="11144" y="0"/>
                    </a:cubicBezTo>
                    <a:cubicBezTo>
                      <a:pt x="17299" y="0"/>
                      <a:pt x="22289" y="4989"/>
                      <a:pt x="22289" y="11144"/>
                    </a:cubicBezTo>
                    <a:close/>
                  </a:path>
                </a:pathLst>
              </a:custGeom>
              <a:noFill/>
              <a:ln w="15875" cap="rnd">
                <a:solidFill>
                  <a:schemeClr val="accent2"/>
                </a:solidFill>
                <a:prstDash val="solid"/>
                <a:round/>
              </a:ln>
            </p:spPr>
            <p:txBody>
              <a:bodyPr rtlCol="0" anchor="ctr"/>
              <a:lstStyle/>
              <a:p>
                <a:endParaRPr lang="en-IN"/>
              </a:p>
            </p:txBody>
          </p:sp>
        </p:grpSp>
        <p:sp>
          <p:nvSpPr>
            <p:cNvPr id="189" name="Freeform: Shape 188">
              <a:extLst>
                <a:ext uri="{FF2B5EF4-FFF2-40B4-BE49-F238E27FC236}">
                  <a16:creationId xmlns:a16="http://schemas.microsoft.com/office/drawing/2014/main" id="{CB2B3837-94D8-A484-70A2-777E3337F459}"/>
                </a:ext>
              </a:extLst>
            </p:cNvPr>
            <p:cNvSpPr/>
            <p:nvPr/>
          </p:nvSpPr>
          <p:spPr>
            <a:xfrm>
              <a:off x="1233002" y="-529335"/>
              <a:ext cx="121443" cy="29908"/>
            </a:xfrm>
            <a:custGeom>
              <a:avLst/>
              <a:gdLst>
                <a:gd name="connsiteX0" fmla="*/ 0 w 121443"/>
                <a:gd name="connsiteY0" fmla="*/ 0 h 29908"/>
                <a:gd name="connsiteX1" fmla="*/ 121444 w 121443"/>
                <a:gd name="connsiteY1" fmla="*/ 0 h 29908"/>
                <a:gd name="connsiteX2" fmla="*/ 121444 w 121443"/>
                <a:gd name="connsiteY2" fmla="*/ 16383 h 29908"/>
                <a:gd name="connsiteX3" fmla="*/ 107918 w 121443"/>
                <a:gd name="connsiteY3" fmla="*/ 29908 h 29908"/>
                <a:gd name="connsiteX4" fmla="*/ 13621 w 121443"/>
                <a:gd name="connsiteY4" fmla="*/ 29908 h 29908"/>
                <a:gd name="connsiteX5" fmla="*/ 95 w 121443"/>
                <a:gd name="connsiteY5" fmla="*/ 16383 h 29908"/>
                <a:gd name="connsiteX6" fmla="*/ 95 w 121443"/>
                <a:gd name="connsiteY6" fmla="*/ 0 h 29908"/>
                <a:gd name="connsiteX7" fmla="*/ 95 w 121443"/>
                <a:gd name="connsiteY7" fmla="*/ 0 h 29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443" h="29908">
                  <a:moveTo>
                    <a:pt x="0" y="0"/>
                  </a:moveTo>
                  <a:lnTo>
                    <a:pt x="121444" y="0"/>
                  </a:lnTo>
                  <a:lnTo>
                    <a:pt x="121444" y="16383"/>
                  </a:lnTo>
                  <a:cubicBezTo>
                    <a:pt x="121444" y="23908"/>
                    <a:pt x="115348" y="29908"/>
                    <a:pt x="107918" y="29908"/>
                  </a:cubicBezTo>
                  <a:lnTo>
                    <a:pt x="13621" y="29908"/>
                  </a:lnTo>
                  <a:cubicBezTo>
                    <a:pt x="6096" y="29908"/>
                    <a:pt x="95" y="23813"/>
                    <a:pt x="95" y="16383"/>
                  </a:cubicBezTo>
                  <a:lnTo>
                    <a:pt x="95" y="0"/>
                  </a:lnTo>
                  <a:lnTo>
                    <a:pt x="95" y="0"/>
                  </a:lnTo>
                  <a:close/>
                </a:path>
              </a:pathLst>
            </a:custGeom>
            <a:noFill/>
            <a:ln w="15875" cap="rnd">
              <a:solidFill>
                <a:schemeClr val="accent2"/>
              </a:solidFill>
              <a:prstDash val="solid"/>
              <a:round/>
            </a:ln>
          </p:spPr>
          <p:txBody>
            <a:bodyPr rtlCol="0" anchor="ctr"/>
            <a:lstStyle/>
            <a:p>
              <a:endParaRPr lang="en-IN"/>
            </a:p>
          </p:txBody>
        </p:sp>
      </p:grpSp>
      <p:grpSp>
        <p:nvGrpSpPr>
          <p:cNvPr id="190" name="Graphic 76">
            <a:extLst>
              <a:ext uri="{FF2B5EF4-FFF2-40B4-BE49-F238E27FC236}">
                <a16:creationId xmlns:a16="http://schemas.microsoft.com/office/drawing/2014/main" id="{C972EEC8-54A7-A60E-70AA-CA8EC0E29214}"/>
              </a:ext>
            </a:extLst>
          </p:cNvPr>
          <p:cNvGrpSpPr/>
          <p:nvPr/>
        </p:nvGrpSpPr>
        <p:grpSpPr>
          <a:xfrm>
            <a:off x="381000" y="4651762"/>
            <a:ext cx="417558" cy="432432"/>
            <a:chOff x="2169904" y="-913478"/>
            <a:chExt cx="591367" cy="612432"/>
          </a:xfrm>
          <a:noFill/>
        </p:grpSpPr>
        <p:grpSp>
          <p:nvGrpSpPr>
            <p:cNvPr id="191" name="Graphic 76">
              <a:extLst>
                <a:ext uri="{FF2B5EF4-FFF2-40B4-BE49-F238E27FC236}">
                  <a16:creationId xmlns:a16="http://schemas.microsoft.com/office/drawing/2014/main" id="{E493C014-A5A8-1648-A854-FACCF1B0555B}"/>
                </a:ext>
              </a:extLst>
            </p:cNvPr>
            <p:cNvGrpSpPr/>
            <p:nvPr/>
          </p:nvGrpSpPr>
          <p:grpSpPr>
            <a:xfrm>
              <a:off x="2350761" y="-913478"/>
              <a:ext cx="229667" cy="280606"/>
              <a:chOff x="2350761" y="-913478"/>
              <a:chExt cx="229667" cy="280606"/>
            </a:xfrm>
            <a:noFill/>
          </p:grpSpPr>
          <p:sp>
            <p:nvSpPr>
              <p:cNvPr id="192" name="Freeform: Shape 191">
                <a:extLst>
                  <a:ext uri="{FF2B5EF4-FFF2-40B4-BE49-F238E27FC236}">
                    <a16:creationId xmlns:a16="http://schemas.microsoft.com/office/drawing/2014/main" id="{42E0C69B-7D98-80A3-4461-299D88B857AB}"/>
                  </a:ext>
                </a:extLst>
              </p:cNvPr>
              <p:cNvSpPr/>
              <p:nvPr/>
            </p:nvSpPr>
            <p:spPr>
              <a:xfrm>
                <a:off x="2393924" y="-913478"/>
                <a:ext cx="142164" cy="174402"/>
              </a:xfrm>
              <a:custGeom>
                <a:avLst/>
                <a:gdLst>
                  <a:gd name="connsiteX0" fmla="*/ 124762 w 142164"/>
                  <a:gd name="connsiteY0" fmla="*/ 129540 h 174402"/>
                  <a:gd name="connsiteX1" fmla="*/ 74661 w 142164"/>
                  <a:gd name="connsiteY1" fmla="*/ 174403 h 174402"/>
                  <a:gd name="connsiteX2" fmla="*/ 69422 w 142164"/>
                  <a:gd name="connsiteY2" fmla="*/ 174403 h 174402"/>
                  <a:gd name="connsiteX3" fmla="*/ 21987 w 142164"/>
                  <a:gd name="connsiteY3" fmla="*/ 132112 h 174402"/>
                  <a:gd name="connsiteX4" fmla="*/ 2461 w 142164"/>
                  <a:gd name="connsiteY4" fmla="*/ 109156 h 174402"/>
                  <a:gd name="connsiteX5" fmla="*/ 9795 w 142164"/>
                  <a:gd name="connsiteY5" fmla="*/ 86678 h 174402"/>
                  <a:gd name="connsiteX6" fmla="*/ 9795 w 142164"/>
                  <a:gd name="connsiteY6" fmla="*/ 58007 h 174402"/>
                  <a:gd name="connsiteX7" fmla="*/ 67803 w 142164"/>
                  <a:gd name="connsiteY7" fmla="*/ 0 h 174402"/>
                  <a:gd name="connsiteX8" fmla="*/ 76089 w 142164"/>
                  <a:gd name="connsiteY8" fmla="*/ 0 h 174402"/>
                  <a:gd name="connsiteX9" fmla="*/ 134097 w 142164"/>
                  <a:gd name="connsiteY9" fmla="*/ 58007 h 174402"/>
                  <a:gd name="connsiteX10" fmla="*/ 134097 w 142164"/>
                  <a:gd name="connsiteY10" fmla="*/ 86201 h 174402"/>
                  <a:gd name="connsiteX11" fmla="*/ 141431 w 142164"/>
                  <a:gd name="connsiteY11" fmla="*/ 100584 h 174402"/>
                  <a:gd name="connsiteX12" fmla="*/ 124762 w 142164"/>
                  <a:gd name="connsiteY12" fmla="*/ 129635 h 1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2164" h="174402">
                    <a:moveTo>
                      <a:pt x="124762" y="129540"/>
                    </a:moveTo>
                    <a:cubicBezTo>
                      <a:pt x="124762" y="129540"/>
                      <a:pt x="106188" y="174403"/>
                      <a:pt x="74661" y="174403"/>
                    </a:cubicBezTo>
                    <a:lnTo>
                      <a:pt x="69422" y="174403"/>
                    </a:lnTo>
                    <a:cubicBezTo>
                      <a:pt x="36370" y="174403"/>
                      <a:pt x="21987" y="132112"/>
                      <a:pt x="21987" y="132112"/>
                    </a:cubicBezTo>
                    <a:cubicBezTo>
                      <a:pt x="12081" y="129635"/>
                      <a:pt x="5700" y="118015"/>
                      <a:pt x="2461" y="109156"/>
                    </a:cubicBezTo>
                    <a:cubicBezTo>
                      <a:pt x="-5921" y="83249"/>
                      <a:pt x="9795" y="86678"/>
                      <a:pt x="9795" y="86678"/>
                    </a:cubicBezTo>
                    <a:lnTo>
                      <a:pt x="9795" y="58007"/>
                    </a:lnTo>
                    <a:cubicBezTo>
                      <a:pt x="9795" y="26098"/>
                      <a:pt x="35894" y="0"/>
                      <a:pt x="67803" y="0"/>
                    </a:cubicBezTo>
                    <a:lnTo>
                      <a:pt x="76089" y="0"/>
                    </a:lnTo>
                    <a:cubicBezTo>
                      <a:pt x="107998" y="0"/>
                      <a:pt x="134097" y="26098"/>
                      <a:pt x="134097" y="58007"/>
                    </a:cubicBezTo>
                    <a:lnTo>
                      <a:pt x="134097" y="86201"/>
                    </a:lnTo>
                    <a:cubicBezTo>
                      <a:pt x="134097" y="86201"/>
                      <a:pt x="145050" y="83249"/>
                      <a:pt x="141431" y="100584"/>
                    </a:cubicBezTo>
                    <a:cubicBezTo>
                      <a:pt x="138669" y="114871"/>
                      <a:pt x="134192" y="127730"/>
                      <a:pt x="124762" y="129635"/>
                    </a:cubicBezTo>
                    <a:close/>
                  </a:path>
                </a:pathLst>
              </a:custGeom>
              <a:noFill/>
              <a:ln w="15875" cap="rnd">
                <a:solidFill>
                  <a:schemeClr val="accent2"/>
                </a:solidFill>
                <a:prstDash val="solid"/>
                <a:round/>
              </a:ln>
            </p:spPr>
            <p:txBody>
              <a:bodyPr rtlCol="0" anchor="ctr"/>
              <a:lstStyle/>
              <a:p>
                <a:endParaRPr lang="en-IN"/>
              </a:p>
            </p:txBody>
          </p:sp>
          <p:sp>
            <p:nvSpPr>
              <p:cNvPr id="193" name="Freeform: Shape 192">
                <a:extLst>
                  <a:ext uri="{FF2B5EF4-FFF2-40B4-BE49-F238E27FC236}">
                    <a16:creationId xmlns:a16="http://schemas.microsoft.com/office/drawing/2014/main" id="{D1F4ECE9-7350-E6C2-17F2-872B7D7C9D54}"/>
                  </a:ext>
                </a:extLst>
              </p:cNvPr>
              <p:cNvSpPr/>
              <p:nvPr/>
            </p:nvSpPr>
            <p:spPr>
              <a:xfrm>
                <a:off x="2492016" y="-739647"/>
                <a:ext cx="88412" cy="54387"/>
              </a:xfrm>
              <a:custGeom>
                <a:avLst/>
                <a:gdLst>
                  <a:gd name="connsiteX0" fmla="*/ 88392 w 88412"/>
                  <a:gd name="connsiteY0" fmla="*/ 54388 h 54387"/>
                  <a:gd name="connsiteX1" fmla="*/ 70676 w 88412"/>
                  <a:gd name="connsiteY1" fmla="*/ 29528 h 54387"/>
                  <a:gd name="connsiteX2" fmla="*/ 0 w 88412"/>
                  <a:gd name="connsiteY2" fmla="*/ 0 h 54387"/>
                </a:gdLst>
                <a:ahLst/>
                <a:cxnLst>
                  <a:cxn ang="0">
                    <a:pos x="connsiteX0" y="connsiteY0"/>
                  </a:cxn>
                  <a:cxn ang="0">
                    <a:pos x="connsiteX1" y="connsiteY1"/>
                  </a:cxn>
                  <a:cxn ang="0">
                    <a:pos x="connsiteX2" y="connsiteY2"/>
                  </a:cxn>
                </a:cxnLst>
                <a:rect l="l" t="t" r="r" b="b"/>
                <a:pathLst>
                  <a:path w="88412" h="54387">
                    <a:moveTo>
                      <a:pt x="88392" y="54388"/>
                    </a:moveTo>
                    <a:cubicBezTo>
                      <a:pt x="88392" y="54388"/>
                      <a:pt x="89726" y="37624"/>
                      <a:pt x="70676" y="29528"/>
                    </a:cubicBezTo>
                    <a:cubicBezTo>
                      <a:pt x="51530" y="21336"/>
                      <a:pt x="0" y="0"/>
                      <a:pt x="0" y="0"/>
                    </a:cubicBezTo>
                  </a:path>
                </a:pathLst>
              </a:custGeom>
              <a:noFill/>
              <a:ln w="15875" cap="rnd">
                <a:solidFill>
                  <a:schemeClr val="accent2"/>
                </a:solidFill>
                <a:prstDash val="solid"/>
                <a:round/>
              </a:ln>
            </p:spPr>
            <p:txBody>
              <a:bodyPr rtlCol="0" anchor="ctr"/>
              <a:lstStyle/>
              <a:p>
                <a:endParaRPr lang="en-IN"/>
              </a:p>
            </p:txBody>
          </p:sp>
          <p:sp>
            <p:nvSpPr>
              <p:cNvPr id="194" name="Freeform: Shape 193">
                <a:extLst>
                  <a:ext uri="{FF2B5EF4-FFF2-40B4-BE49-F238E27FC236}">
                    <a16:creationId xmlns:a16="http://schemas.microsoft.com/office/drawing/2014/main" id="{702A102F-3ABE-B727-AB5F-23D2EA6EDAE2}"/>
                  </a:ext>
                </a:extLst>
              </p:cNvPr>
              <p:cNvSpPr/>
              <p:nvPr/>
            </p:nvSpPr>
            <p:spPr>
              <a:xfrm>
                <a:off x="2350761" y="-740695"/>
                <a:ext cx="86677" cy="53340"/>
              </a:xfrm>
              <a:custGeom>
                <a:avLst/>
                <a:gdLst>
                  <a:gd name="connsiteX0" fmla="*/ 86678 w 86677"/>
                  <a:gd name="connsiteY0" fmla="*/ 0 h 53340"/>
                  <a:gd name="connsiteX1" fmla="*/ 12954 w 86677"/>
                  <a:gd name="connsiteY1" fmla="*/ 31528 h 53340"/>
                  <a:gd name="connsiteX2" fmla="*/ 0 w 86677"/>
                  <a:gd name="connsiteY2" fmla="*/ 53340 h 53340"/>
                </a:gdLst>
                <a:ahLst/>
                <a:cxnLst>
                  <a:cxn ang="0">
                    <a:pos x="connsiteX0" y="connsiteY0"/>
                  </a:cxn>
                  <a:cxn ang="0">
                    <a:pos x="connsiteX1" y="connsiteY1"/>
                  </a:cxn>
                  <a:cxn ang="0">
                    <a:pos x="connsiteX2" y="connsiteY2"/>
                  </a:cxn>
                </a:cxnLst>
                <a:rect l="l" t="t" r="r" b="b"/>
                <a:pathLst>
                  <a:path w="86677" h="53340">
                    <a:moveTo>
                      <a:pt x="86678" y="0"/>
                    </a:moveTo>
                    <a:lnTo>
                      <a:pt x="12954" y="31528"/>
                    </a:lnTo>
                    <a:cubicBezTo>
                      <a:pt x="12954" y="31528"/>
                      <a:pt x="1333" y="37338"/>
                      <a:pt x="0" y="53340"/>
                    </a:cubicBezTo>
                  </a:path>
                </a:pathLst>
              </a:custGeom>
              <a:noFill/>
              <a:ln w="15875" cap="rnd">
                <a:solidFill>
                  <a:schemeClr val="accent2"/>
                </a:solidFill>
                <a:prstDash val="solid"/>
                <a:round/>
              </a:ln>
            </p:spPr>
            <p:txBody>
              <a:bodyPr rtlCol="0" anchor="ctr"/>
              <a:lstStyle/>
              <a:p>
                <a:endParaRPr lang="en-IN"/>
              </a:p>
            </p:txBody>
          </p:sp>
          <p:sp>
            <p:nvSpPr>
              <p:cNvPr id="195" name="Freeform: Shape 194">
                <a:extLst>
                  <a:ext uri="{FF2B5EF4-FFF2-40B4-BE49-F238E27FC236}">
                    <a16:creationId xmlns:a16="http://schemas.microsoft.com/office/drawing/2014/main" id="{6B6C06EA-8CAC-0DDF-AA4C-18B943C3AAC5}"/>
                  </a:ext>
                </a:extLst>
              </p:cNvPr>
              <p:cNvSpPr/>
              <p:nvPr/>
            </p:nvSpPr>
            <p:spPr>
              <a:xfrm>
                <a:off x="2449916" y="-723169"/>
                <a:ext cx="29813" cy="27146"/>
              </a:xfrm>
              <a:custGeom>
                <a:avLst/>
                <a:gdLst>
                  <a:gd name="connsiteX0" fmla="*/ 14954 w 29813"/>
                  <a:gd name="connsiteY0" fmla="*/ 27146 h 27146"/>
                  <a:gd name="connsiteX1" fmla="*/ 29813 w 29813"/>
                  <a:gd name="connsiteY1" fmla="*/ 16859 h 27146"/>
                  <a:gd name="connsiteX2" fmla="*/ 27527 w 29813"/>
                  <a:gd name="connsiteY2" fmla="*/ 0 h 27146"/>
                  <a:gd name="connsiteX3" fmla="*/ 2286 w 29813"/>
                  <a:gd name="connsiteY3" fmla="*/ 0 h 27146"/>
                  <a:gd name="connsiteX4" fmla="*/ 0 w 29813"/>
                  <a:gd name="connsiteY4" fmla="*/ 16859 h 27146"/>
                  <a:gd name="connsiteX5" fmla="*/ 14954 w 29813"/>
                  <a:gd name="connsiteY5" fmla="*/ 27146 h 27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813" h="27146">
                    <a:moveTo>
                      <a:pt x="14954" y="27146"/>
                    </a:moveTo>
                    <a:lnTo>
                      <a:pt x="29813" y="16859"/>
                    </a:lnTo>
                    <a:lnTo>
                      <a:pt x="27527" y="0"/>
                    </a:lnTo>
                    <a:lnTo>
                      <a:pt x="2286" y="0"/>
                    </a:lnTo>
                    <a:lnTo>
                      <a:pt x="0" y="16859"/>
                    </a:lnTo>
                    <a:lnTo>
                      <a:pt x="14954" y="27146"/>
                    </a:lnTo>
                    <a:close/>
                  </a:path>
                </a:pathLst>
              </a:custGeom>
              <a:noFill/>
              <a:ln w="15875" cap="rnd">
                <a:solidFill>
                  <a:schemeClr val="accent2"/>
                </a:solidFill>
                <a:prstDash val="solid"/>
                <a:round/>
              </a:ln>
            </p:spPr>
            <p:txBody>
              <a:bodyPr rtlCol="0" anchor="ctr"/>
              <a:lstStyle/>
              <a:p>
                <a:endParaRPr lang="en-IN"/>
              </a:p>
            </p:txBody>
          </p:sp>
          <p:sp>
            <p:nvSpPr>
              <p:cNvPr id="196" name="Freeform: Shape 195">
                <a:extLst>
                  <a:ext uri="{FF2B5EF4-FFF2-40B4-BE49-F238E27FC236}">
                    <a16:creationId xmlns:a16="http://schemas.microsoft.com/office/drawing/2014/main" id="{DCFD0401-E1B7-8B91-5D23-7A3F309A5ECC}"/>
                  </a:ext>
                </a:extLst>
              </p:cNvPr>
              <p:cNvSpPr/>
              <p:nvPr/>
            </p:nvSpPr>
            <p:spPr>
              <a:xfrm>
                <a:off x="2474490" y="-702690"/>
                <a:ext cx="4190" cy="69818"/>
              </a:xfrm>
              <a:custGeom>
                <a:avLst/>
                <a:gdLst>
                  <a:gd name="connsiteX0" fmla="*/ 4191 w 4190"/>
                  <a:gd name="connsiteY0" fmla="*/ 69818 h 69818"/>
                  <a:gd name="connsiteX1" fmla="*/ 0 w 4190"/>
                  <a:gd name="connsiteY1" fmla="*/ 0 h 69818"/>
                </a:gdLst>
                <a:ahLst/>
                <a:cxnLst>
                  <a:cxn ang="0">
                    <a:pos x="connsiteX0" y="connsiteY0"/>
                  </a:cxn>
                  <a:cxn ang="0">
                    <a:pos x="connsiteX1" y="connsiteY1"/>
                  </a:cxn>
                </a:cxnLst>
                <a:rect l="l" t="t" r="r" b="b"/>
                <a:pathLst>
                  <a:path w="4190" h="69818">
                    <a:moveTo>
                      <a:pt x="4191" y="69818"/>
                    </a:moveTo>
                    <a:lnTo>
                      <a:pt x="0" y="0"/>
                    </a:lnTo>
                  </a:path>
                </a:pathLst>
              </a:custGeom>
              <a:noFill/>
              <a:ln w="15875" cap="rnd">
                <a:solidFill>
                  <a:schemeClr val="accent2"/>
                </a:solidFill>
                <a:prstDash val="solid"/>
                <a:round/>
              </a:ln>
            </p:spPr>
            <p:txBody>
              <a:bodyPr rtlCol="0" anchor="ctr"/>
              <a:lstStyle/>
              <a:p>
                <a:endParaRPr lang="en-IN"/>
              </a:p>
            </p:txBody>
          </p:sp>
          <p:sp>
            <p:nvSpPr>
              <p:cNvPr id="197" name="Freeform: Shape 196">
                <a:extLst>
                  <a:ext uri="{FF2B5EF4-FFF2-40B4-BE49-F238E27FC236}">
                    <a16:creationId xmlns:a16="http://schemas.microsoft.com/office/drawing/2014/main" id="{47EE7348-F17E-496C-0B7F-3F2A57759597}"/>
                  </a:ext>
                </a:extLst>
              </p:cNvPr>
              <p:cNvSpPr/>
              <p:nvPr/>
            </p:nvSpPr>
            <p:spPr>
              <a:xfrm>
                <a:off x="2451726" y="-702690"/>
                <a:ext cx="3428" cy="58292"/>
              </a:xfrm>
              <a:custGeom>
                <a:avLst/>
                <a:gdLst>
                  <a:gd name="connsiteX0" fmla="*/ 3429 w 3428"/>
                  <a:gd name="connsiteY0" fmla="*/ 0 h 58292"/>
                  <a:gd name="connsiteX1" fmla="*/ 0 w 3428"/>
                  <a:gd name="connsiteY1" fmla="*/ 58293 h 58292"/>
                </a:gdLst>
                <a:ahLst/>
                <a:cxnLst>
                  <a:cxn ang="0">
                    <a:pos x="connsiteX0" y="connsiteY0"/>
                  </a:cxn>
                  <a:cxn ang="0">
                    <a:pos x="connsiteX1" y="connsiteY1"/>
                  </a:cxn>
                </a:cxnLst>
                <a:rect l="l" t="t" r="r" b="b"/>
                <a:pathLst>
                  <a:path w="3428" h="58292">
                    <a:moveTo>
                      <a:pt x="3429" y="0"/>
                    </a:moveTo>
                    <a:lnTo>
                      <a:pt x="0" y="58293"/>
                    </a:lnTo>
                  </a:path>
                </a:pathLst>
              </a:custGeom>
              <a:noFill/>
              <a:ln w="15875" cap="rnd">
                <a:solidFill>
                  <a:schemeClr val="accent2"/>
                </a:solidFill>
                <a:prstDash val="solid"/>
                <a:round/>
              </a:ln>
            </p:spPr>
            <p:txBody>
              <a:bodyPr rtlCol="0" anchor="ctr"/>
              <a:lstStyle/>
              <a:p>
                <a:endParaRPr lang="en-IN"/>
              </a:p>
            </p:txBody>
          </p:sp>
          <p:sp>
            <p:nvSpPr>
              <p:cNvPr id="198" name="Freeform: Shape 197">
                <a:extLst>
                  <a:ext uri="{FF2B5EF4-FFF2-40B4-BE49-F238E27FC236}">
                    <a16:creationId xmlns:a16="http://schemas.microsoft.com/office/drawing/2014/main" id="{E3D6773A-B2A3-98BB-8448-4550AA5897A0}"/>
                  </a:ext>
                </a:extLst>
              </p:cNvPr>
              <p:cNvSpPr/>
              <p:nvPr/>
            </p:nvSpPr>
            <p:spPr>
              <a:xfrm>
                <a:off x="2450964" y="-702690"/>
                <a:ext cx="4190" cy="69818"/>
              </a:xfrm>
              <a:custGeom>
                <a:avLst/>
                <a:gdLst>
                  <a:gd name="connsiteX0" fmla="*/ 4191 w 4190"/>
                  <a:gd name="connsiteY0" fmla="*/ 0 h 69818"/>
                  <a:gd name="connsiteX1" fmla="*/ 0 w 4190"/>
                  <a:gd name="connsiteY1" fmla="*/ 69818 h 69818"/>
                </a:gdLst>
                <a:ahLst/>
                <a:cxnLst>
                  <a:cxn ang="0">
                    <a:pos x="connsiteX0" y="connsiteY0"/>
                  </a:cxn>
                  <a:cxn ang="0">
                    <a:pos x="connsiteX1" y="connsiteY1"/>
                  </a:cxn>
                </a:cxnLst>
                <a:rect l="l" t="t" r="r" b="b"/>
                <a:pathLst>
                  <a:path w="4190" h="69818">
                    <a:moveTo>
                      <a:pt x="4191" y="0"/>
                    </a:moveTo>
                    <a:lnTo>
                      <a:pt x="0" y="69818"/>
                    </a:lnTo>
                  </a:path>
                </a:pathLst>
              </a:custGeom>
              <a:noFill/>
              <a:ln w="15875" cap="rnd">
                <a:solidFill>
                  <a:schemeClr val="accent2"/>
                </a:solidFill>
                <a:prstDash val="solid"/>
                <a:round/>
              </a:ln>
            </p:spPr>
            <p:txBody>
              <a:bodyPr rtlCol="0" anchor="ctr"/>
              <a:lstStyle/>
              <a:p>
                <a:endParaRPr lang="en-IN"/>
              </a:p>
            </p:txBody>
          </p:sp>
        </p:grpSp>
        <p:grpSp>
          <p:nvGrpSpPr>
            <p:cNvPr id="199" name="Graphic 76">
              <a:extLst>
                <a:ext uri="{FF2B5EF4-FFF2-40B4-BE49-F238E27FC236}">
                  <a16:creationId xmlns:a16="http://schemas.microsoft.com/office/drawing/2014/main" id="{E284768D-22C0-45ED-F97F-5CA45AEE78BD}"/>
                </a:ext>
              </a:extLst>
            </p:cNvPr>
            <p:cNvGrpSpPr/>
            <p:nvPr/>
          </p:nvGrpSpPr>
          <p:grpSpPr>
            <a:xfrm>
              <a:off x="2169904" y="-864624"/>
              <a:ext cx="591367" cy="563577"/>
              <a:chOff x="2169904" y="-864624"/>
              <a:chExt cx="591367" cy="563577"/>
            </a:xfrm>
            <a:noFill/>
          </p:grpSpPr>
          <p:sp>
            <p:nvSpPr>
              <p:cNvPr id="200" name="Freeform: Shape 199">
                <a:extLst>
                  <a:ext uri="{FF2B5EF4-FFF2-40B4-BE49-F238E27FC236}">
                    <a16:creationId xmlns:a16="http://schemas.microsoft.com/office/drawing/2014/main" id="{9ADE12DD-EB66-5A87-E61E-F0C2C2C781B8}"/>
                  </a:ext>
                </a:extLst>
              </p:cNvPr>
              <p:cNvSpPr/>
              <p:nvPr/>
            </p:nvSpPr>
            <p:spPr>
              <a:xfrm>
                <a:off x="2169904" y="-725880"/>
                <a:ext cx="591367" cy="424834"/>
              </a:xfrm>
              <a:custGeom>
                <a:avLst/>
                <a:gdLst>
                  <a:gd name="connsiteX0" fmla="*/ 294966 w 591367"/>
                  <a:gd name="connsiteY0" fmla="*/ 133109 h 424834"/>
                  <a:gd name="connsiteX1" fmla="*/ 133993 w 591367"/>
                  <a:gd name="connsiteY1" fmla="*/ 132823 h 424834"/>
                  <a:gd name="connsiteX2" fmla="*/ 111419 w 591367"/>
                  <a:gd name="connsiteY2" fmla="*/ 155874 h 424834"/>
                  <a:gd name="connsiteX3" fmla="*/ 133517 w 591367"/>
                  <a:gd name="connsiteY3" fmla="*/ 179115 h 424834"/>
                  <a:gd name="connsiteX4" fmla="*/ 178665 w 591367"/>
                  <a:gd name="connsiteY4" fmla="*/ 179305 h 424834"/>
                  <a:gd name="connsiteX5" fmla="*/ 233244 w 591367"/>
                  <a:gd name="connsiteY5" fmla="*/ 220453 h 424834"/>
                  <a:gd name="connsiteX6" fmla="*/ 277725 w 591367"/>
                  <a:gd name="connsiteY6" fmla="*/ 371044 h 424834"/>
                  <a:gd name="connsiteX7" fmla="*/ 264676 w 591367"/>
                  <a:gd name="connsiteY7" fmla="*/ 416954 h 424834"/>
                  <a:gd name="connsiteX8" fmla="*/ 214575 w 591367"/>
                  <a:gd name="connsiteY8" fmla="*/ 417145 h 424834"/>
                  <a:gd name="connsiteX9" fmla="*/ 195906 w 591367"/>
                  <a:gd name="connsiteY9" fmla="*/ 392951 h 424834"/>
                  <a:gd name="connsiteX10" fmla="*/ 168855 w 591367"/>
                  <a:gd name="connsiteY10" fmla="*/ 302749 h 424834"/>
                  <a:gd name="connsiteX11" fmla="*/ 136089 w 591367"/>
                  <a:gd name="connsiteY11" fmla="*/ 277794 h 424834"/>
                  <a:gd name="connsiteX12" fmla="*/ 63603 w 591367"/>
                  <a:gd name="connsiteY12" fmla="*/ 276556 h 424834"/>
                  <a:gd name="connsiteX13" fmla="*/ 6453 w 591367"/>
                  <a:gd name="connsiteY13" fmla="*/ 223025 h 424834"/>
                  <a:gd name="connsiteX14" fmla="*/ 5977 w 591367"/>
                  <a:gd name="connsiteY14" fmla="*/ 41097 h 424834"/>
                  <a:gd name="connsiteX15" fmla="*/ 94560 w 591367"/>
                  <a:gd name="connsiteY15" fmla="*/ 12999 h 424834"/>
                  <a:gd name="connsiteX16" fmla="*/ 107990 w 591367"/>
                  <a:gd name="connsiteY16" fmla="*/ 24524 h 424834"/>
                  <a:gd name="connsiteX17" fmla="*/ 192858 w 591367"/>
                  <a:gd name="connsiteY17" fmla="*/ 58242 h 424834"/>
                  <a:gd name="connsiteX18" fmla="*/ 234101 w 591367"/>
                  <a:gd name="connsiteY18" fmla="*/ 93009 h 424834"/>
                  <a:gd name="connsiteX19" fmla="*/ 251151 w 591367"/>
                  <a:gd name="connsiteY19" fmla="*/ 108915 h 424834"/>
                  <a:gd name="connsiteX20" fmla="*/ 341448 w 591367"/>
                  <a:gd name="connsiteY20" fmla="*/ 108915 h 424834"/>
                  <a:gd name="connsiteX21" fmla="*/ 359069 w 591367"/>
                  <a:gd name="connsiteY21" fmla="*/ 93580 h 424834"/>
                  <a:gd name="connsiteX22" fmla="*/ 399550 w 591367"/>
                  <a:gd name="connsiteY22" fmla="*/ 58242 h 424834"/>
                  <a:gd name="connsiteX23" fmla="*/ 490133 w 591367"/>
                  <a:gd name="connsiteY23" fmla="*/ 19476 h 424834"/>
                  <a:gd name="connsiteX24" fmla="*/ 560428 w 591367"/>
                  <a:gd name="connsiteY24" fmla="*/ 6522 h 424834"/>
                  <a:gd name="connsiteX25" fmla="*/ 590717 w 591367"/>
                  <a:gd name="connsiteY25" fmla="*/ 61481 h 424834"/>
                  <a:gd name="connsiteX26" fmla="*/ 590717 w 591367"/>
                  <a:gd name="connsiteY26" fmla="*/ 196927 h 424834"/>
                  <a:gd name="connsiteX27" fmla="*/ 506706 w 591367"/>
                  <a:gd name="connsiteY27" fmla="*/ 278365 h 424834"/>
                  <a:gd name="connsiteX28" fmla="*/ 449747 w 591367"/>
                  <a:gd name="connsiteY28" fmla="*/ 278175 h 424834"/>
                  <a:gd name="connsiteX29" fmla="*/ 427173 w 591367"/>
                  <a:gd name="connsiteY29" fmla="*/ 294748 h 424834"/>
                  <a:gd name="connsiteX30" fmla="*/ 395836 w 591367"/>
                  <a:gd name="connsiteY30" fmla="*/ 395999 h 424834"/>
                  <a:gd name="connsiteX31" fmla="*/ 347068 w 591367"/>
                  <a:gd name="connsiteY31" fmla="*/ 424098 h 424834"/>
                  <a:gd name="connsiteX32" fmla="*/ 313063 w 591367"/>
                  <a:gd name="connsiteY32" fmla="*/ 391522 h 424834"/>
                  <a:gd name="connsiteX33" fmla="*/ 316206 w 591367"/>
                  <a:gd name="connsiteY33" fmla="*/ 368376 h 424834"/>
                  <a:gd name="connsiteX34" fmla="*/ 358212 w 591367"/>
                  <a:gd name="connsiteY34" fmla="*/ 225311 h 424834"/>
                  <a:gd name="connsiteX35" fmla="*/ 417457 w 591367"/>
                  <a:gd name="connsiteY35" fmla="*/ 179210 h 424834"/>
                  <a:gd name="connsiteX36" fmla="*/ 460605 w 591367"/>
                  <a:gd name="connsiteY36" fmla="*/ 179210 h 424834"/>
                  <a:gd name="connsiteX37" fmla="*/ 481465 w 591367"/>
                  <a:gd name="connsiteY37" fmla="*/ 156826 h 424834"/>
                  <a:gd name="connsiteX38" fmla="*/ 459844 w 591367"/>
                  <a:gd name="connsiteY38" fmla="*/ 132918 h 424834"/>
                  <a:gd name="connsiteX39" fmla="*/ 294870 w 591367"/>
                  <a:gd name="connsiteY39" fmla="*/ 133204 h 424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91367" h="424834">
                    <a:moveTo>
                      <a:pt x="294966" y="133109"/>
                    </a:moveTo>
                    <a:cubicBezTo>
                      <a:pt x="241340" y="133109"/>
                      <a:pt x="187619" y="133681"/>
                      <a:pt x="133993" y="132823"/>
                    </a:cubicBezTo>
                    <a:cubicBezTo>
                      <a:pt x="116467" y="132537"/>
                      <a:pt x="111419" y="139205"/>
                      <a:pt x="111419" y="155874"/>
                    </a:cubicBezTo>
                    <a:cubicBezTo>
                      <a:pt x="111419" y="172161"/>
                      <a:pt x="115610" y="180448"/>
                      <a:pt x="133517" y="179115"/>
                    </a:cubicBezTo>
                    <a:cubicBezTo>
                      <a:pt x="148471" y="177972"/>
                      <a:pt x="163711" y="178162"/>
                      <a:pt x="178665" y="179305"/>
                    </a:cubicBezTo>
                    <a:cubicBezTo>
                      <a:pt x="205240" y="181401"/>
                      <a:pt x="225147" y="195117"/>
                      <a:pt x="233244" y="220453"/>
                    </a:cubicBezTo>
                    <a:cubicBezTo>
                      <a:pt x="249150" y="270269"/>
                      <a:pt x="263057" y="320751"/>
                      <a:pt x="277725" y="371044"/>
                    </a:cubicBezTo>
                    <a:cubicBezTo>
                      <a:pt x="282964" y="389046"/>
                      <a:pt x="279916" y="405524"/>
                      <a:pt x="264676" y="416954"/>
                    </a:cubicBezTo>
                    <a:cubicBezTo>
                      <a:pt x="248769" y="428860"/>
                      <a:pt x="231148" y="425907"/>
                      <a:pt x="214575" y="417145"/>
                    </a:cubicBezTo>
                    <a:cubicBezTo>
                      <a:pt x="204859" y="412001"/>
                      <a:pt x="199049" y="403524"/>
                      <a:pt x="195906" y="392951"/>
                    </a:cubicBezTo>
                    <a:cubicBezTo>
                      <a:pt x="186952" y="362852"/>
                      <a:pt x="177046" y="333039"/>
                      <a:pt x="168855" y="302749"/>
                    </a:cubicBezTo>
                    <a:cubicBezTo>
                      <a:pt x="164092" y="285128"/>
                      <a:pt x="155901" y="276746"/>
                      <a:pt x="136089" y="277794"/>
                    </a:cubicBezTo>
                    <a:cubicBezTo>
                      <a:pt x="112086" y="279127"/>
                      <a:pt x="87797" y="279604"/>
                      <a:pt x="63603" y="276556"/>
                    </a:cubicBezTo>
                    <a:cubicBezTo>
                      <a:pt x="31314" y="272364"/>
                      <a:pt x="10835" y="253410"/>
                      <a:pt x="6453" y="223025"/>
                    </a:cubicBezTo>
                    <a:cubicBezTo>
                      <a:pt x="-2214" y="162636"/>
                      <a:pt x="-1929" y="101486"/>
                      <a:pt x="5977" y="41097"/>
                    </a:cubicBezTo>
                    <a:cubicBezTo>
                      <a:pt x="11121" y="2045"/>
                      <a:pt x="64270" y="-13100"/>
                      <a:pt x="94560" y="12999"/>
                    </a:cubicBezTo>
                    <a:cubicBezTo>
                      <a:pt x="99036" y="16809"/>
                      <a:pt x="103989" y="20238"/>
                      <a:pt x="107990" y="24524"/>
                    </a:cubicBezTo>
                    <a:cubicBezTo>
                      <a:pt x="130945" y="49194"/>
                      <a:pt x="157234" y="62338"/>
                      <a:pt x="192858" y="58242"/>
                    </a:cubicBezTo>
                    <a:cubicBezTo>
                      <a:pt x="217432" y="55385"/>
                      <a:pt x="231053" y="68815"/>
                      <a:pt x="234101" y="93009"/>
                    </a:cubicBezTo>
                    <a:cubicBezTo>
                      <a:pt x="235530" y="104629"/>
                      <a:pt x="239816" y="109106"/>
                      <a:pt x="251151" y="108915"/>
                    </a:cubicBezTo>
                    <a:cubicBezTo>
                      <a:pt x="281250" y="108630"/>
                      <a:pt x="311349" y="108630"/>
                      <a:pt x="341448" y="108915"/>
                    </a:cubicBezTo>
                    <a:cubicBezTo>
                      <a:pt x="352402" y="109011"/>
                      <a:pt x="357545" y="105582"/>
                      <a:pt x="359069" y="93580"/>
                    </a:cubicBezTo>
                    <a:cubicBezTo>
                      <a:pt x="362307" y="68148"/>
                      <a:pt x="374690" y="55099"/>
                      <a:pt x="399550" y="58242"/>
                    </a:cubicBezTo>
                    <a:cubicBezTo>
                      <a:pt x="438698" y="63291"/>
                      <a:pt x="466130" y="46050"/>
                      <a:pt x="490133" y="19476"/>
                    </a:cubicBezTo>
                    <a:cubicBezTo>
                      <a:pt x="510612" y="-3194"/>
                      <a:pt x="535948" y="-2337"/>
                      <a:pt x="560428" y="6522"/>
                    </a:cubicBezTo>
                    <a:cubicBezTo>
                      <a:pt x="584335" y="15189"/>
                      <a:pt x="590336" y="38240"/>
                      <a:pt x="590717" y="61481"/>
                    </a:cubicBezTo>
                    <a:cubicBezTo>
                      <a:pt x="591384" y="106630"/>
                      <a:pt x="591765" y="151778"/>
                      <a:pt x="590717" y="196927"/>
                    </a:cubicBezTo>
                    <a:cubicBezTo>
                      <a:pt x="589479" y="251505"/>
                      <a:pt x="561189" y="278270"/>
                      <a:pt x="506706" y="278365"/>
                    </a:cubicBezTo>
                    <a:cubicBezTo>
                      <a:pt x="487752" y="278365"/>
                      <a:pt x="468702" y="278841"/>
                      <a:pt x="449747" y="278175"/>
                    </a:cubicBezTo>
                    <a:cubicBezTo>
                      <a:pt x="437269" y="277699"/>
                      <a:pt x="430697" y="282747"/>
                      <a:pt x="427173" y="294748"/>
                    </a:cubicBezTo>
                    <a:cubicBezTo>
                      <a:pt x="417267" y="328657"/>
                      <a:pt x="407075" y="362471"/>
                      <a:pt x="395836" y="395999"/>
                    </a:cubicBezTo>
                    <a:cubicBezTo>
                      <a:pt x="389263" y="415716"/>
                      <a:pt x="369165" y="426384"/>
                      <a:pt x="347068" y="424098"/>
                    </a:cubicBezTo>
                    <a:cubicBezTo>
                      <a:pt x="328684" y="422193"/>
                      <a:pt x="315825" y="409715"/>
                      <a:pt x="313063" y="391522"/>
                    </a:cubicBezTo>
                    <a:cubicBezTo>
                      <a:pt x="311825" y="383426"/>
                      <a:pt x="314111" y="375901"/>
                      <a:pt x="316206" y="368376"/>
                    </a:cubicBezTo>
                    <a:cubicBezTo>
                      <a:pt x="330113" y="320656"/>
                      <a:pt x="343924" y="272936"/>
                      <a:pt x="358212" y="225311"/>
                    </a:cubicBezTo>
                    <a:cubicBezTo>
                      <a:pt x="366594" y="197212"/>
                      <a:pt x="388215" y="180543"/>
                      <a:pt x="417457" y="179210"/>
                    </a:cubicBezTo>
                    <a:cubicBezTo>
                      <a:pt x="431840" y="178543"/>
                      <a:pt x="446318" y="178162"/>
                      <a:pt x="460605" y="179210"/>
                    </a:cubicBezTo>
                    <a:cubicBezTo>
                      <a:pt x="477941" y="180448"/>
                      <a:pt x="481370" y="171971"/>
                      <a:pt x="481465" y="156826"/>
                    </a:cubicBezTo>
                    <a:cubicBezTo>
                      <a:pt x="481465" y="141015"/>
                      <a:pt x="478322" y="132633"/>
                      <a:pt x="459844" y="132918"/>
                    </a:cubicBezTo>
                    <a:cubicBezTo>
                      <a:pt x="404884" y="133776"/>
                      <a:pt x="349925" y="133204"/>
                      <a:pt x="294870" y="133204"/>
                    </a:cubicBezTo>
                    <a:close/>
                  </a:path>
                </a:pathLst>
              </a:custGeom>
              <a:noFill/>
              <a:ln w="15875" cap="rnd">
                <a:solidFill>
                  <a:schemeClr val="accent2"/>
                </a:solidFill>
                <a:prstDash val="solid"/>
                <a:round/>
              </a:ln>
            </p:spPr>
            <p:txBody>
              <a:bodyPr rtlCol="0" anchor="ctr"/>
              <a:lstStyle/>
              <a:p>
                <a:endParaRPr lang="en-IN"/>
              </a:p>
            </p:txBody>
          </p:sp>
          <p:sp>
            <p:nvSpPr>
              <p:cNvPr id="201" name="Freeform: Shape 200">
                <a:extLst>
                  <a:ext uri="{FF2B5EF4-FFF2-40B4-BE49-F238E27FC236}">
                    <a16:creationId xmlns:a16="http://schemas.microsoft.com/office/drawing/2014/main" id="{D3CD78F8-827B-A3CB-332B-CE996FC9D559}"/>
                  </a:ext>
                </a:extLst>
              </p:cNvPr>
              <p:cNvSpPr/>
              <p:nvPr/>
            </p:nvSpPr>
            <p:spPr>
              <a:xfrm>
                <a:off x="2173595" y="-864624"/>
                <a:ext cx="125063" cy="126504"/>
              </a:xfrm>
              <a:custGeom>
                <a:avLst/>
                <a:gdLst>
                  <a:gd name="connsiteX0" fmla="*/ 125064 w 125063"/>
                  <a:gd name="connsiteY0" fmla="*/ 63445 h 126504"/>
                  <a:gd name="connsiteX1" fmla="*/ 61437 w 125063"/>
                  <a:gd name="connsiteY1" fmla="*/ 126501 h 126504"/>
                  <a:gd name="connsiteX2" fmla="*/ 0 w 125063"/>
                  <a:gd name="connsiteY2" fmla="*/ 62969 h 126504"/>
                  <a:gd name="connsiteX3" fmla="*/ 62008 w 125063"/>
                  <a:gd name="connsiteY3" fmla="*/ 9 h 126504"/>
                  <a:gd name="connsiteX4" fmla="*/ 125064 w 125063"/>
                  <a:gd name="connsiteY4" fmla="*/ 63350 h 1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063" h="126504">
                    <a:moveTo>
                      <a:pt x="125064" y="63445"/>
                    </a:moveTo>
                    <a:cubicBezTo>
                      <a:pt x="124968" y="99640"/>
                      <a:pt x="97441" y="126882"/>
                      <a:pt x="61437" y="126501"/>
                    </a:cubicBezTo>
                    <a:cubicBezTo>
                      <a:pt x="27432" y="126120"/>
                      <a:pt x="-95" y="97640"/>
                      <a:pt x="0" y="62969"/>
                    </a:cubicBezTo>
                    <a:cubicBezTo>
                      <a:pt x="96" y="28203"/>
                      <a:pt x="27242" y="580"/>
                      <a:pt x="62008" y="9"/>
                    </a:cubicBezTo>
                    <a:cubicBezTo>
                      <a:pt x="98013" y="-563"/>
                      <a:pt x="125159" y="26679"/>
                      <a:pt x="125064" y="63350"/>
                    </a:cubicBezTo>
                    <a:close/>
                  </a:path>
                </a:pathLst>
              </a:custGeom>
              <a:noFill/>
              <a:ln w="15875" cap="rnd">
                <a:solidFill>
                  <a:schemeClr val="accent2"/>
                </a:solidFill>
                <a:prstDash val="solid"/>
                <a:round/>
              </a:ln>
            </p:spPr>
            <p:txBody>
              <a:bodyPr rtlCol="0" anchor="ctr"/>
              <a:lstStyle/>
              <a:p>
                <a:endParaRPr lang="en-IN"/>
              </a:p>
            </p:txBody>
          </p:sp>
          <p:sp>
            <p:nvSpPr>
              <p:cNvPr id="202" name="Freeform: Shape 201">
                <a:extLst>
                  <a:ext uri="{FF2B5EF4-FFF2-40B4-BE49-F238E27FC236}">
                    <a16:creationId xmlns:a16="http://schemas.microsoft.com/office/drawing/2014/main" id="{1CE67107-E1A0-7E64-80D0-2D6C9CB3BCF5}"/>
                  </a:ext>
                </a:extLst>
              </p:cNvPr>
              <p:cNvSpPr/>
              <p:nvPr/>
            </p:nvSpPr>
            <p:spPr>
              <a:xfrm>
                <a:off x="2634224" y="-864616"/>
                <a:ext cx="125167" cy="126596"/>
              </a:xfrm>
              <a:custGeom>
                <a:avLst/>
                <a:gdLst>
                  <a:gd name="connsiteX0" fmla="*/ 1 w 125167"/>
                  <a:gd name="connsiteY0" fmla="*/ 62866 h 126596"/>
                  <a:gd name="connsiteX1" fmla="*/ 61914 w 125167"/>
                  <a:gd name="connsiteY1" fmla="*/ 1 h 126596"/>
                  <a:gd name="connsiteX2" fmla="*/ 125159 w 125167"/>
                  <a:gd name="connsiteY2" fmla="*/ 63818 h 126596"/>
                  <a:gd name="connsiteX3" fmla="*/ 60961 w 125167"/>
                  <a:gd name="connsiteY3" fmla="*/ 126588 h 126596"/>
                  <a:gd name="connsiteX4" fmla="*/ 1 w 125167"/>
                  <a:gd name="connsiteY4" fmla="*/ 62866 h 1265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167" h="126596">
                    <a:moveTo>
                      <a:pt x="1" y="62866"/>
                    </a:moveTo>
                    <a:cubicBezTo>
                      <a:pt x="96" y="28100"/>
                      <a:pt x="27623" y="191"/>
                      <a:pt x="61914" y="1"/>
                    </a:cubicBezTo>
                    <a:cubicBezTo>
                      <a:pt x="97347" y="-190"/>
                      <a:pt x="125731" y="28481"/>
                      <a:pt x="125159" y="63818"/>
                    </a:cubicBezTo>
                    <a:cubicBezTo>
                      <a:pt x="124588" y="99728"/>
                      <a:pt x="96489" y="127160"/>
                      <a:pt x="60961" y="126588"/>
                    </a:cubicBezTo>
                    <a:cubicBezTo>
                      <a:pt x="26290" y="126017"/>
                      <a:pt x="-190" y="98299"/>
                      <a:pt x="1" y="62866"/>
                    </a:cubicBezTo>
                    <a:close/>
                  </a:path>
                </a:pathLst>
              </a:custGeom>
              <a:noFill/>
              <a:ln w="15875" cap="rnd">
                <a:solidFill>
                  <a:schemeClr val="accent2"/>
                </a:solidFill>
                <a:prstDash val="solid"/>
                <a:round/>
              </a:ln>
            </p:spPr>
            <p:txBody>
              <a:bodyPr rtlCol="0" anchor="ctr"/>
              <a:lstStyle/>
              <a:p>
                <a:endParaRPr lang="en-IN"/>
              </a:p>
            </p:txBody>
          </p:sp>
        </p:grpSp>
      </p:grpSp>
      <p:grpSp>
        <p:nvGrpSpPr>
          <p:cNvPr id="242" name="Group 241">
            <a:extLst>
              <a:ext uri="{FF2B5EF4-FFF2-40B4-BE49-F238E27FC236}">
                <a16:creationId xmlns:a16="http://schemas.microsoft.com/office/drawing/2014/main" id="{A1447B16-D6D9-73B0-3D9C-4D5E048FF91C}"/>
              </a:ext>
            </a:extLst>
          </p:cNvPr>
          <p:cNvGrpSpPr/>
          <p:nvPr/>
        </p:nvGrpSpPr>
        <p:grpSpPr>
          <a:xfrm>
            <a:off x="381000" y="5421471"/>
            <a:ext cx="355664" cy="413784"/>
            <a:chOff x="-752084" y="5276850"/>
            <a:chExt cx="700360" cy="814808"/>
          </a:xfrm>
        </p:grpSpPr>
        <p:grpSp>
          <p:nvGrpSpPr>
            <p:cNvPr id="205" name="Graphic 76">
              <a:extLst>
                <a:ext uri="{FF2B5EF4-FFF2-40B4-BE49-F238E27FC236}">
                  <a16:creationId xmlns:a16="http://schemas.microsoft.com/office/drawing/2014/main" id="{E705F8F9-77B6-7B8E-D9A7-1A7A44DA489A}"/>
                </a:ext>
              </a:extLst>
            </p:cNvPr>
            <p:cNvGrpSpPr/>
            <p:nvPr/>
          </p:nvGrpSpPr>
          <p:grpSpPr>
            <a:xfrm>
              <a:off x="-563647" y="5276850"/>
              <a:ext cx="511923" cy="699623"/>
              <a:chOff x="3423180" y="-1013586"/>
              <a:chExt cx="463962" cy="634079"/>
            </a:xfrm>
            <a:noFill/>
          </p:grpSpPr>
          <p:sp>
            <p:nvSpPr>
              <p:cNvPr id="206" name="Freeform: Shape 205">
                <a:extLst>
                  <a:ext uri="{FF2B5EF4-FFF2-40B4-BE49-F238E27FC236}">
                    <a16:creationId xmlns:a16="http://schemas.microsoft.com/office/drawing/2014/main" id="{91EB84F6-5DD7-1107-EE86-3266055D4A66}"/>
                  </a:ext>
                </a:extLst>
              </p:cNvPr>
              <p:cNvSpPr/>
              <p:nvPr/>
            </p:nvSpPr>
            <p:spPr>
              <a:xfrm>
                <a:off x="3423180" y="-1013586"/>
                <a:ext cx="463962" cy="634079"/>
              </a:xfrm>
              <a:custGeom>
                <a:avLst/>
                <a:gdLst>
                  <a:gd name="connsiteX0" fmla="*/ 0 w 463962"/>
                  <a:gd name="connsiteY0" fmla="*/ 449199 h 634079"/>
                  <a:gd name="connsiteX1" fmla="*/ 0 w 463962"/>
                  <a:gd name="connsiteY1" fmla="*/ 0 h 634079"/>
                  <a:gd name="connsiteX2" fmla="*/ 463963 w 463962"/>
                  <a:gd name="connsiteY2" fmla="*/ 0 h 634079"/>
                  <a:gd name="connsiteX3" fmla="*/ 463963 w 463962"/>
                  <a:gd name="connsiteY3" fmla="*/ 634079 h 634079"/>
                  <a:gd name="connsiteX4" fmla="*/ 114681 w 463962"/>
                  <a:gd name="connsiteY4" fmla="*/ 634079 h 6340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3962" h="634079">
                    <a:moveTo>
                      <a:pt x="0" y="449199"/>
                    </a:moveTo>
                    <a:lnTo>
                      <a:pt x="0" y="0"/>
                    </a:lnTo>
                    <a:lnTo>
                      <a:pt x="463963" y="0"/>
                    </a:lnTo>
                    <a:lnTo>
                      <a:pt x="463963" y="634079"/>
                    </a:lnTo>
                    <a:lnTo>
                      <a:pt x="114681" y="634079"/>
                    </a:lnTo>
                  </a:path>
                </a:pathLst>
              </a:custGeom>
              <a:noFill/>
              <a:ln w="15875" cap="rnd">
                <a:solidFill>
                  <a:schemeClr val="accent2"/>
                </a:solidFill>
                <a:prstDash val="solid"/>
                <a:round/>
              </a:ln>
            </p:spPr>
            <p:txBody>
              <a:bodyPr rtlCol="0" anchor="ctr"/>
              <a:lstStyle/>
              <a:p>
                <a:endParaRPr lang="en-IN"/>
              </a:p>
            </p:txBody>
          </p:sp>
          <p:sp>
            <p:nvSpPr>
              <p:cNvPr id="207" name="Freeform: Shape 206">
                <a:extLst>
                  <a:ext uri="{FF2B5EF4-FFF2-40B4-BE49-F238E27FC236}">
                    <a16:creationId xmlns:a16="http://schemas.microsoft.com/office/drawing/2014/main" id="{4E76B5EA-9CBB-89E0-BD09-3AC0BCCC5958}"/>
                  </a:ext>
                </a:extLst>
              </p:cNvPr>
              <p:cNvSpPr/>
              <p:nvPr/>
            </p:nvSpPr>
            <p:spPr>
              <a:xfrm>
                <a:off x="3517478" y="-893381"/>
                <a:ext cx="163136" cy="9525"/>
              </a:xfrm>
              <a:custGeom>
                <a:avLst/>
                <a:gdLst>
                  <a:gd name="connsiteX0" fmla="*/ 0 w 275367"/>
                  <a:gd name="connsiteY0" fmla="*/ 0 h 9525"/>
                  <a:gd name="connsiteX1" fmla="*/ 275368 w 275367"/>
                  <a:gd name="connsiteY1" fmla="*/ 0 h 9525"/>
                </a:gdLst>
                <a:ahLst/>
                <a:cxnLst>
                  <a:cxn ang="0">
                    <a:pos x="connsiteX0" y="connsiteY0"/>
                  </a:cxn>
                  <a:cxn ang="0">
                    <a:pos x="connsiteX1" y="connsiteY1"/>
                  </a:cxn>
                </a:cxnLst>
                <a:rect l="l" t="t" r="r" b="b"/>
                <a:pathLst>
                  <a:path w="275367" h="9525">
                    <a:moveTo>
                      <a:pt x="0" y="0"/>
                    </a:moveTo>
                    <a:lnTo>
                      <a:pt x="275368" y="0"/>
                    </a:lnTo>
                  </a:path>
                </a:pathLst>
              </a:custGeom>
              <a:noFill/>
              <a:ln w="15875" cap="rnd">
                <a:solidFill>
                  <a:schemeClr val="accent2"/>
                </a:solidFill>
                <a:prstDash val="solid"/>
                <a:round/>
              </a:ln>
            </p:spPr>
            <p:txBody>
              <a:bodyPr rtlCol="0" anchor="ctr"/>
              <a:lstStyle/>
              <a:p>
                <a:endParaRPr lang="en-IN"/>
              </a:p>
            </p:txBody>
          </p:sp>
          <p:sp>
            <p:nvSpPr>
              <p:cNvPr id="208" name="Freeform: Shape 207">
                <a:extLst>
                  <a:ext uri="{FF2B5EF4-FFF2-40B4-BE49-F238E27FC236}">
                    <a16:creationId xmlns:a16="http://schemas.microsoft.com/office/drawing/2014/main" id="{7D26C898-CB59-780C-4012-88C81867814F}"/>
                  </a:ext>
                </a:extLst>
              </p:cNvPr>
              <p:cNvSpPr/>
              <p:nvPr/>
            </p:nvSpPr>
            <p:spPr>
              <a:xfrm>
                <a:off x="3517478" y="-793844"/>
                <a:ext cx="275367" cy="9525"/>
              </a:xfrm>
              <a:custGeom>
                <a:avLst/>
                <a:gdLst>
                  <a:gd name="connsiteX0" fmla="*/ 0 w 275367"/>
                  <a:gd name="connsiteY0" fmla="*/ 0 h 9525"/>
                  <a:gd name="connsiteX1" fmla="*/ 275368 w 275367"/>
                  <a:gd name="connsiteY1" fmla="*/ 0 h 9525"/>
                </a:gdLst>
                <a:ahLst/>
                <a:cxnLst>
                  <a:cxn ang="0">
                    <a:pos x="connsiteX0" y="connsiteY0"/>
                  </a:cxn>
                  <a:cxn ang="0">
                    <a:pos x="connsiteX1" y="connsiteY1"/>
                  </a:cxn>
                </a:cxnLst>
                <a:rect l="l" t="t" r="r" b="b"/>
                <a:pathLst>
                  <a:path w="275367" h="9525">
                    <a:moveTo>
                      <a:pt x="0" y="0"/>
                    </a:moveTo>
                    <a:lnTo>
                      <a:pt x="275368" y="0"/>
                    </a:lnTo>
                  </a:path>
                </a:pathLst>
              </a:custGeom>
              <a:noFill/>
              <a:ln w="15875" cap="rnd">
                <a:solidFill>
                  <a:schemeClr val="accent2"/>
                </a:solidFill>
                <a:prstDash val="solid"/>
                <a:round/>
              </a:ln>
            </p:spPr>
            <p:txBody>
              <a:bodyPr rtlCol="0" anchor="ctr"/>
              <a:lstStyle/>
              <a:p>
                <a:endParaRPr lang="en-IN"/>
              </a:p>
            </p:txBody>
          </p:sp>
          <p:sp>
            <p:nvSpPr>
              <p:cNvPr id="209" name="Freeform: Shape 208">
                <a:extLst>
                  <a:ext uri="{FF2B5EF4-FFF2-40B4-BE49-F238E27FC236}">
                    <a16:creationId xmlns:a16="http://schemas.microsoft.com/office/drawing/2014/main" id="{4ACFF499-0CFD-4032-0CAF-DB29796011C7}"/>
                  </a:ext>
                </a:extLst>
              </p:cNvPr>
              <p:cNvSpPr/>
              <p:nvPr/>
            </p:nvSpPr>
            <p:spPr>
              <a:xfrm>
                <a:off x="3517478" y="-696499"/>
                <a:ext cx="275367" cy="9525"/>
              </a:xfrm>
              <a:custGeom>
                <a:avLst/>
                <a:gdLst>
                  <a:gd name="connsiteX0" fmla="*/ 0 w 275367"/>
                  <a:gd name="connsiteY0" fmla="*/ 0 h 9525"/>
                  <a:gd name="connsiteX1" fmla="*/ 275368 w 275367"/>
                  <a:gd name="connsiteY1" fmla="*/ 0 h 9525"/>
                </a:gdLst>
                <a:ahLst/>
                <a:cxnLst>
                  <a:cxn ang="0">
                    <a:pos x="connsiteX0" y="connsiteY0"/>
                  </a:cxn>
                  <a:cxn ang="0">
                    <a:pos x="connsiteX1" y="connsiteY1"/>
                  </a:cxn>
                </a:cxnLst>
                <a:rect l="l" t="t" r="r" b="b"/>
                <a:pathLst>
                  <a:path w="275367" h="9525">
                    <a:moveTo>
                      <a:pt x="0" y="0"/>
                    </a:moveTo>
                    <a:lnTo>
                      <a:pt x="275368" y="0"/>
                    </a:lnTo>
                  </a:path>
                </a:pathLst>
              </a:custGeom>
              <a:noFill/>
              <a:ln w="15875" cap="rnd">
                <a:solidFill>
                  <a:schemeClr val="accent2"/>
                </a:solidFill>
                <a:prstDash val="solid"/>
                <a:round/>
              </a:ln>
            </p:spPr>
            <p:txBody>
              <a:bodyPr rtlCol="0" anchor="ctr"/>
              <a:lstStyle/>
              <a:p>
                <a:endParaRPr lang="en-IN"/>
              </a:p>
            </p:txBody>
          </p:sp>
          <p:sp>
            <p:nvSpPr>
              <p:cNvPr id="210" name="Freeform: Shape 209">
                <a:extLst>
                  <a:ext uri="{FF2B5EF4-FFF2-40B4-BE49-F238E27FC236}">
                    <a16:creationId xmlns:a16="http://schemas.microsoft.com/office/drawing/2014/main" id="{4E9122E9-14E9-0DAF-693A-CA491E278087}"/>
                  </a:ext>
                </a:extLst>
              </p:cNvPr>
              <p:cNvSpPr/>
              <p:nvPr/>
            </p:nvSpPr>
            <p:spPr>
              <a:xfrm>
                <a:off x="3517478" y="-599249"/>
                <a:ext cx="275367" cy="9525"/>
              </a:xfrm>
              <a:custGeom>
                <a:avLst/>
                <a:gdLst>
                  <a:gd name="connsiteX0" fmla="*/ 0 w 275367"/>
                  <a:gd name="connsiteY0" fmla="*/ 0 h 9525"/>
                  <a:gd name="connsiteX1" fmla="*/ 275368 w 275367"/>
                  <a:gd name="connsiteY1" fmla="*/ 0 h 9525"/>
                </a:gdLst>
                <a:ahLst/>
                <a:cxnLst>
                  <a:cxn ang="0">
                    <a:pos x="connsiteX0" y="connsiteY0"/>
                  </a:cxn>
                  <a:cxn ang="0">
                    <a:pos x="connsiteX1" y="connsiteY1"/>
                  </a:cxn>
                </a:cxnLst>
                <a:rect l="l" t="t" r="r" b="b"/>
                <a:pathLst>
                  <a:path w="275367" h="9525">
                    <a:moveTo>
                      <a:pt x="0" y="0"/>
                    </a:moveTo>
                    <a:lnTo>
                      <a:pt x="275368" y="0"/>
                    </a:lnTo>
                  </a:path>
                </a:pathLst>
              </a:custGeom>
              <a:noFill/>
              <a:ln w="15875" cap="rnd">
                <a:solidFill>
                  <a:schemeClr val="accent2"/>
                </a:solidFill>
                <a:prstDash val="solid"/>
                <a:round/>
              </a:ln>
            </p:spPr>
            <p:txBody>
              <a:bodyPr rtlCol="0" anchor="ctr"/>
              <a:lstStyle/>
              <a:p>
                <a:endParaRPr lang="en-IN"/>
              </a:p>
            </p:txBody>
          </p:sp>
          <p:sp>
            <p:nvSpPr>
              <p:cNvPr id="211" name="Freeform: Shape 210">
                <a:extLst>
                  <a:ext uri="{FF2B5EF4-FFF2-40B4-BE49-F238E27FC236}">
                    <a16:creationId xmlns:a16="http://schemas.microsoft.com/office/drawing/2014/main" id="{0275DFE3-93FE-FB12-8F7A-627DDC8B050F}"/>
                  </a:ext>
                </a:extLst>
              </p:cNvPr>
              <p:cNvSpPr/>
              <p:nvPr/>
            </p:nvSpPr>
            <p:spPr>
              <a:xfrm>
                <a:off x="3517478" y="-501903"/>
                <a:ext cx="275367" cy="9525"/>
              </a:xfrm>
              <a:custGeom>
                <a:avLst/>
                <a:gdLst>
                  <a:gd name="connsiteX0" fmla="*/ 0 w 275367"/>
                  <a:gd name="connsiteY0" fmla="*/ 0 h 9525"/>
                  <a:gd name="connsiteX1" fmla="*/ 275368 w 275367"/>
                  <a:gd name="connsiteY1" fmla="*/ 0 h 9525"/>
                </a:gdLst>
                <a:ahLst/>
                <a:cxnLst>
                  <a:cxn ang="0">
                    <a:pos x="connsiteX0" y="connsiteY0"/>
                  </a:cxn>
                  <a:cxn ang="0">
                    <a:pos x="connsiteX1" y="connsiteY1"/>
                  </a:cxn>
                </a:cxnLst>
                <a:rect l="l" t="t" r="r" b="b"/>
                <a:pathLst>
                  <a:path w="275367" h="9525">
                    <a:moveTo>
                      <a:pt x="0" y="0"/>
                    </a:moveTo>
                    <a:lnTo>
                      <a:pt x="275368" y="0"/>
                    </a:lnTo>
                  </a:path>
                </a:pathLst>
              </a:custGeom>
              <a:noFill/>
              <a:ln w="15875" cap="rnd">
                <a:solidFill>
                  <a:schemeClr val="accent2"/>
                </a:solidFill>
                <a:prstDash val="solid"/>
                <a:round/>
              </a:ln>
            </p:spPr>
            <p:txBody>
              <a:bodyPr rtlCol="0" anchor="ctr"/>
              <a:lstStyle/>
              <a:p>
                <a:endParaRPr lang="en-IN"/>
              </a:p>
            </p:txBody>
          </p:sp>
        </p:grpSp>
        <p:grpSp>
          <p:nvGrpSpPr>
            <p:cNvPr id="221" name="Graphic 76">
              <a:extLst>
                <a:ext uri="{FF2B5EF4-FFF2-40B4-BE49-F238E27FC236}">
                  <a16:creationId xmlns:a16="http://schemas.microsoft.com/office/drawing/2014/main" id="{C369E754-8EF4-060F-FA9E-01E5A0F36111}"/>
                </a:ext>
              </a:extLst>
            </p:cNvPr>
            <p:cNvGrpSpPr/>
            <p:nvPr/>
          </p:nvGrpSpPr>
          <p:grpSpPr>
            <a:xfrm>
              <a:off x="-752084" y="5770065"/>
              <a:ext cx="321594" cy="321593"/>
              <a:chOff x="3252397" y="-566578"/>
              <a:chExt cx="291465" cy="291465"/>
            </a:xfrm>
            <a:noFill/>
          </p:grpSpPr>
          <p:sp>
            <p:nvSpPr>
              <p:cNvPr id="222" name="Freeform: Shape 221">
                <a:extLst>
                  <a:ext uri="{FF2B5EF4-FFF2-40B4-BE49-F238E27FC236}">
                    <a16:creationId xmlns:a16="http://schemas.microsoft.com/office/drawing/2014/main" id="{95596462-FDB2-9E60-7A0B-B1AC68343216}"/>
                  </a:ext>
                </a:extLst>
              </p:cNvPr>
              <p:cNvSpPr/>
              <p:nvPr/>
            </p:nvSpPr>
            <p:spPr>
              <a:xfrm>
                <a:off x="3325359" y="-477900"/>
                <a:ext cx="145637" cy="114014"/>
              </a:xfrm>
              <a:custGeom>
                <a:avLst/>
                <a:gdLst>
                  <a:gd name="connsiteX0" fmla="*/ 0 w 145637"/>
                  <a:gd name="connsiteY0" fmla="*/ 73819 h 114014"/>
                  <a:gd name="connsiteX1" fmla="*/ 46958 w 145637"/>
                  <a:gd name="connsiteY1" fmla="*/ 114014 h 114014"/>
                  <a:gd name="connsiteX2" fmla="*/ 145637 w 145637"/>
                  <a:gd name="connsiteY2" fmla="*/ 0 h 114014"/>
                </a:gdLst>
                <a:ahLst/>
                <a:cxnLst>
                  <a:cxn ang="0">
                    <a:pos x="connsiteX0" y="connsiteY0"/>
                  </a:cxn>
                  <a:cxn ang="0">
                    <a:pos x="connsiteX1" y="connsiteY1"/>
                  </a:cxn>
                  <a:cxn ang="0">
                    <a:pos x="connsiteX2" y="connsiteY2"/>
                  </a:cxn>
                </a:cxnLst>
                <a:rect l="l" t="t" r="r" b="b"/>
                <a:pathLst>
                  <a:path w="145637" h="114014">
                    <a:moveTo>
                      <a:pt x="0" y="73819"/>
                    </a:moveTo>
                    <a:lnTo>
                      <a:pt x="46958" y="114014"/>
                    </a:lnTo>
                    <a:lnTo>
                      <a:pt x="145637" y="0"/>
                    </a:lnTo>
                  </a:path>
                </a:pathLst>
              </a:custGeom>
              <a:noFill/>
              <a:ln w="15875" cap="rnd">
                <a:solidFill>
                  <a:schemeClr val="accent2"/>
                </a:solidFill>
                <a:prstDash val="solid"/>
                <a:round/>
              </a:ln>
            </p:spPr>
            <p:txBody>
              <a:bodyPr rtlCol="0" anchor="ctr"/>
              <a:lstStyle/>
              <a:p>
                <a:endParaRPr lang="en-IN"/>
              </a:p>
            </p:txBody>
          </p:sp>
          <p:sp>
            <p:nvSpPr>
              <p:cNvPr id="223" name="Freeform: Shape 222">
                <a:extLst>
                  <a:ext uri="{FF2B5EF4-FFF2-40B4-BE49-F238E27FC236}">
                    <a16:creationId xmlns:a16="http://schemas.microsoft.com/office/drawing/2014/main" id="{F1629B70-9ABF-9891-5CDD-EB99C098FEE8}"/>
                  </a:ext>
                </a:extLst>
              </p:cNvPr>
              <p:cNvSpPr/>
              <p:nvPr/>
            </p:nvSpPr>
            <p:spPr>
              <a:xfrm>
                <a:off x="3252397" y="-566578"/>
                <a:ext cx="291465" cy="291465"/>
              </a:xfrm>
              <a:custGeom>
                <a:avLst/>
                <a:gdLst>
                  <a:gd name="connsiteX0" fmla="*/ 291465 w 291465"/>
                  <a:gd name="connsiteY0" fmla="*/ 145733 h 291465"/>
                  <a:gd name="connsiteX1" fmla="*/ 145733 w 291465"/>
                  <a:gd name="connsiteY1" fmla="*/ 291465 h 291465"/>
                  <a:gd name="connsiteX2" fmla="*/ 0 w 291465"/>
                  <a:gd name="connsiteY2" fmla="*/ 145733 h 291465"/>
                  <a:gd name="connsiteX3" fmla="*/ 145733 w 291465"/>
                  <a:gd name="connsiteY3" fmla="*/ 0 h 291465"/>
                  <a:gd name="connsiteX4" fmla="*/ 291465 w 291465"/>
                  <a:gd name="connsiteY4" fmla="*/ 145733 h 291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465" h="291465">
                    <a:moveTo>
                      <a:pt x="291465" y="145733"/>
                    </a:moveTo>
                    <a:cubicBezTo>
                      <a:pt x="291465" y="226218"/>
                      <a:pt x="226219" y="291465"/>
                      <a:pt x="145733" y="291465"/>
                    </a:cubicBezTo>
                    <a:cubicBezTo>
                      <a:pt x="65247" y="291465"/>
                      <a:pt x="0" y="226218"/>
                      <a:pt x="0" y="145733"/>
                    </a:cubicBezTo>
                    <a:cubicBezTo>
                      <a:pt x="0" y="65247"/>
                      <a:pt x="65247" y="0"/>
                      <a:pt x="145733" y="0"/>
                    </a:cubicBezTo>
                    <a:cubicBezTo>
                      <a:pt x="226219" y="0"/>
                      <a:pt x="291465" y="65247"/>
                      <a:pt x="291465" y="145733"/>
                    </a:cubicBezTo>
                    <a:close/>
                  </a:path>
                </a:pathLst>
              </a:custGeom>
              <a:noFill/>
              <a:ln w="15875" cap="rnd">
                <a:solidFill>
                  <a:schemeClr val="accent2"/>
                </a:solidFill>
                <a:prstDash val="solid"/>
                <a:round/>
              </a:ln>
            </p:spPr>
            <p:txBody>
              <a:bodyPr rtlCol="0" anchor="ctr"/>
              <a:lstStyle/>
              <a:p>
                <a:endParaRPr lang="en-IN"/>
              </a:p>
            </p:txBody>
          </p:sp>
        </p:grpSp>
        <p:grpSp>
          <p:nvGrpSpPr>
            <p:cNvPr id="233" name="Graphic 76">
              <a:extLst>
                <a:ext uri="{FF2B5EF4-FFF2-40B4-BE49-F238E27FC236}">
                  <a16:creationId xmlns:a16="http://schemas.microsoft.com/office/drawing/2014/main" id="{DE71483C-09E4-8C8C-2BF4-C31BEAB8D9B1}"/>
                </a:ext>
              </a:extLst>
            </p:cNvPr>
            <p:cNvGrpSpPr/>
            <p:nvPr/>
          </p:nvGrpSpPr>
          <p:grpSpPr>
            <a:xfrm>
              <a:off x="-226781" y="5336382"/>
              <a:ext cx="110397" cy="113813"/>
              <a:chOff x="277835" y="-663733"/>
              <a:chExt cx="138493" cy="142779"/>
            </a:xfrm>
            <a:noFill/>
          </p:grpSpPr>
          <p:sp>
            <p:nvSpPr>
              <p:cNvPr id="240" name="Freeform: Shape 239">
                <a:extLst>
                  <a:ext uri="{FF2B5EF4-FFF2-40B4-BE49-F238E27FC236}">
                    <a16:creationId xmlns:a16="http://schemas.microsoft.com/office/drawing/2014/main" id="{F92E127C-5118-FE42-0C9E-B24499173A4E}"/>
                  </a:ext>
                </a:extLst>
              </p:cNvPr>
              <p:cNvSpPr/>
              <p:nvPr/>
            </p:nvSpPr>
            <p:spPr>
              <a:xfrm>
                <a:off x="311839" y="-663733"/>
                <a:ext cx="70675" cy="70675"/>
              </a:xfrm>
              <a:custGeom>
                <a:avLst/>
                <a:gdLst>
                  <a:gd name="connsiteX0" fmla="*/ 70676 w 70675"/>
                  <a:gd name="connsiteY0" fmla="*/ 35338 h 70675"/>
                  <a:gd name="connsiteX1" fmla="*/ 35338 w 70675"/>
                  <a:gd name="connsiteY1" fmla="*/ 70675 h 70675"/>
                  <a:gd name="connsiteX2" fmla="*/ 0 w 70675"/>
                  <a:gd name="connsiteY2" fmla="*/ 35338 h 70675"/>
                  <a:gd name="connsiteX3" fmla="*/ 35338 w 70675"/>
                  <a:gd name="connsiteY3" fmla="*/ 0 h 70675"/>
                  <a:gd name="connsiteX4" fmla="*/ 70676 w 70675"/>
                  <a:gd name="connsiteY4" fmla="*/ 35338 h 70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675" h="70675">
                    <a:moveTo>
                      <a:pt x="70676" y="35338"/>
                    </a:moveTo>
                    <a:cubicBezTo>
                      <a:pt x="70676" y="54854"/>
                      <a:pt x="54854" y="70675"/>
                      <a:pt x="35338" y="70675"/>
                    </a:cubicBezTo>
                    <a:cubicBezTo>
                      <a:pt x="15821" y="70675"/>
                      <a:pt x="0" y="54854"/>
                      <a:pt x="0" y="35338"/>
                    </a:cubicBezTo>
                    <a:cubicBezTo>
                      <a:pt x="0" y="15821"/>
                      <a:pt x="15821" y="0"/>
                      <a:pt x="35338" y="0"/>
                    </a:cubicBezTo>
                    <a:cubicBezTo>
                      <a:pt x="54854" y="0"/>
                      <a:pt x="70676" y="15821"/>
                      <a:pt x="70676" y="35338"/>
                    </a:cubicBezTo>
                    <a:close/>
                  </a:path>
                </a:pathLst>
              </a:custGeom>
              <a:noFill/>
              <a:ln w="15875" cap="rnd">
                <a:solidFill>
                  <a:schemeClr val="accent2"/>
                </a:solidFill>
                <a:prstDash val="solid"/>
                <a:round/>
              </a:ln>
            </p:spPr>
            <p:txBody>
              <a:bodyPr rtlCol="0" anchor="ctr"/>
              <a:lstStyle/>
              <a:p>
                <a:endParaRPr lang="en-IN"/>
              </a:p>
            </p:txBody>
          </p:sp>
          <p:sp>
            <p:nvSpPr>
              <p:cNvPr id="241" name="Freeform: Shape 240">
                <a:extLst>
                  <a:ext uri="{FF2B5EF4-FFF2-40B4-BE49-F238E27FC236}">
                    <a16:creationId xmlns:a16="http://schemas.microsoft.com/office/drawing/2014/main" id="{2EC992A5-31DB-605C-D66C-325728C28B4F}"/>
                  </a:ext>
                </a:extLst>
              </p:cNvPr>
              <p:cNvSpPr/>
              <p:nvPr/>
            </p:nvSpPr>
            <p:spPr>
              <a:xfrm>
                <a:off x="277835" y="-590200"/>
                <a:ext cx="138493" cy="69246"/>
              </a:xfrm>
              <a:custGeom>
                <a:avLst/>
                <a:gdLst>
                  <a:gd name="connsiteX0" fmla="*/ 0 w 138493"/>
                  <a:gd name="connsiteY0" fmla="*/ 69247 h 69246"/>
                  <a:gd name="connsiteX1" fmla="*/ 69247 w 138493"/>
                  <a:gd name="connsiteY1" fmla="*/ 0 h 69246"/>
                  <a:gd name="connsiteX2" fmla="*/ 138494 w 138493"/>
                  <a:gd name="connsiteY2" fmla="*/ 69247 h 69246"/>
                </a:gdLst>
                <a:ahLst/>
                <a:cxnLst>
                  <a:cxn ang="0">
                    <a:pos x="connsiteX0" y="connsiteY0"/>
                  </a:cxn>
                  <a:cxn ang="0">
                    <a:pos x="connsiteX1" y="connsiteY1"/>
                  </a:cxn>
                  <a:cxn ang="0">
                    <a:pos x="connsiteX2" y="connsiteY2"/>
                  </a:cxn>
                </a:cxnLst>
                <a:rect l="l" t="t" r="r" b="b"/>
                <a:pathLst>
                  <a:path w="138493" h="69246">
                    <a:moveTo>
                      <a:pt x="0" y="69247"/>
                    </a:moveTo>
                    <a:cubicBezTo>
                      <a:pt x="0" y="30956"/>
                      <a:pt x="31052" y="0"/>
                      <a:pt x="69247" y="0"/>
                    </a:cubicBezTo>
                    <a:cubicBezTo>
                      <a:pt x="107442" y="0"/>
                      <a:pt x="138494" y="31051"/>
                      <a:pt x="138494" y="69247"/>
                    </a:cubicBezTo>
                  </a:path>
                </a:pathLst>
              </a:custGeom>
              <a:noFill/>
              <a:ln w="15875" cap="rnd">
                <a:solidFill>
                  <a:schemeClr val="accent2"/>
                </a:solidFill>
                <a:prstDash val="solid"/>
                <a:round/>
              </a:ln>
            </p:spPr>
            <p:txBody>
              <a:bodyPr rtlCol="0" anchor="ctr"/>
              <a:lstStyle/>
              <a:p>
                <a:endParaRPr lang="en-IN"/>
              </a:p>
            </p:txBody>
          </p:sp>
        </p:grpSp>
      </p:grpSp>
      <p:grpSp>
        <p:nvGrpSpPr>
          <p:cNvPr id="5" name="Group 4">
            <a:extLst>
              <a:ext uri="{FF2B5EF4-FFF2-40B4-BE49-F238E27FC236}">
                <a16:creationId xmlns:a16="http://schemas.microsoft.com/office/drawing/2014/main" id="{8AC052C3-3170-C993-DBE2-673DBCE49D2B}"/>
              </a:ext>
            </a:extLst>
          </p:cNvPr>
          <p:cNvGrpSpPr/>
          <p:nvPr/>
        </p:nvGrpSpPr>
        <p:grpSpPr>
          <a:xfrm>
            <a:off x="-1" y="6181725"/>
            <a:ext cx="12192002" cy="676275"/>
            <a:chOff x="-2" y="6080760"/>
            <a:chExt cx="12217867" cy="777240"/>
          </a:xfrm>
        </p:grpSpPr>
        <p:grpSp>
          <p:nvGrpSpPr>
            <p:cNvPr id="7" name="Group 6">
              <a:extLst>
                <a:ext uri="{FF2B5EF4-FFF2-40B4-BE49-F238E27FC236}">
                  <a16:creationId xmlns:a16="http://schemas.microsoft.com/office/drawing/2014/main" id="{21C17D95-AD64-16A2-E28B-23127A91C9F0}"/>
                </a:ext>
              </a:extLst>
            </p:cNvPr>
            <p:cNvGrpSpPr/>
            <p:nvPr userDrawn="1"/>
          </p:nvGrpSpPr>
          <p:grpSpPr>
            <a:xfrm>
              <a:off x="-1" y="6080760"/>
              <a:ext cx="12217865" cy="722969"/>
              <a:chOff x="-1" y="6104238"/>
              <a:chExt cx="12217865" cy="699491"/>
            </a:xfrm>
          </p:grpSpPr>
          <p:sp>
            <p:nvSpPr>
              <p:cNvPr id="12" name="Freeform: Shape 11">
                <a:extLst>
                  <a:ext uri="{FF2B5EF4-FFF2-40B4-BE49-F238E27FC236}">
                    <a16:creationId xmlns:a16="http://schemas.microsoft.com/office/drawing/2014/main" id="{A4EF4C2B-EA3F-1862-BD85-FA3F114C5536}"/>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 name="Right Triangle 12">
                <a:extLst>
                  <a:ext uri="{FF2B5EF4-FFF2-40B4-BE49-F238E27FC236}">
                    <a16:creationId xmlns:a16="http://schemas.microsoft.com/office/drawing/2014/main" id="{676028CB-8FE4-FA21-A4A7-3195E1128050}"/>
                  </a:ext>
                </a:extLst>
              </p:cNvPr>
              <p:cNvSpPr/>
              <p:nvPr/>
            </p:nvSpPr>
            <p:spPr>
              <a:xfrm flipH="1">
                <a:off x="6788150" y="6104238"/>
                <a:ext cx="5429714" cy="699491"/>
              </a:xfrm>
              <a:prstGeom prst="r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Freeform: Shape 8">
              <a:extLst>
                <a:ext uri="{FF2B5EF4-FFF2-40B4-BE49-F238E27FC236}">
                  <a16:creationId xmlns:a16="http://schemas.microsoft.com/office/drawing/2014/main" id="{B5A465F1-374F-99F6-E761-713991149175}"/>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dirty="0"/>
            </a:p>
          </p:txBody>
        </p:sp>
        <p:sp>
          <p:nvSpPr>
            <p:cNvPr id="11" name="Right Triangle 10">
              <a:extLst>
                <a:ext uri="{FF2B5EF4-FFF2-40B4-BE49-F238E27FC236}">
                  <a16:creationId xmlns:a16="http://schemas.microsoft.com/office/drawing/2014/main" id="{A78670F9-1DF9-40D7-ED91-11759A57E1AB}"/>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 name="Slide Number Placeholder 2">
            <a:extLst>
              <a:ext uri="{FF2B5EF4-FFF2-40B4-BE49-F238E27FC236}">
                <a16:creationId xmlns:a16="http://schemas.microsoft.com/office/drawing/2014/main" id="{7B898DED-9ABF-31C5-843D-DF7E8CF31CD9}"/>
              </a:ext>
            </a:extLst>
          </p:cNvPr>
          <p:cNvSpPr>
            <a:spLocks noGrp="1"/>
          </p:cNvSpPr>
          <p:nvPr>
            <p:ph type="sldNum" sz="quarter" idx="4"/>
          </p:nvPr>
        </p:nvSpPr>
        <p:spPr/>
        <p:txBody>
          <a:bodyPr/>
          <a:lstStyle/>
          <a:p>
            <a:fld id="{9A131BC9-40DA-43B6-B58E-D925B527BF77}" type="slidenum">
              <a:rPr lang="en-IN" smtClean="0"/>
              <a:pPr/>
              <a:t>10</a:t>
            </a:fld>
            <a:endParaRPr lang="en-IN"/>
          </a:p>
        </p:txBody>
      </p:sp>
    </p:spTree>
    <p:extLst>
      <p:ext uri="{BB962C8B-B14F-4D97-AF65-F5344CB8AC3E}">
        <p14:creationId xmlns:p14="http://schemas.microsoft.com/office/powerpoint/2010/main" val="4294650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0A18763B-AA36-3F85-7C2C-5904311DD052}"/>
            </a:ext>
          </a:extLst>
        </p:cNvPr>
        <p:cNvGrpSpPr/>
        <p:nvPr/>
      </p:nvGrpSpPr>
      <p:grpSpPr>
        <a:xfrm>
          <a:off x="0" y="0"/>
          <a:ext cx="0" cy="0"/>
          <a:chOff x="0" y="0"/>
          <a:chExt cx="0" cy="0"/>
        </a:xfrm>
      </p:grpSpPr>
      <p:grpSp>
        <p:nvGrpSpPr>
          <p:cNvPr id="81" name="Group 80">
            <a:extLst>
              <a:ext uri="{FF2B5EF4-FFF2-40B4-BE49-F238E27FC236}">
                <a16:creationId xmlns:a16="http://schemas.microsoft.com/office/drawing/2014/main" id="{4ACAA508-AFFB-527C-1C40-34978BA530A8}"/>
              </a:ext>
            </a:extLst>
          </p:cNvPr>
          <p:cNvGrpSpPr/>
          <p:nvPr/>
        </p:nvGrpSpPr>
        <p:grpSpPr>
          <a:xfrm>
            <a:off x="381000" y="1291428"/>
            <a:ext cx="3288217" cy="4278498"/>
            <a:chOff x="368299" y="1150752"/>
            <a:chExt cx="3288217" cy="4278498"/>
          </a:xfrm>
        </p:grpSpPr>
        <p:sp>
          <p:nvSpPr>
            <p:cNvPr id="42" name="Isosceles Triangle 41">
              <a:extLst>
                <a:ext uri="{FF2B5EF4-FFF2-40B4-BE49-F238E27FC236}">
                  <a16:creationId xmlns:a16="http://schemas.microsoft.com/office/drawing/2014/main" id="{20F6ADFF-A3A5-89EF-0000-58EF6C6B9F10}"/>
                </a:ext>
              </a:extLst>
            </p:cNvPr>
            <p:cNvSpPr/>
            <p:nvPr/>
          </p:nvSpPr>
          <p:spPr>
            <a:xfrm rot="5400000">
              <a:off x="-126841" y="1645892"/>
              <a:ext cx="4278498" cy="3288217"/>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8FB4F5E1-6D7B-38F6-6E2E-338E3A66AD78}"/>
                </a:ext>
              </a:extLst>
            </p:cNvPr>
            <p:cNvSpPr txBox="1"/>
            <p:nvPr/>
          </p:nvSpPr>
          <p:spPr>
            <a:xfrm>
              <a:off x="496856" y="2174658"/>
              <a:ext cx="1922250" cy="2209194"/>
            </a:xfrm>
            <a:prstGeom prst="rect">
              <a:avLst/>
            </a:prstGeom>
            <a:noFill/>
          </p:spPr>
          <p:txBody>
            <a:bodyPr wrap="square" lIns="0" tIns="0" rIns="0" bIns="0" anchor="ctr">
              <a:noAutofit/>
            </a:bodyPr>
            <a:lstStyle/>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 </a:t>
              </a:r>
            </a:p>
          </p:txBody>
        </p:sp>
      </p:grpSp>
      <p:sp>
        <p:nvSpPr>
          <p:cNvPr id="2" name="Title 1">
            <a:extLst>
              <a:ext uri="{FF2B5EF4-FFF2-40B4-BE49-F238E27FC236}">
                <a16:creationId xmlns:a16="http://schemas.microsoft.com/office/drawing/2014/main" id="{07B828E3-C22E-B66E-5D09-FE440EC921E3}"/>
              </a:ext>
            </a:extLst>
          </p:cNvPr>
          <p:cNvSpPr>
            <a:spLocks noGrp="1"/>
          </p:cNvSpPr>
          <p:nvPr>
            <p:ph type="title"/>
          </p:nvPr>
        </p:nvSpPr>
        <p:spPr>
          <a:xfrm>
            <a:off x="381000" y="300000"/>
            <a:ext cx="8686800" cy="502920"/>
          </a:xfrm>
        </p:spPr>
        <p:txBody>
          <a:bodyPr/>
          <a:lstStyle/>
          <a:p>
            <a:r>
              <a:rPr lang="en-IN" dirty="0">
                <a:solidFill>
                  <a:schemeClr val="accent2"/>
                </a:solidFill>
              </a:rPr>
              <a:t>What is Lorem Ipsum?</a:t>
            </a:r>
          </a:p>
        </p:txBody>
      </p:sp>
      <p:sp>
        <p:nvSpPr>
          <p:cNvPr id="3" name="Slide Number Placeholder 2">
            <a:extLst>
              <a:ext uri="{FF2B5EF4-FFF2-40B4-BE49-F238E27FC236}">
                <a16:creationId xmlns:a16="http://schemas.microsoft.com/office/drawing/2014/main" id="{A6DBF4A8-5FE2-0AE6-E81A-153C530F3D44}"/>
              </a:ext>
            </a:extLst>
          </p:cNvPr>
          <p:cNvSpPr>
            <a:spLocks noGrp="1"/>
          </p:cNvSpPr>
          <p:nvPr>
            <p:ph type="sldNum" sz="quarter" idx="4"/>
          </p:nvPr>
        </p:nvSpPr>
        <p:spPr/>
        <p:txBody>
          <a:bodyPr/>
          <a:lstStyle/>
          <a:p>
            <a:fld id="{9A131BC9-40DA-43B6-B58E-D925B527BF77}" type="slidenum">
              <a:rPr lang="en-IN" smtClean="0"/>
              <a:pPr/>
              <a:t>11</a:t>
            </a:fld>
            <a:endParaRPr lang="en-IN"/>
          </a:p>
        </p:txBody>
      </p:sp>
      <p:sp>
        <p:nvSpPr>
          <p:cNvPr id="5" name="TextBox 4">
            <a:extLst>
              <a:ext uri="{FF2B5EF4-FFF2-40B4-BE49-F238E27FC236}">
                <a16:creationId xmlns:a16="http://schemas.microsoft.com/office/drawing/2014/main" id="{5C141A43-97F5-CFFC-91FF-C1797628F30D}"/>
              </a:ext>
            </a:extLst>
          </p:cNvPr>
          <p:cNvSpPr txBox="1"/>
          <p:nvPr/>
        </p:nvSpPr>
        <p:spPr>
          <a:xfrm>
            <a:off x="380999" y="822656"/>
            <a:ext cx="8454081" cy="369332"/>
          </a:xfrm>
          <a:prstGeom prst="rect">
            <a:avLst/>
          </a:prstGeom>
          <a:noFill/>
        </p:spPr>
        <p:txBody>
          <a:bodyPr wrap="square" lIns="0" tIns="0" rIns="0" bIns="0">
            <a:spAutoFit/>
          </a:bodyPr>
          <a:lstStyle/>
          <a:p>
            <a:r>
              <a:rPr lang="en-IN" sz="1200" dirty="0">
                <a:solidFill>
                  <a:schemeClr val="accent1"/>
                </a:solidFill>
              </a:rPr>
              <a:t>Lorem Ipsum is simply dummy text of the printing and typesetting industry. Lorem Ipsum has been the industry's standard dummy text ever since the 1500s.</a:t>
            </a:r>
          </a:p>
        </p:txBody>
      </p:sp>
      <p:sp>
        <p:nvSpPr>
          <p:cNvPr id="9" name="TextBox 8">
            <a:extLst>
              <a:ext uri="{FF2B5EF4-FFF2-40B4-BE49-F238E27FC236}">
                <a16:creationId xmlns:a16="http://schemas.microsoft.com/office/drawing/2014/main" id="{903367CE-5669-013E-29A5-5AAF0750FEEF}"/>
              </a:ext>
            </a:extLst>
          </p:cNvPr>
          <p:cNvSpPr txBox="1"/>
          <p:nvPr/>
        </p:nvSpPr>
        <p:spPr>
          <a:xfrm>
            <a:off x="6042887" y="5873948"/>
            <a:ext cx="5777637" cy="461665"/>
          </a:xfrm>
          <a:prstGeom prst="rect">
            <a:avLst/>
          </a:prstGeom>
          <a:noFill/>
        </p:spPr>
        <p:txBody>
          <a:bodyPr wrap="square" lIns="0" tIns="0" rIns="0" bIns="0">
            <a:spAutoFit/>
          </a:bodyPr>
          <a:lstStyle/>
          <a:p>
            <a:pPr algn="r"/>
            <a:r>
              <a:rPr lang="en-IN" sz="1000" i="1" dirty="0">
                <a:solidFill>
                  <a:schemeClr val="accent1"/>
                </a:solidFill>
              </a:rPr>
              <a:t>Lorem Ipsum is simply dummy text of the printing and typesetting industry. Lorem Ipsum has been the industry's standard dummy text ever since the 1500s.</a:t>
            </a:r>
          </a:p>
          <a:p>
            <a:pPr algn="r"/>
            <a:endParaRPr lang="en-IN" sz="1000" i="1" dirty="0">
              <a:solidFill>
                <a:schemeClr val="accent1"/>
              </a:solidFill>
            </a:endParaRPr>
          </a:p>
        </p:txBody>
      </p:sp>
      <p:grpSp>
        <p:nvGrpSpPr>
          <p:cNvPr id="85" name="Group 84">
            <a:extLst>
              <a:ext uri="{FF2B5EF4-FFF2-40B4-BE49-F238E27FC236}">
                <a16:creationId xmlns:a16="http://schemas.microsoft.com/office/drawing/2014/main" id="{DAD8E98D-DDAE-11A5-40DE-5C103EF4A1E1}"/>
              </a:ext>
            </a:extLst>
          </p:cNvPr>
          <p:cNvGrpSpPr/>
          <p:nvPr/>
        </p:nvGrpSpPr>
        <p:grpSpPr>
          <a:xfrm>
            <a:off x="3758871" y="1291428"/>
            <a:ext cx="3288217" cy="4278498"/>
            <a:chOff x="3595264" y="1150752"/>
            <a:chExt cx="3288217" cy="4278498"/>
          </a:xfrm>
        </p:grpSpPr>
        <p:sp>
          <p:nvSpPr>
            <p:cNvPr id="24" name="Isosceles Triangle 23">
              <a:extLst>
                <a:ext uri="{FF2B5EF4-FFF2-40B4-BE49-F238E27FC236}">
                  <a16:creationId xmlns:a16="http://schemas.microsoft.com/office/drawing/2014/main" id="{43D97F1E-5DC6-FF3B-A5B5-46F7259F897E}"/>
                </a:ext>
              </a:extLst>
            </p:cNvPr>
            <p:cNvSpPr/>
            <p:nvPr/>
          </p:nvSpPr>
          <p:spPr>
            <a:xfrm rot="5400000">
              <a:off x="3100124" y="1645892"/>
              <a:ext cx="4278498" cy="3288217"/>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17EFD0B9-2B11-94B3-1513-3935CED2A33B}"/>
                </a:ext>
              </a:extLst>
            </p:cNvPr>
            <p:cNvSpPr txBox="1"/>
            <p:nvPr/>
          </p:nvSpPr>
          <p:spPr>
            <a:xfrm>
              <a:off x="3723821" y="2174658"/>
              <a:ext cx="1420296" cy="2209194"/>
            </a:xfrm>
            <a:prstGeom prst="rect">
              <a:avLst/>
            </a:prstGeom>
            <a:noFill/>
          </p:spPr>
          <p:txBody>
            <a:bodyPr wrap="square" lIns="0" tIns="0" rIns="0" bIns="0" anchor="t">
              <a:noAutofit/>
            </a:bodyPr>
            <a:lstStyle/>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a:t>
              </a:r>
            </a:p>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 </a:t>
              </a:r>
            </a:p>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 </a:t>
              </a:r>
            </a:p>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  </a:t>
              </a:r>
            </a:p>
          </p:txBody>
        </p:sp>
        <p:grpSp>
          <p:nvGrpSpPr>
            <p:cNvPr id="79" name="Group 78">
              <a:extLst>
                <a:ext uri="{FF2B5EF4-FFF2-40B4-BE49-F238E27FC236}">
                  <a16:creationId xmlns:a16="http://schemas.microsoft.com/office/drawing/2014/main" id="{FBBAE405-226E-6B94-A7FC-EF9216D779C2}"/>
                </a:ext>
              </a:extLst>
            </p:cNvPr>
            <p:cNvGrpSpPr/>
            <p:nvPr/>
          </p:nvGrpSpPr>
          <p:grpSpPr>
            <a:xfrm>
              <a:off x="3799633" y="1277883"/>
              <a:ext cx="446393" cy="384822"/>
              <a:chOff x="3932491" y="1277883"/>
              <a:chExt cx="446393" cy="384822"/>
            </a:xfrm>
          </p:grpSpPr>
          <p:sp>
            <p:nvSpPr>
              <p:cNvPr id="53" name="Isosceles Triangle 52">
                <a:extLst>
                  <a:ext uri="{FF2B5EF4-FFF2-40B4-BE49-F238E27FC236}">
                    <a16:creationId xmlns:a16="http://schemas.microsoft.com/office/drawing/2014/main" id="{0DDDBF05-7FFC-78EC-3E1F-46098CE6E0F2}"/>
                  </a:ext>
                </a:extLst>
              </p:cNvPr>
              <p:cNvSpPr/>
              <p:nvPr/>
            </p:nvSpPr>
            <p:spPr>
              <a:xfrm flipV="1">
                <a:off x="3932491" y="1277883"/>
                <a:ext cx="446393" cy="384822"/>
              </a:xfrm>
              <a:prstGeom prst="triangle">
                <a:avLst/>
              </a:prstGeom>
              <a:solidFill>
                <a:schemeClr val="accent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54" name="TextBox 53">
                <a:extLst>
                  <a:ext uri="{FF2B5EF4-FFF2-40B4-BE49-F238E27FC236}">
                    <a16:creationId xmlns:a16="http://schemas.microsoft.com/office/drawing/2014/main" id="{4DC5C583-6B94-4117-71B7-C8E66CCB134E}"/>
                  </a:ext>
                </a:extLst>
              </p:cNvPr>
              <p:cNvSpPr txBox="1"/>
              <p:nvPr/>
            </p:nvSpPr>
            <p:spPr>
              <a:xfrm>
                <a:off x="4035387" y="1294350"/>
                <a:ext cx="240602" cy="249481"/>
              </a:xfrm>
              <a:prstGeom prst="rect">
                <a:avLst/>
              </a:prstGeom>
              <a:noFill/>
              <a:ln>
                <a:noFill/>
              </a:ln>
            </p:spPr>
            <p:txBody>
              <a:bodyPr wrap="square" lIns="0" tIns="0" rIns="0" bIns="0" anchor="ctr">
                <a:noAutofit/>
              </a:bodyPr>
              <a:lstStyle/>
              <a:p>
                <a:pPr algn="ctr"/>
                <a:r>
                  <a:rPr lang="en-US" sz="1200" b="1" dirty="0">
                    <a:solidFill>
                      <a:schemeClr val="accent1"/>
                    </a:solidFill>
                  </a:rPr>
                  <a:t>B</a:t>
                </a:r>
                <a:endParaRPr lang="en-IN" sz="1200" b="1" dirty="0">
                  <a:solidFill>
                    <a:schemeClr val="accent1"/>
                  </a:solidFill>
                </a:endParaRPr>
              </a:p>
            </p:txBody>
          </p:sp>
        </p:grpSp>
      </p:grpSp>
      <p:grpSp>
        <p:nvGrpSpPr>
          <p:cNvPr id="55" name="Group 54">
            <a:extLst>
              <a:ext uri="{FF2B5EF4-FFF2-40B4-BE49-F238E27FC236}">
                <a16:creationId xmlns:a16="http://schemas.microsoft.com/office/drawing/2014/main" id="{03028ACE-5195-7536-9632-9B7DA55F2A0D}"/>
              </a:ext>
            </a:extLst>
          </p:cNvPr>
          <p:cNvGrpSpPr/>
          <p:nvPr/>
        </p:nvGrpSpPr>
        <p:grpSpPr>
          <a:xfrm>
            <a:off x="560326" y="1418559"/>
            <a:ext cx="446393" cy="384822"/>
            <a:chOff x="381000" y="2338650"/>
            <a:chExt cx="446393" cy="384822"/>
          </a:xfrm>
        </p:grpSpPr>
        <p:sp>
          <p:nvSpPr>
            <p:cNvPr id="56" name="Isosceles Triangle 55">
              <a:extLst>
                <a:ext uri="{FF2B5EF4-FFF2-40B4-BE49-F238E27FC236}">
                  <a16:creationId xmlns:a16="http://schemas.microsoft.com/office/drawing/2014/main" id="{DFF5484B-1EB2-16BD-6143-101572F26B6E}"/>
                </a:ext>
              </a:extLst>
            </p:cNvPr>
            <p:cNvSpPr/>
            <p:nvPr/>
          </p:nvSpPr>
          <p:spPr>
            <a:xfrm flipV="1">
              <a:off x="381000" y="2338650"/>
              <a:ext cx="446393" cy="384822"/>
            </a:xfrm>
            <a:prstGeom prst="triangle">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57" name="TextBox 56">
              <a:extLst>
                <a:ext uri="{FF2B5EF4-FFF2-40B4-BE49-F238E27FC236}">
                  <a16:creationId xmlns:a16="http://schemas.microsoft.com/office/drawing/2014/main" id="{793E389F-9210-313E-1CB9-1FA9F51D2664}"/>
                </a:ext>
              </a:extLst>
            </p:cNvPr>
            <p:cNvSpPr txBox="1"/>
            <p:nvPr/>
          </p:nvSpPr>
          <p:spPr>
            <a:xfrm>
              <a:off x="483896" y="2355117"/>
              <a:ext cx="240602" cy="249481"/>
            </a:xfrm>
            <a:prstGeom prst="rect">
              <a:avLst/>
            </a:prstGeom>
            <a:noFill/>
            <a:ln>
              <a:noFill/>
            </a:ln>
          </p:spPr>
          <p:txBody>
            <a:bodyPr wrap="square" lIns="0" tIns="0" rIns="0" bIns="0" anchor="ctr">
              <a:noAutofit/>
            </a:bodyPr>
            <a:lstStyle/>
            <a:p>
              <a:pPr algn="ctr"/>
              <a:r>
                <a:rPr lang="en-US" sz="1200" b="1" dirty="0">
                  <a:solidFill>
                    <a:schemeClr val="accent1"/>
                  </a:solidFill>
                </a:rPr>
                <a:t>A</a:t>
              </a:r>
              <a:endParaRPr lang="en-IN" sz="1200" b="1" dirty="0">
                <a:solidFill>
                  <a:schemeClr val="accent1"/>
                </a:solidFill>
              </a:endParaRPr>
            </a:p>
          </p:txBody>
        </p:sp>
      </p:grpSp>
      <p:grpSp>
        <p:nvGrpSpPr>
          <p:cNvPr id="84" name="Group 83">
            <a:extLst>
              <a:ext uri="{FF2B5EF4-FFF2-40B4-BE49-F238E27FC236}">
                <a16:creationId xmlns:a16="http://schemas.microsoft.com/office/drawing/2014/main" id="{8D27BBA2-69F0-3F75-364B-205929B4D337}"/>
              </a:ext>
            </a:extLst>
          </p:cNvPr>
          <p:cNvGrpSpPr/>
          <p:nvPr/>
        </p:nvGrpSpPr>
        <p:grpSpPr>
          <a:xfrm>
            <a:off x="7136742" y="1291428"/>
            <a:ext cx="3288217" cy="4278498"/>
            <a:chOff x="7136742" y="1150752"/>
            <a:chExt cx="3288217" cy="4278498"/>
          </a:xfrm>
        </p:grpSpPr>
        <p:sp>
          <p:nvSpPr>
            <p:cNvPr id="46" name="Isosceles Triangle 45">
              <a:extLst>
                <a:ext uri="{FF2B5EF4-FFF2-40B4-BE49-F238E27FC236}">
                  <a16:creationId xmlns:a16="http://schemas.microsoft.com/office/drawing/2014/main" id="{288CA8F9-926F-18F0-0812-8019A752A4F4}"/>
                </a:ext>
              </a:extLst>
            </p:cNvPr>
            <p:cNvSpPr/>
            <p:nvPr/>
          </p:nvSpPr>
          <p:spPr>
            <a:xfrm rot="5400000">
              <a:off x="6641602" y="1645892"/>
              <a:ext cx="4278498" cy="3288217"/>
            </a:xfrm>
            <a:prstGeom prst="triangl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TextBox 46">
              <a:extLst>
                <a:ext uri="{FF2B5EF4-FFF2-40B4-BE49-F238E27FC236}">
                  <a16:creationId xmlns:a16="http://schemas.microsoft.com/office/drawing/2014/main" id="{187A417E-2806-837F-BC18-546697C1B989}"/>
                </a:ext>
              </a:extLst>
            </p:cNvPr>
            <p:cNvSpPr txBox="1"/>
            <p:nvPr/>
          </p:nvSpPr>
          <p:spPr>
            <a:xfrm>
              <a:off x="7265299" y="2174658"/>
              <a:ext cx="1922250" cy="2209194"/>
            </a:xfrm>
            <a:prstGeom prst="rect">
              <a:avLst/>
            </a:prstGeom>
            <a:noFill/>
          </p:spPr>
          <p:txBody>
            <a:bodyPr wrap="square" lIns="0" tIns="0" rIns="0" bIns="0" anchor="ctr">
              <a:noAutofit/>
            </a:bodyPr>
            <a:lstStyle/>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a:t>
              </a:r>
            </a:p>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a:t>
              </a:r>
            </a:p>
            <a:p>
              <a:pPr marL="129600" indent="-129600">
                <a:spcAft>
                  <a:spcPts val="300"/>
                </a:spcAft>
                <a:buFont typeface="Arial" panose="020B0604020202020204" pitchFamily="34" charset="0"/>
                <a:buChar char="•"/>
              </a:pPr>
              <a:r>
                <a:rPr lang="en-US" sz="900" dirty="0">
                  <a:solidFill>
                    <a:schemeClr val="bg1"/>
                  </a:solidFill>
                </a:rPr>
                <a:t>Lorem Ipsum is simply dummy text of the printing and typesetting industry.</a:t>
              </a:r>
            </a:p>
            <a:p>
              <a:pPr marL="129600" indent="-129600">
                <a:spcAft>
                  <a:spcPts val="300"/>
                </a:spcAft>
                <a:buFont typeface="Arial" panose="020B0604020202020204" pitchFamily="34" charset="0"/>
                <a:buChar char="•"/>
              </a:pPr>
              <a:endParaRPr lang="en-US" sz="900" dirty="0">
                <a:solidFill>
                  <a:schemeClr val="bg1"/>
                </a:solidFill>
              </a:endParaRPr>
            </a:p>
          </p:txBody>
        </p:sp>
        <p:grpSp>
          <p:nvGrpSpPr>
            <p:cNvPr id="80" name="Group 79">
              <a:extLst>
                <a:ext uri="{FF2B5EF4-FFF2-40B4-BE49-F238E27FC236}">
                  <a16:creationId xmlns:a16="http://schemas.microsoft.com/office/drawing/2014/main" id="{A704683A-AF7A-8964-039F-AD1B4C3B31DE}"/>
                </a:ext>
              </a:extLst>
            </p:cNvPr>
            <p:cNvGrpSpPr/>
            <p:nvPr/>
          </p:nvGrpSpPr>
          <p:grpSpPr>
            <a:xfrm>
              <a:off x="7333191" y="1277883"/>
              <a:ext cx="446393" cy="384822"/>
              <a:chOff x="7490354" y="1277883"/>
              <a:chExt cx="446393" cy="384822"/>
            </a:xfrm>
          </p:grpSpPr>
          <p:sp>
            <p:nvSpPr>
              <p:cNvPr id="59" name="Isosceles Triangle 58">
                <a:extLst>
                  <a:ext uri="{FF2B5EF4-FFF2-40B4-BE49-F238E27FC236}">
                    <a16:creationId xmlns:a16="http://schemas.microsoft.com/office/drawing/2014/main" id="{C354108F-B14D-F427-4B87-A23F25A60044}"/>
                  </a:ext>
                </a:extLst>
              </p:cNvPr>
              <p:cNvSpPr/>
              <p:nvPr/>
            </p:nvSpPr>
            <p:spPr>
              <a:xfrm flipV="1">
                <a:off x="7490354" y="1277883"/>
                <a:ext cx="446393" cy="384822"/>
              </a:xfrm>
              <a:prstGeom prst="triangle">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60" name="TextBox 59">
                <a:extLst>
                  <a:ext uri="{FF2B5EF4-FFF2-40B4-BE49-F238E27FC236}">
                    <a16:creationId xmlns:a16="http://schemas.microsoft.com/office/drawing/2014/main" id="{413BAB4D-B4CA-686F-DE7D-763470957E9A}"/>
                  </a:ext>
                </a:extLst>
              </p:cNvPr>
              <p:cNvSpPr txBox="1"/>
              <p:nvPr/>
            </p:nvSpPr>
            <p:spPr>
              <a:xfrm>
                <a:off x="7593250" y="1294350"/>
                <a:ext cx="240602" cy="249481"/>
              </a:xfrm>
              <a:prstGeom prst="rect">
                <a:avLst/>
              </a:prstGeom>
              <a:noFill/>
              <a:ln>
                <a:noFill/>
              </a:ln>
            </p:spPr>
            <p:txBody>
              <a:bodyPr wrap="square" lIns="0" tIns="0" rIns="0" bIns="0" anchor="ctr">
                <a:noAutofit/>
              </a:bodyPr>
              <a:lstStyle/>
              <a:p>
                <a:pPr algn="ctr"/>
                <a:r>
                  <a:rPr lang="en-US" sz="1200" b="1" dirty="0">
                    <a:solidFill>
                      <a:schemeClr val="accent1"/>
                    </a:solidFill>
                  </a:rPr>
                  <a:t>C</a:t>
                </a:r>
                <a:endParaRPr lang="en-IN" sz="1200" b="1" dirty="0">
                  <a:solidFill>
                    <a:schemeClr val="accent1"/>
                  </a:solidFill>
                </a:endParaRPr>
              </a:p>
            </p:txBody>
          </p:sp>
        </p:grpSp>
      </p:grpSp>
      <p:grpSp>
        <p:nvGrpSpPr>
          <p:cNvPr id="8" name="Group 7">
            <a:extLst>
              <a:ext uri="{FF2B5EF4-FFF2-40B4-BE49-F238E27FC236}">
                <a16:creationId xmlns:a16="http://schemas.microsoft.com/office/drawing/2014/main" id="{D1A2D712-6BDE-2C99-C116-CECC063F0FC6}"/>
              </a:ext>
            </a:extLst>
          </p:cNvPr>
          <p:cNvGrpSpPr/>
          <p:nvPr/>
        </p:nvGrpSpPr>
        <p:grpSpPr>
          <a:xfrm>
            <a:off x="10158609" y="3978249"/>
            <a:ext cx="1657823" cy="1634186"/>
            <a:chOff x="10158609" y="3825849"/>
            <a:chExt cx="1657823" cy="1634186"/>
          </a:xfrm>
        </p:grpSpPr>
        <p:grpSp>
          <p:nvGrpSpPr>
            <p:cNvPr id="7" name="Group 6">
              <a:extLst>
                <a:ext uri="{FF2B5EF4-FFF2-40B4-BE49-F238E27FC236}">
                  <a16:creationId xmlns:a16="http://schemas.microsoft.com/office/drawing/2014/main" id="{D79695F3-284F-175D-0C40-06C361B324CE}"/>
                </a:ext>
              </a:extLst>
            </p:cNvPr>
            <p:cNvGrpSpPr/>
            <p:nvPr/>
          </p:nvGrpSpPr>
          <p:grpSpPr>
            <a:xfrm>
              <a:off x="10158610" y="3825849"/>
              <a:ext cx="1657822" cy="446393"/>
              <a:chOff x="10158610" y="3825849"/>
              <a:chExt cx="1657822" cy="446393"/>
            </a:xfrm>
          </p:grpSpPr>
          <p:sp>
            <p:nvSpPr>
              <p:cNvPr id="73" name="TextBox 72">
                <a:extLst>
                  <a:ext uri="{FF2B5EF4-FFF2-40B4-BE49-F238E27FC236}">
                    <a16:creationId xmlns:a16="http://schemas.microsoft.com/office/drawing/2014/main" id="{A708FF93-ABB0-0D57-686A-EDAAE1FD0DDC}"/>
                  </a:ext>
                </a:extLst>
              </p:cNvPr>
              <p:cNvSpPr txBox="1"/>
              <p:nvPr/>
            </p:nvSpPr>
            <p:spPr>
              <a:xfrm>
                <a:off x="10666650" y="3972102"/>
                <a:ext cx="1149782" cy="153888"/>
              </a:xfrm>
              <a:prstGeom prst="rect">
                <a:avLst/>
              </a:prstGeom>
              <a:noFill/>
            </p:spPr>
            <p:txBody>
              <a:bodyPr wrap="square" lIns="0" tIns="0" rIns="0" bIns="0">
                <a:spAutoFit/>
              </a:bodyPr>
              <a:lstStyle/>
              <a:p>
                <a:r>
                  <a:rPr lang="en-IN" sz="1000" dirty="0">
                    <a:solidFill>
                      <a:schemeClr val="tx2"/>
                    </a:solidFill>
                  </a:rPr>
                  <a:t>Lorem Ipsum </a:t>
                </a:r>
              </a:p>
            </p:txBody>
          </p:sp>
          <p:sp>
            <p:nvSpPr>
              <p:cNvPr id="75" name="Isosceles Triangle 74">
                <a:extLst>
                  <a:ext uri="{FF2B5EF4-FFF2-40B4-BE49-F238E27FC236}">
                    <a16:creationId xmlns:a16="http://schemas.microsoft.com/office/drawing/2014/main" id="{36C8CB06-518E-9957-8F51-775B42D8D456}"/>
                  </a:ext>
                </a:extLst>
              </p:cNvPr>
              <p:cNvSpPr/>
              <p:nvPr/>
            </p:nvSpPr>
            <p:spPr>
              <a:xfrm rot="5400000">
                <a:off x="10127824" y="3856635"/>
                <a:ext cx="446393" cy="384822"/>
              </a:xfrm>
              <a:prstGeom prst="triangle">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76" name="TextBox 75">
                <a:extLst>
                  <a:ext uri="{FF2B5EF4-FFF2-40B4-BE49-F238E27FC236}">
                    <a16:creationId xmlns:a16="http://schemas.microsoft.com/office/drawing/2014/main" id="{C222BF24-7800-4D91-67EE-5D14DE35FFEB}"/>
                  </a:ext>
                </a:extLst>
              </p:cNvPr>
              <p:cNvSpPr txBox="1"/>
              <p:nvPr/>
            </p:nvSpPr>
            <p:spPr>
              <a:xfrm>
                <a:off x="10167392" y="3924306"/>
                <a:ext cx="240602" cy="249481"/>
              </a:xfrm>
              <a:prstGeom prst="rect">
                <a:avLst/>
              </a:prstGeom>
              <a:noFill/>
            </p:spPr>
            <p:txBody>
              <a:bodyPr wrap="square" lIns="0" tIns="0" rIns="0" bIns="0" anchor="ctr">
                <a:noAutofit/>
              </a:bodyPr>
              <a:lstStyle/>
              <a:p>
                <a:pPr algn="ctr"/>
                <a:r>
                  <a:rPr lang="en-US" sz="1400" b="1" dirty="0">
                    <a:solidFill>
                      <a:schemeClr val="tx2"/>
                    </a:solidFill>
                  </a:rPr>
                  <a:t>A</a:t>
                </a:r>
                <a:endParaRPr lang="en-IN" sz="1400" b="1" dirty="0">
                  <a:solidFill>
                    <a:schemeClr val="tx2"/>
                  </a:solidFill>
                </a:endParaRPr>
              </a:p>
            </p:txBody>
          </p:sp>
        </p:grpSp>
        <p:grpSp>
          <p:nvGrpSpPr>
            <p:cNvPr id="6" name="Group 5">
              <a:extLst>
                <a:ext uri="{FF2B5EF4-FFF2-40B4-BE49-F238E27FC236}">
                  <a16:creationId xmlns:a16="http://schemas.microsoft.com/office/drawing/2014/main" id="{55C3FB7E-8BE1-64DC-4A04-F238330A2877}"/>
                </a:ext>
              </a:extLst>
            </p:cNvPr>
            <p:cNvGrpSpPr/>
            <p:nvPr/>
          </p:nvGrpSpPr>
          <p:grpSpPr>
            <a:xfrm>
              <a:off x="10158610" y="4419745"/>
              <a:ext cx="1657822" cy="446393"/>
              <a:chOff x="10158610" y="4419745"/>
              <a:chExt cx="1657822" cy="446393"/>
            </a:xfrm>
          </p:grpSpPr>
          <p:sp>
            <p:nvSpPr>
              <p:cNvPr id="69" name="TextBox 68">
                <a:extLst>
                  <a:ext uri="{FF2B5EF4-FFF2-40B4-BE49-F238E27FC236}">
                    <a16:creationId xmlns:a16="http://schemas.microsoft.com/office/drawing/2014/main" id="{DF02B7F3-0742-7D97-5A0E-A3FB59EC3E74}"/>
                  </a:ext>
                </a:extLst>
              </p:cNvPr>
              <p:cNvSpPr txBox="1"/>
              <p:nvPr/>
            </p:nvSpPr>
            <p:spPr>
              <a:xfrm>
                <a:off x="10666650" y="4565998"/>
                <a:ext cx="1149782" cy="153888"/>
              </a:xfrm>
              <a:prstGeom prst="rect">
                <a:avLst/>
              </a:prstGeom>
              <a:noFill/>
            </p:spPr>
            <p:txBody>
              <a:bodyPr wrap="square" lIns="0" tIns="0" rIns="0" bIns="0">
                <a:spAutoFit/>
              </a:bodyPr>
              <a:lstStyle/>
              <a:p>
                <a:r>
                  <a:rPr lang="en-IN" sz="1000" dirty="0">
                    <a:solidFill>
                      <a:schemeClr val="tx2"/>
                    </a:solidFill>
                  </a:rPr>
                  <a:t>Lorem Ipsum </a:t>
                </a:r>
              </a:p>
            </p:txBody>
          </p:sp>
          <p:sp>
            <p:nvSpPr>
              <p:cNvPr id="71" name="Isosceles Triangle 70">
                <a:extLst>
                  <a:ext uri="{FF2B5EF4-FFF2-40B4-BE49-F238E27FC236}">
                    <a16:creationId xmlns:a16="http://schemas.microsoft.com/office/drawing/2014/main" id="{F93D2B86-00DE-ADE7-6BDF-A39FCFB6C3E0}"/>
                  </a:ext>
                </a:extLst>
              </p:cNvPr>
              <p:cNvSpPr/>
              <p:nvPr/>
            </p:nvSpPr>
            <p:spPr>
              <a:xfrm rot="5400000">
                <a:off x="10127824" y="4450531"/>
                <a:ext cx="446393" cy="384822"/>
              </a:xfrm>
              <a:prstGeom prst="triangle">
                <a:avLst/>
              </a:prstGeom>
              <a:solidFill>
                <a:schemeClr val="accent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72" name="TextBox 71">
                <a:extLst>
                  <a:ext uri="{FF2B5EF4-FFF2-40B4-BE49-F238E27FC236}">
                    <a16:creationId xmlns:a16="http://schemas.microsoft.com/office/drawing/2014/main" id="{DC4DF453-1337-A4AD-76D9-886DECEB9A2C}"/>
                  </a:ext>
                </a:extLst>
              </p:cNvPr>
              <p:cNvSpPr txBox="1"/>
              <p:nvPr/>
            </p:nvSpPr>
            <p:spPr>
              <a:xfrm>
                <a:off x="10167392" y="4518202"/>
                <a:ext cx="240602" cy="249481"/>
              </a:xfrm>
              <a:prstGeom prst="rect">
                <a:avLst/>
              </a:prstGeom>
              <a:noFill/>
            </p:spPr>
            <p:txBody>
              <a:bodyPr wrap="square" lIns="0" tIns="0" rIns="0" bIns="0" anchor="ctr">
                <a:noAutofit/>
              </a:bodyPr>
              <a:lstStyle/>
              <a:p>
                <a:pPr algn="ctr"/>
                <a:r>
                  <a:rPr lang="en-US" sz="1400" b="1">
                    <a:solidFill>
                      <a:schemeClr val="tx2"/>
                    </a:solidFill>
                  </a:rPr>
                  <a:t>B</a:t>
                </a:r>
                <a:endParaRPr lang="en-IN" sz="1400" b="1">
                  <a:solidFill>
                    <a:schemeClr val="tx2"/>
                  </a:solidFill>
                </a:endParaRPr>
              </a:p>
            </p:txBody>
          </p:sp>
        </p:grpSp>
        <p:grpSp>
          <p:nvGrpSpPr>
            <p:cNvPr id="4" name="Group 3">
              <a:extLst>
                <a:ext uri="{FF2B5EF4-FFF2-40B4-BE49-F238E27FC236}">
                  <a16:creationId xmlns:a16="http://schemas.microsoft.com/office/drawing/2014/main" id="{43319D8F-FDB4-56F1-F4C1-B445103A6CB9}"/>
                </a:ext>
              </a:extLst>
            </p:cNvPr>
            <p:cNvGrpSpPr/>
            <p:nvPr/>
          </p:nvGrpSpPr>
          <p:grpSpPr>
            <a:xfrm>
              <a:off x="10158609" y="5013642"/>
              <a:ext cx="1332110" cy="446393"/>
              <a:chOff x="10158609" y="5013642"/>
              <a:chExt cx="1332110" cy="446393"/>
            </a:xfrm>
          </p:grpSpPr>
          <p:sp>
            <p:nvSpPr>
              <p:cNvPr id="65" name="TextBox 64">
                <a:extLst>
                  <a:ext uri="{FF2B5EF4-FFF2-40B4-BE49-F238E27FC236}">
                    <a16:creationId xmlns:a16="http://schemas.microsoft.com/office/drawing/2014/main" id="{703C53BA-8C6E-6909-4F2B-BAD8A5B2B931}"/>
                  </a:ext>
                </a:extLst>
              </p:cNvPr>
              <p:cNvSpPr txBox="1"/>
              <p:nvPr/>
            </p:nvSpPr>
            <p:spPr>
              <a:xfrm>
                <a:off x="10666649" y="5159895"/>
                <a:ext cx="824070" cy="153888"/>
              </a:xfrm>
              <a:prstGeom prst="rect">
                <a:avLst/>
              </a:prstGeom>
              <a:noFill/>
            </p:spPr>
            <p:txBody>
              <a:bodyPr wrap="square" lIns="0" tIns="0" rIns="0" bIns="0">
                <a:spAutoFit/>
              </a:bodyPr>
              <a:lstStyle/>
              <a:p>
                <a:r>
                  <a:rPr lang="en-IN" sz="1000" dirty="0">
                    <a:solidFill>
                      <a:schemeClr val="tx2"/>
                    </a:solidFill>
                  </a:rPr>
                  <a:t>Lorem Ipsum </a:t>
                </a:r>
              </a:p>
            </p:txBody>
          </p:sp>
          <p:sp>
            <p:nvSpPr>
              <p:cNvPr id="67" name="Isosceles Triangle 66">
                <a:extLst>
                  <a:ext uri="{FF2B5EF4-FFF2-40B4-BE49-F238E27FC236}">
                    <a16:creationId xmlns:a16="http://schemas.microsoft.com/office/drawing/2014/main" id="{5B21C6E0-7A9F-E20D-C1E6-0ADDAF95A4E5}"/>
                  </a:ext>
                </a:extLst>
              </p:cNvPr>
              <p:cNvSpPr/>
              <p:nvPr/>
            </p:nvSpPr>
            <p:spPr>
              <a:xfrm rot="5400000">
                <a:off x="10127823" y="5044428"/>
                <a:ext cx="446393" cy="384822"/>
              </a:xfrm>
              <a:prstGeom prst="triangle">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b="1">
                  <a:solidFill>
                    <a:schemeClr val="accent1"/>
                  </a:solidFill>
                </a:endParaRPr>
              </a:p>
            </p:txBody>
          </p:sp>
          <p:sp>
            <p:nvSpPr>
              <p:cNvPr id="68" name="TextBox 67">
                <a:extLst>
                  <a:ext uri="{FF2B5EF4-FFF2-40B4-BE49-F238E27FC236}">
                    <a16:creationId xmlns:a16="http://schemas.microsoft.com/office/drawing/2014/main" id="{1981D92C-078C-E7E0-4DBF-DBB74BD257E9}"/>
                  </a:ext>
                </a:extLst>
              </p:cNvPr>
              <p:cNvSpPr txBox="1"/>
              <p:nvPr/>
            </p:nvSpPr>
            <p:spPr>
              <a:xfrm>
                <a:off x="10167392" y="5112099"/>
                <a:ext cx="240602" cy="249481"/>
              </a:xfrm>
              <a:prstGeom prst="rect">
                <a:avLst/>
              </a:prstGeom>
              <a:noFill/>
            </p:spPr>
            <p:txBody>
              <a:bodyPr wrap="square" lIns="0" tIns="0" rIns="0" bIns="0" anchor="ctr">
                <a:noAutofit/>
              </a:bodyPr>
              <a:lstStyle/>
              <a:p>
                <a:pPr algn="ctr"/>
                <a:r>
                  <a:rPr lang="en-US" sz="1400" b="1" dirty="0">
                    <a:solidFill>
                      <a:schemeClr val="tx2"/>
                    </a:solidFill>
                  </a:rPr>
                  <a:t>C</a:t>
                </a:r>
                <a:endParaRPr lang="en-IN" sz="1400" b="1" dirty="0">
                  <a:solidFill>
                    <a:schemeClr val="tx2"/>
                  </a:solidFill>
                </a:endParaRPr>
              </a:p>
            </p:txBody>
          </p:sp>
        </p:grpSp>
      </p:grpSp>
    </p:spTree>
    <p:extLst>
      <p:ext uri="{BB962C8B-B14F-4D97-AF65-F5344CB8AC3E}">
        <p14:creationId xmlns:p14="http://schemas.microsoft.com/office/powerpoint/2010/main" val="1366171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53E4-4F9C-20F5-EB30-4B12D625BAB2}"/>
            </a:ext>
          </a:extLst>
        </p:cNvPr>
        <p:cNvGrpSpPr/>
        <p:nvPr/>
      </p:nvGrpSpPr>
      <p:grpSpPr>
        <a:xfrm>
          <a:off x="0" y="0"/>
          <a:ext cx="0" cy="0"/>
          <a:chOff x="0" y="0"/>
          <a:chExt cx="0" cy="0"/>
        </a:xfrm>
      </p:grpSpPr>
      <p:grpSp>
        <p:nvGrpSpPr>
          <p:cNvPr id="77" name="Group 76">
            <a:extLst>
              <a:ext uri="{FF2B5EF4-FFF2-40B4-BE49-F238E27FC236}">
                <a16:creationId xmlns:a16="http://schemas.microsoft.com/office/drawing/2014/main" id="{53639336-7395-600F-8257-DB6A00F8B4B3}"/>
              </a:ext>
            </a:extLst>
          </p:cNvPr>
          <p:cNvGrpSpPr/>
          <p:nvPr/>
        </p:nvGrpSpPr>
        <p:grpSpPr>
          <a:xfrm>
            <a:off x="0" y="0"/>
            <a:ext cx="12192000" cy="6858000"/>
            <a:chOff x="-554420" y="-1414291"/>
            <a:chExt cx="12204700" cy="6858000"/>
          </a:xfrm>
        </p:grpSpPr>
        <p:pic>
          <p:nvPicPr>
            <p:cNvPr id="96" name="Picture 95" descr="A group of hand prints&#10;&#10;AI-generated content may be incorrect.">
              <a:extLst>
                <a:ext uri="{FF2B5EF4-FFF2-40B4-BE49-F238E27FC236}">
                  <a16:creationId xmlns:a16="http://schemas.microsoft.com/office/drawing/2014/main" id="{9803E0F4-36F1-2253-60C7-1123E904FC88}"/>
                </a:ext>
              </a:extLst>
            </p:cNvPr>
            <p:cNvPicPr>
              <a:picLocks noChangeAspect="1"/>
            </p:cNvPicPr>
            <p:nvPr/>
          </p:nvPicPr>
          <p:blipFill rotWithShape="1">
            <a:blip r:embed="rId2">
              <a:extLst>
                <a:ext uri="{28A0092B-C50C-407E-A947-70E740481C1C}">
                  <a14:useLocalDpi xmlns:a14="http://schemas.microsoft.com/office/drawing/2010/main" val="0"/>
                </a:ext>
              </a:extLst>
            </a:blip>
            <a:srcRect t="22051" b="22051"/>
            <a:stretch>
              <a:fillRect/>
            </a:stretch>
          </p:blipFill>
          <p:spPr>
            <a:xfrm>
              <a:off x="-548070" y="-1414291"/>
              <a:ext cx="12192000" cy="6858000"/>
            </a:xfrm>
            <a:prstGeom prst="rect">
              <a:avLst/>
            </a:prstGeom>
          </p:spPr>
        </p:pic>
        <p:sp>
          <p:nvSpPr>
            <p:cNvPr id="99" name="Rectangle 98">
              <a:extLst>
                <a:ext uri="{FF2B5EF4-FFF2-40B4-BE49-F238E27FC236}">
                  <a16:creationId xmlns:a16="http://schemas.microsoft.com/office/drawing/2014/main" id="{B11A478B-86F0-329A-7B04-DD93DCB951BC}"/>
                </a:ext>
              </a:extLst>
            </p:cNvPr>
            <p:cNvSpPr/>
            <p:nvPr/>
          </p:nvSpPr>
          <p:spPr>
            <a:xfrm>
              <a:off x="-554420" y="-1414291"/>
              <a:ext cx="12204700" cy="6858000"/>
            </a:xfrm>
            <a:prstGeom prst="rect">
              <a:avLst/>
            </a:prstGeom>
            <a:solidFill>
              <a:schemeClr val="accent1">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100" name="Group 99">
            <a:extLst>
              <a:ext uri="{FF2B5EF4-FFF2-40B4-BE49-F238E27FC236}">
                <a16:creationId xmlns:a16="http://schemas.microsoft.com/office/drawing/2014/main" id="{82CD612B-74FE-9348-6AFB-2D48EA610ED1}"/>
              </a:ext>
            </a:extLst>
          </p:cNvPr>
          <p:cNvGrpSpPr/>
          <p:nvPr/>
        </p:nvGrpSpPr>
        <p:grpSpPr>
          <a:xfrm>
            <a:off x="-3" y="4152909"/>
            <a:ext cx="12192003" cy="2717846"/>
            <a:chOff x="6342" y="4152909"/>
            <a:chExt cx="12185658" cy="2717846"/>
          </a:xfrm>
        </p:grpSpPr>
        <p:sp>
          <p:nvSpPr>
            <p:cNvPr id="93" name="Freeform: Shape 92">
              <a:extLst>
                <a:ext uri="{FF2B5EF4-FFF2-40B4-BE49-F238E27FC236}">
                  <a16:creationId xmlns:a16="http://schemas.microsoft.com/office/drawing/2014/main" id="{60610FD3-B8DC-B05A-B094-93DC1868CAA4}"/>
                </a:ext>
              </a:extLst>
            </p:cNvPr>
            <p:cNvSpPr/>
            <p:nvPr/>
          </p:nvSpPr>
          <p:spPr>
            <a:xfrm>
              <a:off x="6342" y="4217427"/>
              <a:ext cx="12185658" cy="2653328"/>
            </a:xfrm>
            <a:custGeom>
              <a:avLst/>
              <a:gdLst>
                <a:gd name="connsiteX0" fmla="*/ 12185658 w 12185658"/>
                <a:gd name="connsiteY0" fmla="*/ 0 h 2653328"/>
                <a:gd name="connsiteX1" fmla="*/ 12185658 w 12185658"/>
                <a:gd name="connsiteY1" fmla="*/ 2653328 h 2653328"/>
                <a:gd name="connsiteX2" fmla="*/ 0 w 12185658"/>
                <a:gd name="connsiteY2" fmla="*/ 2653328 h 2653328"/>
                <a:gd name="connsiteX3" fmla="*/ 0 w 12185658"/>
                <a:gd name="connsiteY3" fmla="*/ 14551 h 2653328"/>
                <a:gd name="connsiteX4" fmla="*/ 9078191 w 12185658"/>
                <a:gd name="connsiteY4" fmla="*/ 349981 h 2653328"/>
                <a:gd name="connsiteX5" fmla="*/ 12185658 w 12185658"/>
                <a:gd name="connsiteY5" fmla="*/ 0 h 2653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5658" h="2653328">
                  <a:moveTo>
                    <a:pt x="12185658" y="0"/>
                  </a:moveTo>
                  <a:lnTo>
                    <a:pt x="12185658" y="2653328"/>
                  </a:lnTo>
                  <a:lnTo>
                    <a:pt x="0" y="2653328"/>
                  </a:lnTo>
                  <a:lnTo>
                    <a:pt x="0" y="14551"/>
                  </a:lnTo>
                  <a:lnTo>
                    <a:pt x="9078191" y="349981"/>
                  </a:lnTo>
                  <a:lnTo>
                    <a:pt x="12185658"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98" name="Freeform: Shape 97">
              <a:extLst>
                <a:ext uri="{FF2B5EF4-FFF2-40B4-BE49-F238E27FC236}">
                  <a16:creationId xmlns:a16="http://schemas.microsoft.com/office/drawing/2014/main" id="{EC821F2A-A8EF-0C98-BECE-6C21BD229193}"/>
                </a:ext>
              </a:extLst>
            </p:cNvPr>
            <p:cNvSpPr/>
            <p:nvPr/>
          </p:nvSpPr>
          <p:spPr>
            <a:xfrm>
              <a:off x="6342" y="4152909"/>
              <a:ext cx="12185658" cy="427199"/>
            </a:xfrm>
            <a:custGeom>
              <a:avLst/>
              <a:gdLst>
                <a:gd name="connsiteX0" fmla="*/ 12185658 w 12185658"/>
                <a:gd name="connsiteY0" fmla="*/ 0 h 427199"/>
                <a:gd name="connsiteX1" fmla="*/ 12185658 w 12185658"/>
                <a:gd name="connsiteY1" fmla="*/ 77218 h 427199"/>
                <a:gd name="connsiteX2" fmla="*/ 9078191 w 12185658"/>
                <a:gd name="connsiteY2" fmla="*/ 427199 h 427199"/>
                <a:gd name="connsiteX3" fmla="*/ 0 w 12185658"/>
                <a:gd name="connsiteY3" fmla="*/ 91769 h 427199"/>
                <a:gd name="connsiteX4" fmla="*/ 0 w 12185658"/>
                <a:gd name="connsiteY4" fmla="*/ 14642 h 427199"/>
                <a:gd name="connsiteX5" fmla="*/ 9078298 w 12185658"/>
                <a:gd name="connsiteY5" fmla="*/ 413747 h 427199"/>
                <a:gd name="connsiteX6" fmla="*/ 12185658 w 12185658"/>
                <a:gd name="connsiteY6" fmla="*/ 0 h 427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5658" h="427199">
                  <a:moveTo>
                    <a:pt x="12185658" y="0"/>
                  </a:moveTo>
                  <a:lnTo>
                    <a:pt x="12185658" y="77218"/>
                  </a:lnTo>
                  <a:lnTo>
                    <a:pt x="9078191" y="427199"/>
                  </a:lnTo>
                  <a:lnTo>
                    <a:pt x="0" y="91769"/>
                  </a:lnTo>
                  <a:lnTo>
                    <a:pt x="0" y="14642"/>
                  </a:lnTo>
                  <a:lnTo>
                    <a:pt x="9078298" y="413747"/>
                  </a:lnTo>
                  <a:lnTo>
                    <a:pt x="12185658"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sp>
        <p:nvSpPr>
          <p:cNvPr id="95" name="Freeform: Shape 94">
            <a:extLst>
              <a:ext uri="{FF2B5EF4-FFF2-40B4-BE49-F238E27FC236}">
                <a16:creationId xmlns:a16="http://schemas.microsoft.com/office/drawing/2014/main" id="{4E51715D-86E5-4B25-1B6E-64D0F19EE28E}"/>
              </a:ext>
            </a:extLst>
          </p:cNvPr>
          <p:cNvSpPr/>
          <p:nvPr/>
        </p:nvSpPr>
        <p:spPr>
          <a:xfrm>
            <a:off x="12192000" y="4136765"/>
            <a:ext cx="25864" cy="80662"/>
          </a:xfrm>
          <a:custGeom>
            <a:avLst/>
            <a:gdLst>
              <a:gd name="connsiteX0" fmla="*/ 25864 w 25864"/>
              <a:gd name="connsiteY0" fmla="*/ 0 h 80662"/>
              <a:gd name="connsiteX1" fmla="*/ 25864 w 25864"/>
              <a:gd name="connsiteY1" fmla="*/ 77749 h 80662"/>
              <a:gd name="connsiteX2" fmla="*/ 0 w 25864"/>
              <a:gd name="connsiteY2" fmla="*/ 80662 h 80662"/>
              <a:gd name="connsiteX3" fmla="*/ 0 w 25864"/>
              <a:gd name="connsiteY3" fmla="*/ 3444 h 80662"/>
              <a:gd name="connsiteX4" fmla="*/ 25864 w 25864"/>
              <a:gd name="connsiteY4" fmla="*/ 0 h 80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64" h="80662">
                <a:moveTo>
                  <a:pt x="25864" y="0"/>
                </a:moveTo>
                <a:lnTo>
                  <a:pt x="25864" y="77749"/>
                </a:lnTo>
                <a:lnTo>
                  <a:pt x="0" y="80662"/>
                </a:lnTo>
                <a:lnTo>
                  <a:pt x="0" y="3444"/>
                </a:lnTo>
                <a:lnTo>
                  <a:pt x="25864" y="0"/>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6" name="Title 5">
            <a:extLst>
              <a:ext uri="{FF2B5EF4-FFF2-40B4-BE49-F238E27FC236}">
                <a16:creationId xmlns:a16="http://schemas.microsoft.com/office/drawing/2014/main" id="{BB890817-97EC-AF48-879E-92F49F319090}"/>
              </a:ext>
            </a:extLst>
          </p:cNvPr>
          <p:cNvSpPr>
            <a:spLocks noGrp="1"/>
          </p:cNvSpPr>
          <p:nvPr>
            <p:ph type="title"/>
          </p:nvPr>
        </p:nvSpPr>
        <p:spPr>
          <a:xfrm>
            <a:off x="381000" y="300000"/>
            <a:ext cx="8686800" cy="502920"/>
          </a:xfrm>
        </p:spPr>
        <p:txBody>
          <a:bodyPr/>
          <a:lstStyle/>
          <a:p>
            <a:r>
              <a:rPr lang="en-IN" dirty="0"/>
              <a:t>What is Lorem Ipsum?</a:t>
            </a:r>
          </a:p>
        </p:txBody>
      </p:sp>
      <p:sp>
        <p:nvSpPr>
          <p:cNvPr id="2" name="TextBox 1">
            <a:extLst>
              <a:ext uri="{FF2B5EF4-FFF2-40B4-BE49-F238E27FC236}">
                <a16:creationId xmlns:a16="http://schemas.microsoft.com/office/drawing/2014/main" id="{A5AEE5EE-1788-D5A6-907D-E5A65315AA31}"/>
              </a:ext>
            </a:extLst>
          </p:cNvPr>
          <p:cNvSpPr txBox="1"/>
          <p:nvPr/>
        </p:nvSpPr>
        <p:spPr>
          <a:xfrm>
            <a:off x="381000" y="815675"/>
            <a:ext cx="5626100" cy="215444"/>
          </a:xfrm>
          <a:prstGeom prst="rect">
            <a:avLst/>
          </a:prstGeom>
          <a:noFill/>
        </p:spPr>
        <p:txBody>
          <a:bodyPr wrap="square" lIns="0" tIns="0" rIns="0" bIns="0" rtlCol="0" anchor="ctr">
            <a:spAutoFit/>
          </a:bodyPr>
          <a:lstStyle/>
          <a:p>
            <a:pPr>
              <a:spcAft>
                <a:spcPts val="600"/>
              </a:spcAft>
            </a:pPr>
            <a:r>
              <a:rPr lang="en-US" sz="1400" b="1" dirty="0">
                <a:solidFill>
                  <a:schemeClr val="accent3"/>
                </a:solidFill>
              </a:rPr>
              <a:t>What is Lorem Ipsum?</a:t>
            </a:r>
          </a:p>
        </p:txBody>
      </p:sp>
      <p:grpSp>
        <p:nvGrpSpPr>
          <p:cNvPr id="118" name="Group 117">
            <a:extLst>
              <a:ext uri="{FF2B5EF4-FFF2-40B4-BE49-F238E27FC236}">
                <a16:creationId xmlns:a16="http://schemas.microsoft.com/office/drawing/2014/main" id="{C6F1D3A3-A60C-6F29-910B-BF0E5DAB4356}"/>
              </a:ext>
            </a:extLst>
          </p:cNvPr>
          <p:cNvGrpSpPr/>
          <p:nvPr/>
        </p:nvGrpSpPr>
        <p:grpSpPr>
          <a:xfrm>
            <a:off x="371475" y="1921336"/>
            <a:ext cx="2509521" cy="2070090"/>
            <a:chOff x="371475" y="1805224"/>
            <a:chExt cx="2509521" cy="2070090"/>
          </a:xfrm>
        </p:grpSpPr>
        <p:sp>
          <p:nvSpPr>
            <p:cNvPr id="39" name="TextBox 38">
              <a:extLst>
                <a:ext uri="{FF2B5EF4-FFF2-40B4-BE49-F238E27FC236}">
                  <a16:creationId xmlns:a16="http://schemas.microsoft.com/office/drawing/2014/main" id="{A9A8CEEA-9A46-A475-033F-03BC06775CD8}"/>
                </a:ext>
              </a:extLst>
            </p:cNvPr>
            <p:cNvSpPr txBox="1"/>
            <p:nvPr/>
          </p:nvSpPr>
          <p:spPr>
            <a:xfrm>
              <a:off x="371475" y="2065021"/>
              <a:ext cx="2509521" cy="1810293"/>
            </a:xfrm>
            <a:custGeom>
              <a:avLst/>
              <a:gdLst>
                <a:gd name="connsiteX0" fmla="*/ 0 w 2509521"/>
                <a:gd name="connsiteY0" fmla="*/ 0 h 1870461"/>
                <a:gd name="connsiteX1" fmla="*/ 2509521 w 2509521"/>
                <a:gd name="connsiteY1" fmla="*/ 0 h 1870461"/>
                <a:gd name="connsiteX2" fmla="*/ 2509521 w 2509521"/>
                <a:gd name="connsiteY2" fmla="*/ 1538080 h 1870461"/>
                <a:gd name="connsiteX3" fmla="*/ 0 w 2509521"/>
                <a:gd name="connsiteY3" fmla="*/ 1870461 h 1870461"/>
                <a:gd name="connsiteX4" fmla="*/ 0 w 2509521"/>
                <a:gd name="connsiteY4" fmla="*/ 0 h 1870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521" h="1870461">
                  <a:moveTo>
                    <a:pt x="0" y="0"/>
                  </a:moveTo>
                  <a:lnTo>
                    <a:pt x="2509521" y="0"/>
                  </a:lnTo>
                  <a:lnTo>
                    <a:pt x="2509521" y="1538080"/>
                  </a:lnTo>
                  <a:lnTo>
                    <a:pt x="0" y="1870461"/>
                  </a:lnTo>
                  <a:lnTo>
                    <a:pt x="0" y="0"/>
                  </a:lnTo>
                  <a:close/>
                </a:path>
              </a:pathLst>
            </a:custGeom>
            <a:solidFill>
              <a:schemeClr val="bg1"/>
            </a:solidFill>
          </p:spPr>
          <p:txBody>
            <a:bodyPr wrap="square" lIns="90000" tIns="252000" rIns="90000" bIns="72000">
              <a:noAutofit/>
            </a:bodyPr>
            <a:lstStyle/>
            <a:p>
              <a:pPr algn="ctr"/>
              <a:r>
                <a:rPr lang="en-IN"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41" name="Freeform: Shape 40">
              <a:extLst>
                <a:ext uri="{FF2B5EF4-FFF2-40B4-BE49-F238E27FC236}">
                  <a16:creationId xmlns:a16="http://schemas.microsoft.com/office/drawing/2014/main" id="{341A856F-6214-E2D6-B2C8-3FAB4064B357}"/>
                </a:ext>
              </a:extLst>
            </p:cNvPr>
            <p:cNvSpPr/>
            <p:nvPr/>
          </p:nvSpPr>
          <p:spPr>
            <a:xfrm>
              <a:off x="371475" y="1805224"/>
              <a:ext cx="2509521" cy="418971"/>
            </a:xfrm>
            <a:custGeom>
              <a:avLst/>
              <a:gdLst>
                <a:gd name="connsiteX0" fmla="*/ 0 w 2081129"/>
                <a:gd name="connsiteY0" fmla="*/ 0 h 418971"/>
                <a:gd name="connsiteX1" fmla="*/ 2081129 w 2081129"/>
                <a:gd name="connsiteY1" fmla="*/ 0 h 418971"/>
                <a:gd name="connsiteX2" fmla="*/ 2081129 w 2081129"/>
                <a:gd name="connsiteY2" fmla="*/ 311255 h 418971"/>
                <a:gd name="connsiteX3" fmla="*/ 0 w 2081129"/>
                <a:gd name="connsiteY3" fmla="*/ 418971 h 418971"/>
                <a:gd name="connsiteX4" fmla="*/ 0 w 2081129"/>
                <a:gd name="connsiteY4" fmla="*/ 0 h 41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1129" h="418971">
                  <a:moveTo>
                    <a:pt x="0" y="0"/>
                  </a:moveTo>
                  <a:lnTo>
                    <a:pt x="2081129" y="0"/>
                  </a:lnTo>
                  <a:lnTo>
                    <a:pt x="2081129" y="311255"/>
                  </a:lnTo>
                  <a:lnTo>
                    <a:pt x="0" y="4189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400" dirty="0">
                <a:solidFill>
                  <a:schemeClr val="accent1"/>
                </a:solidFill>
              </a:endParaRPr>
            </a:p>
          </p:txBody>
        </p:sp>
        <p:sp>
          <p:nvSpPr>
            <p:cNvPr id="45" name="TextBox 44">
              <a:extLst>
                <a:ext uri="{FF2B5EF4-FFF2-40B4-BE49-F238E27FC236}">
                  <a16:creationId xmlns:a16="http://schemas.microsoft.com/office/drawing/2014/main" id="{0C5BC572-DC8C-F90A-7929-37D0BA827B8A}"/>
                </a:ext>
              </a:extLst>
            </p:cNvPr>
            <p:cNvSpPr txBox="1"/>
            <p:nvPr/>
          </p:nvSpPr>
          <p:spPr>
            <a:xfrm>
              <a:off x="867214" y="1868883"/>
              <a:ext cx="1518044" cy="215444"/>
            </a:xfrm>
            <a:prstGeom prst="rect">
              <a:avLst/>
            </a:prstGeom>
            <a:noFill/>
          </p:spPr>
          <p:txBody>
            <a:bodyPr wrap="none" lIns="0" tIns="0" rIns="0" bIns="0" anchor="ctr">
              <a:noAutofit/>
            </a:bodyPr>
            <a:lstStyle/>
            <a:p>
              <a:pPr algn="ctr"/>
              <a:r>
                <a:rPr lang="en-IN" sz="1400" b="1" dirty="0">
                  <a:solidFill>
                    <a:schemeClr val="accent1"/>
                  </a:solidFill>
                </a:rPr>
                <a:t>Lorem Ipsum</a:t>
              </a:r>
            </a:p>
          </p:txBody>
        </p:sp>
      </p:grpSp>
      <p:grpSp>
        <p:nvGrpSpPr>
          <p:cNvPr id="119" name="Group 118">
            <a:extLst>
              <a:ext uri="{FF2B5EF4-FFF2-40B4-BE49-F238E27FC236}">
                <a16:creationId xmlns:a16="http://schemas.microsoft.com/office/drawing/2014/main" id="{AB227D55-60A2-27D0-24CD-0DC467157D19}"/>
              </a:ext>
            </a:extLst>
          </p:cNvPr>
          <p:cNvGrpSpPr/>
          <p:nvPr/>
        </p:nvGrpSpPr>
        <p:grpSpPr>
          <a:xfrm>
            <a:off x="3350683" y="1921336"/>
            <a:ext cx="2509521" cy="2070090"/>
            <a:chOff x="3357033" y="1805224"/>
            <a:chExt cx="2509521" cy="2070090"/>
          </a:xfrm>
        </p:grpSpPr>
        <p:sp>
          <p:nvSpPr>
            <p:cNvPr id="43" name="TextBox 42">
              <a:extLst>
                <a:ext uri="{FF2B5EF4-FFF2-40B4-BE49-F238E27FC236}">
                  <a16:creationId xmlns:a16="http://schemas.microsoft.com/office/drawing/2014/main" id="{B897D7CB-1959-82F2-05DB-B494487AA5AC}"/>
                </a:ext>
              </a:extLst>
            </p:cNvPr>
            <p:cNvSpPr txBox="1"/>
            <p:nvPr/>
          </p:nvSpPr>
          <p:spPr>
            <a:xfrm>
              <a:off x="3357033" y="2065021"/>
              <a:ext cx="2509521" cy="1810293"/>
            </a:xfrm>
            <a:custGeom>
              <a:avLst/>
              <a:gdLst>
                <a:gd name="connsiteX0" fmla="*/ 0 w 2509521"/>
                <a:gd name="connsiteY0" fmla="*/ 0 h 1870461"/>
                <a:gd name="connsiteX1" fmla="*/ 2509521 w 2509521"/>
                <a:gd name="connsiteY1" fmla="*/ 0 h 1870461"/>
                <a:gd name="connsiteX2" fmla="*/ 2509521 w 2509521"/>
                <a:gd name="connsiteY2" fmla="*/ 1538080 h 1870461"/>
                <a:gd name="connsiteX3" fmla="*/ 0 w 2509521"/>
                <a:gd name="connsiteY3" fmla="*/ 1870461 h 1870461"/>
                <a:gd name="connsiteX4" fmla="*/ 0 w 2509521"/>
                <a:gd name="connsiteY4" fmla="*/ 0 h 1870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521" h="1870461">
                  <a:moveTo>
                    <a:pt x="0" y="0"/>
                  </a:moveTo>
                  <a:lnTo>
                    <a:pt x="2509521" y="0"/>
                  </a:lnTo>
                  <a:lnTo>
                    <a:pt x="2509521" y="1538080"/>
                  </a:lnTo>
                  <a:lnTo>
                    <a:pt x="0" y="1870461"/>
                  </a:lnTo>
                  <a:lnTo>
                    <a:pt x="0" y="0"/>
                  </a:lnTo>
                  <a:close/>
                </a:path>
              </a:pathLst>
            </a:custGeom>
            <a:solidFill>
              <a:schemeClr val="bg1"/>
            </a:solidFill>
          </p:spPr>
          <p:txBody>
            <a:bodyPr wrap="square" lIns="90000" tIns="252000" rIns="90000" bIns="72000">
              <a:noAutofit/>
            </a:bodyPr>
            <a:lstStyle/>
            <a:p>
              <a:pPr algn="ctr"/>
              <a:r>
                <a:rPr lang="en-US"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grpSp>
          <p:nvGrpSpPr>
            <p:cNvPr id="47" name="Group 46">
              <a:extLst>
                <a:ext uri="{FF2B5EF4-FFF2-40B4-BE49-F238E27FC236}">
                  <a16:creationId xmlns:a16="http://schemas.microsoft.com/office/drawing/2014/main" id="{BB6DED5D-6C3F-AF1B-8340-9B8683F0B7C5}"/>
                </a:ext>
              </a:extLst>
            </p:cNvPr>
            <p:cNvGrpSpPr/>
            <p:nvPr/>
          </p:nvGrpSpPr>
          <p:grpSpPr>
            <a:xfrm>
              <a:off x="3357033" y="1805224"/>
              <a:ext cx="2509521" cy="418971"/>
              <a:chOff x="371475" y="1805224"/>
              <a:chExt cx="2509521" cy="418971"/>
            </a:xfrm>
          </p:grpSpPr>
          <p:sp>
            <p:nvSpPr>
              <p:cNvPr id="73" name="Freeform: Shape 72">
                <a:extLst>
                  <a:ext uri="{FF2B5EF4-FFF2-40B4-BE49-F238E27FC236}">
                    <a16:creationId xmlns:a16="http://schemas.microsoft.com/office/drawing/2014/main" id="{3B711938-D1AB-AA0E-7A12-8CDAAAA6E0DA}"/>
                  </a:ext>
                </a:extLst>
              </p:cNvPr>
              <p:cNvSpPr/>
              <p:nvPr/>
            </p:nvSpPr>
            <p:spPr>
              <a:xfrm>
                <a:off x="371475" y="1805224"/>
                <a:ext cx="2509521" cy="418971"/>
              </a:xfrm>
              <a:custGeom>
                <a:avLst/>
                <a:gdLst>
                  <a:gd name="connsiteX0" fmla="*/ 0 w 2081129"/>
                  <a:gd name="connsiteY0" fmla="*/ 0 h 418971"/>
                  <a:gd name="connsiteX1" fmla="*/ 2081129 w 2081129"/>
                  <a:gd name="connsiteY1" fmla="*/ 0 h 418971"/>
                  <a:gd name="connsiteX2" fmla="*/ 2081129 w 2081129"/>
                  <a:gd name="connsiteY2" fmla="*/ 311255 h 418971"/>
                  <a:gd name="connsiteX3" fmla="*/ 0 w 2081129"/>
                  <a:gd name="connsiteY3" fmla="*/ 418971 h 418971"/>
                  <a:gd name="connsiteX4" fmla="*/ 0 w 2081129"/>
                  <a:gd name="connsiteY4" fmla="*/ 0 h 41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1129" h="418971">
                    <a:moveTo>
                      <a:pt x="0" y="0"/>
                    </a:moveTo>
                    <a:lnTo>
                      <a:pt x="2081129" y="0"/>
                    </a:lnTo>
                    <a:lnTo>
                      <a:pt x="2081129" y="311255"/>
                    </a:lnTo>
                    <a:lnTo>
                      <a:pt x="0" y="4189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400" dirty="0">
                  <a:solidFill>
                    <a:schemeClr val="accent1"/>
                  </a:solidFill>
                </a:endParaRPr>
              </a:p>
            </p:txBody>
          </p:sp>
          <p:sp>
            <p:nvSpPr>
              <p:cNvPr id="74" name="TextBox 73">
                <a:extLst>
                  <a:ext uri="{FF2B5EF4-FFF2-40B4-BE49-F238E27FC236}">
                    <a16:creationId xmlns:a16="http://schemas.microsoft.com/office/drawing/2014/main" id="{7D473F35-445D-0CD7-51C6-E355C36E7089}"/>
                  </a:ext>
                </a:extLst>
              </p:cNvPr>
              <p:cNvSpPr txBox="1"/>
              <p:nvPr/>
            </p:nvSpPr>
            <p:spPr>
              <a:xfrm>
                <a:off x="867214" y="1868883"/>
                <a:ext cx="1518044" cy="215444"/>
              </a:xfrm>
              <a:prstGeom prst="rect">
                <a:avLst/>
              </a:prstGeom>
              <a:noFill/>
            </p:spPr>
            <p:txBody>
              <a:bodyPr wrap="none" lIns="0" tIns="0" rIns="0" bIns="0" anchor="ctr">
                <a:noAutofit/>
              </a:bodyPr>
              <a:lstStyle/>
              <a:p>
                <a:pPr algn="ctr"/>
                <a:r>
                  <a:rPr lang="en-IN" sz="1400" b="1" dirty="0">
                    <a:solidFill>
                      <a:schemeClr val="accent1"/>
                    </a:solidFill>
                  </a:rPr>
                  <a:t>Lorem Ipsum</a:t>
                </a:r>
              </a:p>
            </p:txBody>
          </p:sp>
        </p:grpSp>
      </p:grpSp>
      <p:grpSp>
        <p:nvGrpSpPr>
          <p:cNvPr id="121" name="Group 120">
            <a:extLst>
              <a:ext uri="{FF2B5EF4-FFF2-40B4-BE49-F238E27FC236}">
                <a16:creationId xmlns:a16="http://schemas.microsoft.com/office/drawing/2014/main" id="{17B45533-4C5A-9354-2F41-9877D6F8FDEC}"/>
              </a:ext>
            </a:extLst>
          </p:cNvPr>
          <p:cNvGrpSpPr/>
          <p:nvPr/>
        </p:nvGrpSpPr>
        <p:grpSpPr>
          <a:xfrm>
            <a:off x="6329891" y="1921336"/>
            <a:ext cx="2509521" cy="2070090"/>
            <a:chOff x="6333066" y="1805224"/>
            <a:chExt cx="2509521" cy="2070090"/>
          </a:xfrm>
        </p:grpSpPr>
        <p:sp>
          <p:nvSpPr>
            <p:cNvPr id="44" name="TextBox 43">
              <a:extLst>
                <a:ext uri="{FF2B5EF4-FFF2-40B4-BE49-F238E27FC236}">
                  <a16:creationId xmlns:a16="http://schemas.microsoft.com/office/drawing/2014/main" id="{83639B88-8AA4-383E-32A8-0877460BEC0B}"/>
                </a:ext>
              </a:extLst>
            </p:cNvPr>
            <p:cNvSpPr txBox="1"/>
            <p:nvPr/>
          </p:nvSpPr>
          <p:spPr>
            <a:xfrm>
              <a:off x="6333066" y="2065021"/>
              <a:ext cx="2509521" cy="1810293"/>
            </a:xfrm>
            <a:custGeom>
              <a:avLst/>
              <a:gdLst>
                <a:gd name="connsiteX0" fmla="*/ 0 w 2509521"/>
                <a:gd name="connsiteY0" fmla="*/ 0 h 1870461"/>
                <a:gd name="connsiteX1" fmla="*/ 2509521 w 2509521"/>
                <a:gd name="connsiteY1" fmla="*/ 0 h 1870461"/>
                <a:gd name="connsiteX2" fmla="*/ 2509521 w 2509521"/>
                <a:gd name="connsiteY2" fmla="*/ 1538080 h 1870461"/>
                <a:gd name="connsiteX3" fmla="*/ 0 w 2509521"/>
                <a:gd name="connsiteY3" fmla="*/ 1870461 h 1870461"/>
                <a:gd name="connsiteX4" fmla="*/ 0 w 2509521"/>
                <a:gd name="connsiteY4" fmla="*/ 0 h 1870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521" h="1870461">
                  <a:moveTo>
                    <a:pt x="0" y="0"/>
                  </a:moveTo>
                  <a:lnTo>
                    <a:pt x="2509521" y="0"/>
                  </a:lnTo>
                  <a:lnTo>
                    <a:pt x="2509521" y="1538080"/>
                  </a:lnTo>
                  <a:lnTo>
                    <a:pt x="0" y="1870461"/>
                  </a:lnTo>
                  <a:lnTo>
                    <a:pt x="0" y="0"/>
                  </a:lnTo>
                  <a:close/>
                </a:path>
              </a:pathLst>
            </a:custGeom>
            <a:solidFill>
              <a:schemeClr val="bg1"/>
            </a:solidFill>
          </p:spPr>
          <p:txBody>
            <a:bodyPr wrap="square" lIns="90000" tIns="252000" rIns="90000" bIns="72000">
              <a:noAutofit/>
            </a:bodyPr>
            <a:lstStyle/>
            <a:p>
              <a:pPr algn="ctr"/>
              <a:r>
                <a:rPr lang="en-US"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grpSp>
          <p:nvGrpSpPr>
            <p:cNvPr id="76" name="Group 75">
              <a:extLst>
                <a:ext uri="{FF2B5EF4-FFF2-40B4-BE49-F238E27FC236}">
                  <a16:creationId xmlns:a16="http://schemas.microsoft.com/office/drawing/2014/main" id="{99CB734C-F0F8-CD47-0579-D02F34FEE9D5}"/>
                </a:ext>
              </a:extLst>
            </p:cNvPr>
            <p:cNvGrpSpPr/>
            <p:nvPr/>
          </p:nvGrpSpPr>
          <p:grpSpPr>
            <a:xfrm>
              <a:off x="6333066" y="1805224"/>
              <a:ext cx="2509521" cy="418971"/>
              <a:chOff x="371475" y="1805224"/>
              <a:chExt cx="2509521" cy="418971"/>
            </a:xfrm>
          </p:grpSpPr>
          <p:sp>
            <p:nvSpPr>
              <p:cNvPr id="78" name="Freeform: Shape 77">
                <a:extLst>
                  <a:ext uri="{FF2B5EF4-FFF2-40B4-BE49-F238E27FC236}">
                    <a16:creationId xmlns:a16="http://schemas.microsoft.com/office/drawing/2014/main" id="{18E8092F-96C5-0516-7D72-6217626EAAE1}"/>
                  </a:ext>
                </a:extLst>
              </p:cNvPr>
              <p:cNvSpPr/>
              <p:nvPr/>
            </p:nvSpPr>
            <p:spPr>
              <a:xfrm>
                <a:off x="371475" y="1805224"/>
                <a:ext cx="2509521" cy="418971"/>
              </a:xfrm>
              <a:custGeom>
                <a:avLst/>
                <a:gdLst>
                  <a:gd name="connsiteX0" fmla="*/ 0 w 2081129"/>
                  <a:gd name="connsiteY0" fmla="*/ 0 h 418971"/>
                  <a:gd name="connsiteX1" fmla="*/ 2081129 w 2081129"/>
                  <a:gd name="connsiteY1" fmla="*/ 0 h 418971"/>
                  <a:gd name="connsiteX2" fmla="*/ 2081129 w 2081129"/>
                  <a:gd name="connsiteY2" fmla="*/ 311255 h 418971"/>
                  <a:gd name="connsiteX3" fmla="*/ 0 w 2081129"/>
                  <a:gd name="connsiteY3" fmla="*/ 418971 h 418971"/>
                  <a:gd name="connsiteX4" fmla="*/ 0 w 2081129"/>
                  <a:gd name="connsiteY4" fmla="*/ 0 h 41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1129" h="418971">
                    <a:moveTo>
                      <a:pt x="0" y="0"/>
                    </a:moveTo>
                    <a:lnTo>
                      <a:pt x="2081129" y="0"/>
                    </a:lnTo>
                    <a:lnTo>
                      <a:pt x="2081129" y="311255"/>
                    </a:lnTo>
                    <a:lnTo>
                      <a:pt x="0" y="4189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400" dirty="0">
                  <a:solidFill>
                    <a:schemeClr val="accent1"/>
                  </a:solidFill>
                </a:endParaRPr>
              </a:p>
            </p:txBody>
          </p:sp>
          <p:sp>
            <p:nvSpPr>
              <p:cNvPr id="79" name="TextBox 78">
                <a:extLst>
                  <a:ext uri="{FF2B5EF4-FFF2-40B4-BE49-F238E27FC236}">
                    <a16:creationId xmlns:a16="http://schemas.microsoft.com/office/drawing/2014/main" id="{9EAAC7C6-F64F-E072-CF74-DF92E352D027}"/>
                  </a:ext>
                </a:extLst>
              </p:cNvPr>
              <p:cNvSpPr txBox="1"/>
              <p:nvPr/>
            </p:nvSpPr>
            <p:spPr>
              <a:xfrm>
                <a:off x="867214" y="1868883"/>
                <a:ext cx="1518044" cy="215444"/>
              </a:xfrm>
              <a:prstGeom prst="rect">
                <a:avLst/>
              </a:prstGeom>
              <a:noFill/>
            </p:spPr>
            <p:txBody>
              <a:bodyPr wrap="none" lIns="0" tIns="0" rIns="0" bIns="0" anchor="ctr">
                <a:noAutofit/>
              </a:bodyPr>
              <a:lstStyle/>
              <a:p>
                <a:pPr algn="ctr"/>
                <a:r>
                  <a:rPr lang="en-IN" sz="1400" b="1" dirty="0">
                    <a:solidFill>
                      <a:schemeClr val="accent1"/>
                    </a:solidFill>
                  </a:rPr>
                  <a:t>Lorem Ipsum</a:t>
                </a:r>
              </a:p>
            </p:txBody>
          </p:sp>
        </p:grpSp>
      </p:grpSp>
      <p:grpSp>
        <p:nvGrpSpPr>
          <p:cNvPr id="122" name="Group 121">
            <a:extLst>
              <a:ext uri="{FF2B5EF4-FFF2-40B4-BE49-F238E27FC236}">
                <a16:creationId xmlns:a16="http://schemas.microsoft.com/office/drawing/2014/main" id="{A4153899-87CC-5B8A-F989-BC0A86A8A278}"/>
              </a:ext>
            </a:extLst>
          </p:cNvPr>
          <p:cNvGrpSpPr/>
          <p:nvPr/>
        </p:nvGrpSpPr>
        <p:grpSpPr>
          <a:xfrm>
            <a:off x="9309099" y="1921336"/>
            <a:ext cx="2509521" cy="2070090"/>
            <a:chOff x="9309099" y="1805224"/>
            <a:chExt cx="2509521" cy="2070090"/>
          </a:xfrm>
        </p:grpSpPr>
        <p:sp>
          <p:nvSpPr>
            <p:cNvPr id="46" name="TextBox 45">
              <a:extLst>
                <a:ext uri="{FF2B5EF4-FFF2-40B4-BE49-F238E27FC236}">
                  <a16:creationId xmlns:a16="http://schemas.microsoft.com/office/drawing/2014/main" id="{B8041187-8AEC-6017-A290-8EB4A9AAE19B}"/>
                </a:ext>
              </a:extLst>
            </p:cNvPr>
            <p:cNvSpPr txBox="1"/>
            <p:nvPr/>
          </p:nvSpPr>
          <p:spPr>
            <a:xfrm>
              <a:off x="9309099" y="2065021"/>
              <a:ext cx="2509521" cy="1810293"/>
            </a:xfrm>
            <a:custGeom>
              <a:avLst/>
              <a:gdLst>
                <a:gd name="connsiteX0" fmla="*/ 0 w 2509521"/>
                <a:gd name="connsiteY0" fmla="*/ 0 h 1870461"/>
                <a:gd name="connsiteX1" fmla="*/ 2509521 w 2509521"/>
                <a:gd name="connsiteY1" fmla="*/ 0 h 1870461"/>
                <a:gd name="connsiteX2" fmla="*/ 2509521 w 2509521"/>
                <a:gd name="connsiteY2" fmla="*/ 1538080 h 1870461"/>
                <a:gd name="connsiteX3" fmla="*/ 0 w 2509521"/>
                <a:gd name="connsiteY3" fmla="*/ 1870461 h 1870461"/>
                <a:gd name="connsiteX4" fmla="*/ 0 w 2509521"/>
                <a:gd name="connsiteY4" fmla="*/ 0 h 1870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9521" h="1870461">
                  <a:moveTo>
                    <a:pt x="0" y="0"/>
                  </a:moveTo>
                  <a:lnTo>
                    <a:pt x="2509521" y="0"/>
                  </a:lnTo>
                  <a:lnTo>
                    <a:pt x="2509521" y="1538080"/>
                  </a:lnTo>
                  <a:lnTo>
                    <a:pt x="0" y="1870461"/>
                  </a:lnTo>
                  <a:lnTo>
                    <a:pt x="0" y="0"/>
                  </a:lnTo>
                  <a:close/>
                </a:path>
              </a:pathLst>
            </a:custGeom>
            <a:solidFill>
              <a:schemeClr val="bg1"/>
            </a:solidFill>
          </p:spPr>
          <p:txBody>
            <a:bodyPr wrap="square" lIns="90000" tIns="252000" rIns="90000" bIns="72000">
              <a:noAutofit/>
            </a:bodyPr>
            <a:lstStyle/>
            <a:p>
              <a:pPr algn="ctr"/>
              <a:r>
                <a:rPr lang="en-US"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grpSp>
          <p:nvGrpSpPr>
            <p:cNvPr id="80" name="Group 79">
              <a:extLst>
                <a:ext uri="{FF2B5EF4-FFF2-40B4-BE49-F238E27FC236}">
                  <a16:creationId xmlns:a16="http://schemas.microsoft.com/office/drawing/2014/main" id="{C491BE22-1652-3A86-6684-6F72CE32D682}"/>
                </a:ext>
              </a:extLst>
            </p:cNvPr>
            <p:cNvGrpSpPr/>
            <p:nvPr/>
          </p:nvGrpSpPr>
          <p:grpSpPr>
            <a:xfrm>
              <a:off x="9309099" y="1805224"/>
              <a:ext cx="2509521" cy="418971"/>
              <a:chOff x="371475" y="1805224"/>
              <a:chExt cx="2509521" cy="418971"/>
            </a:xfrm>
          </p:grpSpPr>
          <p:sp>
            <p:nvSpPr>
              <p:cNvPr id="81" name="Freeform: Shape 80">
                <a:extLst>
                  <a:ext uri="{FF2B5EF4-FFF2-40B4-BE49-F238E27FC236}">
                    <a16:creationId xmlns:a16="http://schemas.microsoft.com/office/drawing/2014/main" id="{D6ECC663-65E1-678B-FE4C-0BD303902957}"/>
                  </a:ext>
                </a:extLst>
              </p:cNvPr>
              <p:cNvSpPr/>
              <p:nvPr/>
            </p:nvSpPr>
            <p:spPr>
              <a:xfrm>
                <a:off x="371475" y="1805224"/>
                <a:ext cx="2509521" cy="418971"/>
              </a:xfrm>
              <a:custGeom>
                <a:avLst/>
                <a:gdLst>
                  <a:gd name="connsiteX0" fmla="*/ 0 w 2081129"/>
                  <a:gd name="connsiteY0" fmla="*/ 0 h 418971"/>
                  <a:gd name="connsiteX1" fmla="*/ 2081129 w 2081129"/>
                  <a:gd name="connsiteY1" fmla="*/ 0 h 418971"/>
                  <a:gd name="connsiteX2" fmla="*/ 2081129 w 2081129"/>
                  <a:gd name="connsiteY2" fmla="*/ 311255 h 418971"/>
                  <a:gd name="connsiteX3" fmla="*/ 0 w 2081129"/>
                  <a:gd name="connsiteY3" fmla="*/ 418971 h 418971"/>
                  <a:gd name="connsiteX4" fmla="*/ 0 w 2081129"/>
                  <a:gd name="connsiteY4" fmla="*/ 0 h 4189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81129" h="418971">
                    <a:moveTo>
                      <a:pt x="0" y="0"/>
                    </a:moveTo>
                    <a:lnTo>
                      <a:pt x="2081129" y="0"/>
                    </a:lnTo>
                    <a:lnTo>
                      <a:pt x="2081129" y="311255"/>
                    </a:lnTo>
                    <a:lnTo>
                      <a:pt x="0" y="418971"/>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400" dirty="0">
                  <a:solidFill>
                    <a:schemeClr val="accent1"/>
                  </a:solidFill>
                </a:endParaRPr>
              </a:p>
            </p:txBody>
          </p:sp>
          <p:sp>
            <p:nvSpPr>
              <p:cNvPr id="82" name="TextBox 81">
                <a:extLst>
                  <a:ext uri="{FF2B5EF4-FFF2-40B4-BE49-F238E27FC236}">
                    <a16:creationId xmlns:a16="http://schemas.microsoft.com/office/drawing/2014/main" id="{E457D2F5-5193-F225-7C61-3EECF1E219F1}"/>
                  </a:ext>
                </a:extLst>
              </p:cNvPr>
              <p:cNvSpPr txBox="1"/>
              <p:nvPr/>
            </p:nvSpPr>
            <p:spPr>
              <a:xfrm>
                <a:off x="867214" y="1868883"/>
                <a:ext cx="1518044" cy="215444"/>
              </a:xfrm>
              <a:prstGeom prst="rect">
                <a:avLst/>
              </a:prstGeom>
              <a:noFill/>
            </p:spPr>
            <p:txBody>
              <a:bodyPr wrap="none" lIns="0" tIns="0" rIns="0" bIns="0" anchor="ctr">
                <a:noAutofit/>
              </a:bodyPr>
              <a:lstStyle/>
              <a:p>
                <a:pPr algn="ctr"/>
                <a:r>
                  <a:rPr lang="en-IN" sz="1400" b="1" dirty="0">
                    <a:solidFill>
                      <a:schemeClr val="accent1"/>
                    </a:solidFill>
                  </a:rPr>
                  <a:t>Lorem Ipsum</a:t>
                </a:r>
              </a:p>
            </p:txBody>
          </p:sp>
        </p:grpSp>
      </p:grpSp>
      <p:sp>
        <p:nvSpPr>
          <p:cNvPr id="86" name="TextBox 85">
            <a:extLst>
              <a:ext uri="{FF2B5EF4-FFF2-40B4-BE49-F238E27FC236}">
                <a16:creationId xmlns:a16="http://schemas.microsoft.com/office/drawing/2014/main" id="{39A6F940-BF99-9685-DA7A-50429F004CCD}"/>
              </a:ext>
            </a:extLst>
          </p:cNvPr>
          <p:cNvSpPr txBox="1"/>
          <p:nvPr/>
        </p:nvSpPr>
        <p:spPr>
          <a:xfrm>
            <a:off x="377317" y="5281418"/>
            <a:ext cx="11427210" cy="709812"/>
          </a:xfrm>
          <a:prstGeom prst="rect">
            <a:avLst/>
          </a:prstGeom>
          <a:noFill/>
        </p:spPr>
        <p:txBody>
          <a:bodyPr wrap="square" lIns="0" tIns="0" rIns="0" bIns="0">
            <a:noAutofit/>
          </a:bodyPr>
          <a:lstStyle/>
          <a:p>
            <a:pPr>
              <a:spcAft>
                <a:spcPts val="600"/>
              </a:spcAft>
            </a:pPr>
            <a:r>
              <a:rPr lang="en-US"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a:p>
            <a:pPr>
              <a:spcAft>
                <a:spcPts val="600"/>
              </a:spcAft>
            </a:pPr>
            <a:r>
              <a:rPr lang="en-US" sz="1000" dirty="0">
                <a:solidFill>
                  <a:schemeClr val="accent1"/>
                </a:solidFill>
              </a:rPr>
              <a:t>Lorem Ipsum is simply dummy text of the printing and typesetting industry. Lorem Ipsum has been the industry's standard dummy text ever since the 1500s, when an unknown printer took a galley of type and scrambled it to make a type specimen book.</a:t>
            </a:r>
          </a:p>
        </p:txBody>
      </p:sp>
      <p:sp>
        <p:nvSpPr>
          <p:cNvPr id="85" name="TextBox 84">
            <a:extLst>
              <a:ext uri="{FF2B5EF4-FFF2-40B4-BE49-F238E27FC236}">
                <a16:creationId xmlns:a16="http://schemas.microsoft.com/office/drawing/2014/main" id="{BA35AE34-F76B-0B3A-26F2-117DAD1E5C96}"/>
              </a:ext>
            </a:extLst>
          </p:cNvPr>
          <p:cNvSpPr txBox="1"/>
          <p:nvPr/>
        </p:nvSpPr>
        <p:spPr>
          <a:xfrm>
            <a:off x="377317" y="4989011"/>
            <a:ext cx="1957528" cy="215444"/>
          </a:xfrm>
          <a:prstGeom prst="rect">
            <a:avLst/>
          </a:prstGeom>
          <a:noFill/>
        </p:spPr>
        <p:txBody>
          <a:bodyPr wrap="none" lIns="0" tIns="0" rIns="0" bIns="0" anchor="ctr">
            <a:noAutofit/>
          </a:bodyPr>
          <a:lstStyle/>
          <a:p>
            <a:r>
              <a:rPr lang="en-IN" sz="1400" b="1" dirty="0">
                <a:solidFill>
                  <a:schemeClr val="accent1"/>
                </a:solidFill>
              </a:rPr>
              <a:t>Lorem Ipsum</a:t>
            </a:r>
          </a:p>
        </p:txBody>
      </p:sp>
      <p:grpSp>
        <p:nvGrpSpPr>
          <p:cNvPr id="15" name="Graphic 6">
            <a:extLst>
              <a:ext uri="{FF2B5EF4-FFF2-40B4-BE49-F238E27FC236}">
                <a16:creationId xmlns:a16="http://schemas.microsoft.com/office/drawing/2014/main" id="{4C7EF321-2172-56F2-DF59-F9AC5C2E6666}"/>
              </a:ext>
            </a:extLst>
          </p:cNvPr>
          <p:cNvGrpSpPr/>
          <p:nvPr/>
        </p:nvGrpSpPr>
        <p:grpSpPr>
          <a:xfrm>
            <a:off x="1348181" y="1217010"/>
            <a:ext cx="556108" cy="546126"/>
            <a:chOff x="1609444" y="1228805"/>
            <a:chExt cx="408622" cy="401288"/>
          </a:xfrm>
          <a:noFill/>
        </p:grpSpPr>
        <p:grpSp>
          <p:nvGrpSpPr>
            <p:cNvPr id="23" name="Graphic 6">
              <a:extLst>
                <a:ext uri="{FF2B5EF4-FFF2-40B4-BE49-F238E27FC236}">
                  <a16:creationId xmlns:a16="http://schemas.microsoft.com/office/drawing/2014/main" id="{3F48F2F2-7F67-25BC-B151-7CEE4439A840}"/>
                </a:ext>
              </a:extLst>
            </p:cNvPr>
            <p:cNvGrpSpPr/>
            <p:nvPr/>
          </p:nvGrpSpPr>
          <p:grpSpPr>
            <a:xfrm>
              <a:off x="1882050" y="1494076"/>
              <a:ext cx="136017" cy="136017"/>
              <a:chOff x="1882050" y="1494076"/>
              <a:chExt cx="136017" cy="136017"/>
            </a:xfrm>
            <a:noFill/>
          </p:grpSpPr>
          <p:sp>
            <p:nvSpPr>
              <p:cNvPr id="33" name="Freeform: Shape 32">
                <a:extLst>
                  <a:ext uri="{FF2B5EF4-FFF2-40B4-BE49-F238E27FC236}">
                    <a16:creationId xmlns:a16="http://schemas.microsoft.com/office/drawing/2014/main" id="{345C512A-9813-8CAF-79C6-BDC8F8E8BF01}"/>
                  </a:ext>
                </a:extLst>
              </p:cNvPr>
              <p:cNvSpPr/>
              <p:nvPr/>
            </p:nvSpPr>
            <p:spPr>
              <a:xfrm>
                <a:off x="1910720" y="1533605"/>
                <a:ext cx="78771" cy="57054"/>
              </a:xfrm>
              <a:custGeom>
                <a:avLst/>
                <a:gdLst>
                  <a:gd name="connsiteX0" fmla="*/ 0 w 78771"/>
                  <a:gd name="connsiteY0" fmla="*/ 35243 h 57054"/>
                  <a:gd name="connsiteX1" fmla="*/ 21717 w 78771"/>
                  <a:gd name="connsiteY1" fmla="*/ 57055 h 57054"/>
                  <a:gd name="connsiteX2" fmla="*/ 78772 w 78771"/>
                  <a:gd name="connsiteY2" fmla="*/ 0 h 57054"/>
                </a:gdLst>
                <a:ahLst/>
                <a:cxnLst>
                  <a:cxn ang="0">
                    <a:pos x="connsiteX0" y="connsiteY0"/>
                  </a:cxn>
                  <a:cxn ang="0">
                    <a:pos x="connsiteX1" y="connsiteY1"/>
                  </a:cxn>
                  <a:cxn ang="0">
                    <a:pos x="connsiteX2" y="connsiteY2"/>
                  </a:cxn>
                </a:cxnLst>
                <a:rect l="l" t="t" r="r" b="b"/>
                <a:pathLst>
                  <a:path w="78771" h="57054">
                    <a:moveTo>
                      <a:pt x="0" y="35243"/>
                    </a:moveTo>
                    <a:lnTo>
                      <a:pt x="21717" y="57055"/>
                    </a:lnTo>
                    <a:lnTo>
                      <a:pt x="78772" y="0"/>
                    </a:lnTo>
                  </a:path>
                </a:pathLst>
              </a:custGeom>
              <a:noFill/>
              <a:ln w="19050" cap="rnd">
                <a:solidFill>
                  <a:schemeClr val="accent3"/>
                </a:solidFill>
                <a:prstDash val="solid"/>
                <a:round/>
              </a:ln>
            </p:spPr>
            <p:txBody>
              <a:bodyPr rtlCol="0" anchor="ctr"/>
              <a:lstStyle/>
              <a:p>
                <a:endParaRPr lang="en-IN"/>
              </a:p>
            </p:txBody>
          </p:sp>
          <p:sp>
            <p:nvSpPr>
              <p:cNvPr id="34" name="Freeform: Shape 33">
                <a:extLst>
                  <a:ext uri="{FF2B5EF4-FFF2-40B4-BE49-F238E27FC236}">
                    <a16:creationId xmlns:a16="http://schemas.microsoft.com/office/drawing/2014/main" id="{5E889BB0-299C-7D98-79B8-6FFCF0F5F8F1}"/>
                  </a:ext>
                </a:extLst>
              </p:cNvPr>
              <p:cNvSpPr/>
              <p:nvPr/>
            </p:nvSpPr>
            <p:spPr>
              <a:xfrm>
                <a:off x="1882050" y="1494076"/>
                <a:ext cx="136017" cy="136017"/>
              </a:xfrm>
              <a:custGeom>
                <a:avLst/>
                <a:gdLst>
                  <a:gd name="connsiteX0" fmla="*/ 136017 w 136017"/>
                  <a:gd name="connsiteY0" fmla="*/ 68009 h 136017"/>
                  <a:gd name="connsiteX1" fmla="*/ 68009 w 136017"/>
                  <a:gd name="connsiteY1" fmla="*/ 136017 h 136017"/>
                  <a:gd name="connsiteX2" fmla="*/ 0 w 136017"/>
                  <a:gd name="connsiteY2" fmla="*/ 68009 h 136017"/>
                  <a:gd name="connsiteX3" fmla="*/ 68009 w 136017"/>
                  <a:gd name="connsiteY3" fmla="*/ 0 h 136017"/>
                  <a:gd name="connsiteX4" fmla="*/ 136017 w 136017"/>
                  <a:gd name="connsiteY4" fmla="*/ 68009 h 1360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017" h="136017">
                    <a:moveTo>
                      <a:pt x="136017" y="68009"/>
                    </a:moveTo>
                    <a:cubicBezTo>
                      <a:pt x="136017" y="105569"/>
                      <a:pt x="105569" y="136017"/>
                      <a:pt x="68009" y="136017"/>
                    </a:cubicBezTo>
                    <a:cubicBezTo>
                      <a:pt x="30448" y="136017"/>
                      <a:pt x="0" y="105569"/>
                      <a:pt x="0" y="68009"/>
                    </a:cubicBezTo>
                    <a:cubicBezTo>
                      <a:pt x="0" y="30448"/>
                      <a:pt x="30448" y="0"/>
                      <a:pt x="68009" y="0"/>
                    </a:cubicBezTo>
                    <a:cubicBezTo>
                      <a:pt x="105569" y="0"/>
                      <a:pt x="136017" y="30448"/>
                      <a:pt x="136017" y="68009"/>
                    </a:cubicBezTo>
                    <a:close/>
                  </a:path>
                </a:pathLst>
              </a:custGeom>
              <a:noFill/>
              <a:ln w="19050" cap="rnd">
                <a:solidFill>
                  <a:schemeClr val="accent3"/>
                </a:solidFill>
                <a:prstDash val="solid"/>
                <a:round/>
              </a:ln>
            </p:spPr>
            <p:txBody>
              <a:bodyPr rtlCol="0" anchor="ctr"/>
              <a:lstStyle/>
              <a:p>
                <a:endParaRPr lang="en-IN"/>
              </a:p>
            </p:txBody>
          </p:sp>
        </p:grpSp>
        <p:grpSp>
          <p:nvGrpSpPr>
            <p:cNvPr id="35" name="Graphic 6">
              <a:extLst>
                <a:ext uri="{FF2B5EF4-FFF2-40B4-BE49-F238E27FC236}">
                  <a16:creationId xmlns:a16="http://schemas.microsoft.com/office/drawing/2014/main" id="{6B557F0B-E8AA-4156-39FA-2E38A7DA295F}"/>
                </a:ext>
              </a:extLst>
            </p:cNvPr>
            <p:cNvGrpSpPr/>
            <p:nvPr/>
          </p:nvGrpSpPr>
          <p:grpSpPr>
            <a:xfrm>
              <a:off x="1609444" y="1228805"/>
              <a:ext cx="401192" cy="401288"/>
              <a:chOff x="1609444" y="1228805"/>
              <a:chExt cx="401192" cy="401288"/>
            </a:xfrm>
            <a:noFill/>
          </p:grpSpPr>
          <p:grpSp>
            <p:nvGrpSpPr>
              <p:cNvPr id="36" name="Graphic 6">
                <a:extLst>
                  <a:ext uri="{FF2B5EF4-FFF2-40B4-BE49-F238E27FC236}">
                    <a16:creationId xmlns:a16="http://schemas.microsoft.com/office/drawing/2014/main" id="{A532251C-7824-D562-4B1E-ECA928908D19}"/>
                  </a:ext>
                </a:extLst>
              </p:cNvPr>
              <p:cNvGrpSpPr/>
              <p:nvPr/>
            </p:nvGrpSpPr>
            <p:grpSpPr>
              <a:xfrm>
                <a:off x="1650783" y="1270144"/>
                <a:ext cx="318611" cy="318611"/>
                <a:chOff x="1650783" y="1270144"/>
                <a:chExt cx="318611" cy="318611"/>
              </a:xfrm>
            </p:grpSpPr>
            <p:sp>
              <p:nvSpPr>
                <p:cNvPr id="37" name="Freeform: Shape 36">
                  <a:extLst>
                    <a:ext uri="{FF2B5EF4-FFF2-40B4-BE49-F238E27FC236}">
                      <a16:creationId xmlns:a16="http://schemas.microsoft.com/office/drawing/2014/main" id="{0D9BD129-76C9-FCBE-0227-1C4E5497DD64}"/>
                    </a:ext>
                  </a:extLst>
                </p:cNvPr>
                <p:cNvSpPr/>
                <p:nvPr/>
              </p:nvSpPr>
              <p:spPr>
                <a:xfrm>
                  <a:off x="1810803" y="1270144"/>
                  <a:ext cx="9525" cy="38576"/>
                </a:xfrm>
                <a:custGeom>
                  <a:avLst/>
                  <a:gdLst>
                    <a:gd name="connsiteX0" fmla="*/ 0 w 9525"/>
                    <a:gd name="connsiteY0" fmla="*/ 0 h 38576"/>
                    <a:gd name="connsiteX1" fmla="*/ 0 w 9525"/>
                    <a:gd name="connsiteY1" fmla="*/ 38576 h 38576"/>
                  </a:gdLst>
                  <a:ahLst/>
                  <a:cxnLst>
                    <a:cxn ang="0">
                      <a:pos x="connsiteX0" y="connsiteY0"/>
                    </a:cxn>
                    <a:cxn ang="0">
                      <a:pos x="connsiteX1" y="connsiteY1"/>
                    </a:cxn>
                  </a:cxnLst>
                  <a:rect l="l" t="t" r="r" b="b"/>
                  <a:pathLst>
                    <a:path w="9525" h="38576">
                      <a:moveTo>
                        <a:pt x="0" y="0"/>
                      </a:moveTo>
                      <a:lnTo>
                        <a:pt x="0" y="38576"/>
                      </a:lnTo>
                    </a:path>
                  </a:pathLst>
                </a:custGeom>
                <a:ln w="19050" cap="rnd">
                  <a:solidFill>
                    <a:schemeClr val="accent3"/>
                  </a:solidFill>
                  <a:prstDash val="solid"/>
                  <a:round/>
                </a:ln>
              </p:spPr>
              <p:txBody>
                <a:bodyPr rtlCol="0" anchor="ctr"/>
                <a:lstStyle/>
                <a:p>
                  <a:endParaRPr lang="en-IN"/>
                </a:p>
              </p:txBody>
            </p:sp>
            <p:sp>
              <p:nvSpPr>
                <p:cNvPr id="38" name="Freeform: Shape 37">
                  <a:extLst>
                    <a:ext uri="{FF2B5EF4-FFF2-40B4-BE49-F238E27FC236}">
                      <a16:creationId xmlns:a16="http://schemas.microsoft.com/office/drawing/2014/main" id="{D2636A15-CEE9-AA25-9CDF-361BBB21F7A7}"/>
                    </a:ext>
                  </a:extLst>
                </p:cNvPr>
                <p:cNvSpPr/>
                <p:nvPr/>
              </p:nvSpPr>
              <p:spPr>
                <a:xfrm>
                  <a:off x="1650783" y="1428640"/>
                  <a:ext cx="39433" cy="9525"/>
                </a:xfrm>
                <a:custGeom>
                  <a:avLst/>
                  <a:gdLst>
                    <a:gd name="connsiteX0" fmla="*/ 0 w 39433"/>
                    <a:gd name="connsiteY0" fmla="*/ 0 h 9525"/>
                    <a:gd name="connsiteX1" fmla="*/ 39433 w 39433"/>
                    <a:gd name="connsiteY1" fmla="*/ 0 h 9525"/>
                  </a:gdLst>
                  <a:ahLst/>
                  <a:cxnLst>
                    <a:cxn ang="0">
                      <a:pos x="connsiteX0" y="connsiteY0"/>
                    </a:cxn>
                    <a:cxn ang="0">
                      <a:pos x="connsiteX1" y="connsiteY1"/>
                    </a:cxn>
                  </a:cxnLst>
                  <a:rect l="l" t="t" r="r" b="b"/>
                  <a:pathLst>
                    <a:path w="39433" h="9525">
                      <a:moveTo>
                        <a:pt x="0" y="0"/>
                      </a:moveTo>
                      <a:lnTo>
                        <a:pt x="39433" y="0"/>
                      </a:lnTo>
                    </a:path>
                  </a:pathLst>
                </a:custGeom>
                <a:ln w="19050" cap="rnd">
                  <a:solidFill>
                    <a:schemeClr val="accent3"/>
                  </a:solidFill>
                  <a:prstDash val="solid"/>
                  <a:round/>
                </a:ln>
              </p:spPr>
              <p:txBody>
                <a:bodyPr rtlCol="0" anchor="ctr"/>
                <a:lstStyle/>
                <a:p>
                  <a:endParaRPr lang="en-IN"/>
                </a:p>
              </p:txBody>
            </p:sp>
            <p:sp>
              <p:nvSpPr>
                <p:cNvPr id="40" name="Freeform: Shape 39">
                  <a:extLst>
                    <a:ext uri="{FF2B5EF4-FFF2-40B4-BE49-F238E27FC236}">
                      <a16:creationId xmlns:a16="http://schemas.microsoft.com/office/drawing/2014/main" id="{8CE4B5F9-4C08-4D00-4317-0C5F540A51E5}"/>
                    </a:ext>
                  </a:extLst>
                </p:cNvPr>
                <p:cNvSpPr/>
                <p:nvPr/>
              </p:nvSpPr>
              <p:spPr>
                <a:xfrm>
                  <a:off x="1810803" y="1549226"/>
                  <a:ext cx="9525" cy="39528"/>
                </a:xfrm>
                <a:custGeom>
                  <a:avLst/>
                  <a:gdLst>
                    <a:gd name="connsiteX0" fmla="*/ 0 w 9525"/>
                    <a:gd name="connsiteY0" fmla="*/ 0 h 39528"/>
                    <a:gd name="connsiteX1" fmla="*/ 0 w 9525"/>
                    <a:gd name="connsiteY1" fmla="*/ 39529 h 39528"/>
                  </a:gdLst>
                  <a:ahLst/>
                  <a:cxnLst>
                    <a:cxn ang="0">
                      <a:pos x="connsiteX0" y="connsiteY0"/>
                    </a:cxn>
                    <a:cxn ang="0">
                      <a:pos x="connsiteX1" y="connsiteY1"/>
                    </a:cxn>
                  </a:cxnLst>
                  <a:rect l="l" t="t" r="r" b="b"/>
                  <a:pathLst>
                    <a:path w="9525" h="39528">
                      <a:moveTo>
                        <a:pt x="0" y="0"/>
                      </a:moveTo>
                      <a:lnTo>
                        <a:pt x="0" y="39529"/>
                      </a:lnTo>
                    </a:path>
                  </a:pathLst>
                </a:custGeom>
                <a:ln w="19050" cap="rnd">
                  <a:solidFill>
                    <a:schemeClr val="accent3"/>
                  </a:solidFill>
                  <a:prstDash val="solid"/>
                  <a:round/>
                </a:ln>
              </p:spPr>
              <p:txBody>
                <a:bodyPr rtlCol="0" anchor="ctr"/>
                <a:lstStyle/>
                <a:p>
                  <a:endParaRPr lang="en-IN"/>
                </a:p>
              </p:txBody>
            </p:sp>
            <p:sp>
              <p:nvSpPr>
                <p:cNvPr id="42" name="Freeform: Shape 41">
                  <a:extLst>
                    <a:ext uri="{FF2B5EF4-FFF2-40B4-BE49-F238E27FC236}">
                      <a16:creationId xmlns:a16="http://schemas.microsoft.com/office/drawing/2014/main" id="{CF199D91-1ABF-730F-1C39-09A67808C171}"/>
                    </a:ext>
                  </a:extLst>
                </p:cNvPr>
                <p:cNvSpPr/>
                <p:nvPr/>
              </p:nvSpPr>
              <p:spPr>
                <a:xfrm>
                  <a:off x="1930818" y="1428640"/>
                  <a:ext cx="38576" cy="9525"/>
                </a:xfrm>
                <a:custGeom>
                  <a:avLst/>
                  <a:gdLst>
                    <a:gd name="connsiteX0" fmla="*/ 38576 w 38576"/>
                    <a:gd name="connsiteY0" fmla="*/ 0 h 9525"/>
                    <a:gd name="connsiteX1" fmla="*/ 0 w 38576"/>
                    <a:gd name="connsiteY1" fmla="*/ 0 h 9525"/>
                  </a:gdLst>
                  <a:ahLst/>
                  <a:cxnLst>
                    <a:cxn ang="0">
                      <a:pos x="connsiteX0" y="connsiteY0"/>
                    </a:cxn>
                    <a:cxn ang="0">
                      <a:pos x="connsiteX1" y="connsiteY1"/>
                    </a:cxn>
                  </a:cxnLst>
                  <a:rect l="l" t="t" r="r" b="b"/>
                  <a:pathLst>
                    <a:path w="38576" h="9525">
                      <a:moveTo>
                        <a:pt x="38576" y="0"/>
                      </a:moveTo>
                      <a:lnTo>
                        <a:pt x="0" y="0"/>
                      </a:lnTo>
                    </a:path>
                  </a:pathLst>
                </a:custGeom>
                <a:ln w="19050" cap="rnd">
                  <a:solidFill>
                    <a:schemeClr val="accent3"/>
                  </a:solidFill>
                  <a:prstDash val="solid"/>
                  <a:round/>
                </a:ln>
              </p:spPr>
              <p:txBody>
                <a:bodyPr rtlCol="0" anchor="ctr"/>
                <a:lstStyle/>
                <a:p>
                  <a:endParaRPr lang="en-IN"/>
                </a:p>
              </p:txBody>
            </p:sp>
          </p:grpSp>
          <p:sp>
            <p:nvSpPr>
              <p:cNvPr id="49" name="Freeform: Shape 48">
                <a:extLst>
                  <a:ext uri="{FF2B5EF4-FFF2-40B4-BE49-F238E27FC236}">
                    <a16:creationId xmlns:a16="http://schemas.microsoft.com/office/drawing/2014/main" id="{22C8AEDA-FAE4-F9AA-4E9E-6B82F72C8EBF}"/>
                  </a:ext>
                </a:extLst>
              </p:cNvPr>
              <p:cNvSpPr/>
              <p:nvPr/>
            </p:nvSpPr>
            <p:spPr>
              <a:xfrm>
                <a:off x="1609444" y="1228805"/>
                <a:ext cx="401192" cy="401288"/>
              </a:xfrm>
              <a:custGeom>
                <a:avLst/>
                <a:gdLst>
                  <a:gd name="connsiteX0" fmla="*/ 291084 w 401192"/>
                  <a:gd name="connsiteY0" fmla="*/ 379762 h 401288"/>
                  <a:gd name="connsiteX1" fmla="*/ 200597 w 401192"/>
                  <a:gd name="connsiteY1" fmla="*/ 401288 h 401288"/>
                  <a:gd name="connsiteX2" fmla="*/ 0 w 401192"/>
                  <a:gd name="connsiteY2" fmla="*/ 200597 h 401288"/>
                  <a:gd name="connsiteX3" fmla="*/ 200597 w 401192"/>
                  <a:gd name="connsiteY3" fmla="*/ 0 h 401288"/>
                  <a:gd name="connsiteX4" fmla="*/ 401193 w 401192"/>
                  <a:gd name="connsiteY4" fmla="*/ 200597 h 401288"/>
                  <a:gd name="connsiteX5" fmla="*/ 384334 w 401192"/>
                  <a:gd name="connsiteY5" fmla="*/ 281178 h 401288"/>
                  <a:gd name="connsiteX6" fmla="*/ 384334 w 401192"/>
                  <a:gd name="connsiteY6" fmla="*/ 281178 h 401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1192" h="401288">
                    <a:moveTo>
                      <a:pt x="291084" y="379762"/>
                    </a:moveTo>
                    <a:cubicBezTo>
                      <a:pt x="263938" y="393478"/>
                      <a:pt x="233172" y="401288"/>
                      <a:pt x="200597" y="401288"/>
                    </a:cubicBezTo>
                    <a:cubicBezTo>
                      <a:pt x="89821" y="401288"/>
                      <a:pt x="0" y="311468"/>
                      <a:pt x="0" y="200597"/>
                    </a:cubicBezTo>
                    <a:cubicBezTo>
                      <a:pt x="0" y="89726"/>
                      <a:pt x="89821" y="0"/>
                      <a:pt x="200597" y="0"/>
                    </a:cubicBezTo>
                    <a:cubicBezTo>
                      <a:pt x="311372" y="0"/>
                      <a:pt x="401193" y="89916"/>
                      <a:pt x="401193" y="200597"/>
                    </a:cubicBezTo>
                    <a:cubicBezTo>
                      <a:pt x="401193" y="229267"/>
                      <a:pt x="395192" y="256508"/>
                      <a:pt x="384334" y="281178"/>
                    </a:cubicBezTo>
                    <a:lnTo>
                      <a:pt x="384334" y="281178"/>
                    </a:lnTo>
                  </a:path>
                </a:pathLst>
              </a:custGeom>
              <a:noFill/>
              <a:ln w="19050" cap="rnd">
                <a:solidFill>
                  <a:schemeClr val="accent3"/>
                </a:solidFill>
                <a:prstDash val="solid"/>
                <a:round/>
              </a:ln>
            </p:spPr>
            <p:txBody>
              <a:bodyPr rtlCol="0" anchor="ctr"/>
              <a:lstStyle/>
              <a:p>
                <a:endParaRPr lang="en-IN"/>
              </a:p>
            </p:txBody>
          </p:sp>
        </p:grpSp>
        <p:sp>
          <p:nvSpPr>
            <p:cNvPr id="50" name="Freeform: Shape 49">
              <a:extLst>
                <a:ext uri="{FF2B5EF4-FFF2-40B4-BE49-F238E27FC236}">
                  <a16:creationId xmlns:a16="http://schemas.microsoft.com/office/drawing/2014/main" id="{34BF1153-350C-E36D-5E4F-4B07C28B463D}"/>
                </a:ext>
              </a:extLst>
            </p:cNvPr>
            <p:cNvSpPr/>
            <p:nvPr/>
          </p:nvSpPr>
          <p:spPr>
            <a:xfrm>
              <a:off x="1810040" y="1333485"/>
              <a:ext cx="89820" cy="96011"/>
            </a:xfrm>
            <a:custGeom>
              <a:avLst/>
              <a:gdLst>
                <a:gd name="connsiteX0" fmla="*/ 0 w 89820"/>
                <a:gd name="connsiteY0" fmla="*/ 0 h 96011"/>
                <a:gd name="connsiteX1" fmla="*/ 0 w 89820"/>
                <a:gd name="connsiteY1" fmla="*/ 96012 h 96011"/>
                <a:gd name="connsiteX2" fmla="*/ 89821 w 89820"/>
                <a:gd name="connsiteY2" fmla="*/ 96012 h 96011"/>
              </a:gdLst>
              <a:ahLst/>
              <a:cxnLst>
                <a:cxn ang="0">
                  <a:pos x="connsiteX0" y="connsiteY0"/>
                </a:cxn>
                <a:cxn ang="0">
                  <a:pos x="connsiteX1" y="connsiteY1"/>
                </a:cxn>
                <a:cxn ang="0">
                  <a:pos x="connsiteX2" y="connsiteY2"/>
                </a:cxn>
              </a:cxnLst>
              <a:rect l="l" t="t" r="r" b="b"/>
              <a:pathLst>
                <a:path w="89820" h="96011">
                  <a:moveTo>
                    <a:pt x="0" y="0"/>
                  </a:moveTo>
                  <a:lnTo>
                    <a:pt x="0" y="96012"/>
                  </a:lnTo>
                  <a:lnTo>
                    <a:pt x="89821" y="96012"/>
                  </a:lnTo>
                </a:path>
              </a:pathLst>
            </a:custGeom>
            <a:noFill/>
            <a:ln w="19050" cap="rnd">
              <a:solidFill>
                <a:schemeClr val="accent3"/>
              </a:solidFill>
              <a:prstDash val="solid"/>
              <a:round/>
            </a:ln>
          </p:spPr>
          <p:txBody>
            <a:bodyPr rtlCol="0" anchor="ctr"/>
            <a:lstStyle/>
            <a:p>
              <a:endParaRPr lang="en-IN"/>
            </a:p>
          </p:txBody>
        </p:sp>
      </p:grpSp>
      <p:grpSp>
        <p:nvGrpSpPr>
          <p:cNvPr id="51" name="Graphic 6">
            <a:extLst>
              <a:ext uri="{FF2B5EF4-FFF2-40B4-BE49-F238E27FC236}">
                <a16:creationId xmlns:a16="http://schemas.microsoft.com/office/drawing/2014/main" id="{C67176C3-C5B4-3F0E-0F74-BB8FDAC6DB3E}"/>
              </a:ext>
            </a:extLst>
          </p:cNvPr>
          <p:cNvGrpSpPr/>
          <p:nvPr/>
        </p:nvGrpSpPr>
        <p:grpSpPr>
          <a:xfrm>
            <a:off x="4420959" y="1218647"/>
            <a:ext cx="368969" cy="542852"/>
            <a:chOff x="3743836" y="1274811"/>
            <a:chExt cx="372968" cy="548735"/>
          </a:xfrm>
          <a:noFill/>
        </p:grpSpPr>
        <p:grpSp>
          <p:nvGrpSpPr>
            <p:cNvPr id="52" name="Graphic 6">
              <a:extLst>
                <a:ext uri="{FF2B5EF4-FFF2-40B4-BE49-F238E27FC236}">
                  <a16:creationId xmlns:a16="http://schemas.microsoft.com/office/drawing/2014/main" id="{359F1FA2-F7BC-3F96-C0C8-427335E187EC}"/>
                </a:ext>
              </a:extLst>
            </p:cNvPr>
            <p:cNvGrpSpPr/>
            <p:nvPr/>
          </p:nvGrpSpPr>
          <p:grpSpPr>
            <a:xfrm>
              <a:off x="3871917" y="1274811"/>
              <a:ext cx="244887" cy="264414"/>
              <a:chOff x="3871917" y="1274811"/>
              <a:chExt cx="244887" cy="264414"/>
            </a:xfrm>
            <a:noFill/>
          </p:grpSpPr>
          <p:sp>
            <p:nvSpPr>
              <p:cNvPr id="53" name="Freeform: Shape 52">
                <a:extLst>
                  <a:ext uri="{FF2B5EF4-FFF2-40B4-BE49-F238E27FC236}">
                    <a16:creationId xmlns:a16="http://schemas.microsoft.com/office/drawing/2014/main" id="{5BF06554-33AA-7756-889D-76EEF6684FE1}"/>
                  </a:ext>
                </a:extLst>
              </p:cNvPr>
              <p:cNvSpPr/>
              <p:nvPr/>
            </p:nvSpPr>
            <p:spPr>
              <a:xfrm>
                <a:off x="3991932" y="1274811"/>
                <a:ext cx="9525" cy="33147"/>
              </a:xfrm>
              <a:custGeom>
                <a:avLst/>
                <a:gdLst>
                  <a:gd name="connsiteX0" fmla="*/ 0 w 9525"/>
                  <a:gd name="connsiteY0" fmla="*/ 0 h 33147"/>
                  <a:gd name="connsiteX1" fmla="*/ 0 w 9525"/>
                  <a:gd name="connsiteY1" fmla="*/ 33147 h 33147"/>
                </a:gdLst>
                <a:ahLst/>
                <a:cxnLst>
                  <a:cxn ang="0">
                    <a:pos x="connsiteX0" y="connsiteY0"/>
                  </a:cxn>
                  <a:cxn ang="0">
                    <a:pos x="connsiteX1" y="connsiteY1"/>
                  </a:cxn>
                </a:cxnLst>
                <a:rect l="l" t="t" r="r" b="b"/>
                <a:pathLst>
                  <a:path w="9525" h="33147">
                    <a:moveTo>
                      <a:pt x="0" y="0"/>
                    </a:moveTo>
                    <a:lnTo>
                      <a:pt x="0" y="33147"/>
                    </a:lnTo>
                  </a:path>
                </a:pathLst>
              </a:custGeom>
              <a:ln w="19050" cap="flat">
                <a:solidFill>
                  <a:schemeClr val="accent3"/>
                </a:solidFill>
                <a:prstDash val="solid"/>
                <a:miter/>
              </a:ln>
            </p:spPr>
            <p:txBody>
              <a:bodyPr rtlCol="0" anchor="ctr"/>
              <a:lstStyle/>
              <a:p>
                <a:endParaRPr lang="en-IN"/>
              </a:p>
            </p:txBody>
          </p:sp>
          <p:sp>
            <p:nvSpPr>
              <p:cNvPr id="54" name="Freeform: Shape 53">
                <a:extLst>
                  <a:ext uri="{FF2B5EF4-FFF2-40B4-BE49-F238E27FC236}">
                    <a16:creationId xmlns:a16="http://schemas.microsoft.com/office/drawing/2014/main" id="{7491DD20-57AB-3672-69AD-E55E66469A70}"/>
                  </a:ext>
                </a:extLst>
              </p:cNvPr>
              <p:cNvSpPr/>
              <p:nvPr/>
            </p:nvSpPr>
            <p:spPr>
              <a:xfrm>
                <a:off x="3906017" y="1312435"/>
                <a:ext cx="23431" cy="23431"/>
              </a:xfrm>
              <a:custGeom>
                <a:avLst/>
                <a:gdLst>
                  <a:gd name="connsiteX0" fmla="*/ 0 w 23431"/>
                  <a:gd name="connsiteY0" fmla="*/ 0 h 23431"/>
                  <a:gd name="connsiteX1" fmla="*/ 23432 w 23431"/>
                  <a:gd name="connsiteY1" fmla="*/ 23431 h 23431"/>
                </a:gdLst>
                <a:ahLst/>
                <a:cxnLst>
                  <a:cxn ang="0">
                    <a:pos x="connsiteX0" y="connsiteY0"/>
                  </a:cxn>
                  <a:cxn ang="0">
                    <a:pos x="connsiteX1" y="connsiteY1"/>
                  </a:cxn>
                </a:cxnLst>
                <a:rect l="l" t="t" r="r" b="b"/>
                <a:pathLst>
                  <a:path w="23431" h="23431">
                    <a:moveTo>
                      <a:pt x="0" y="0"/>
                    </a:moveTo>
                    <a:lnTo>
                      <a:pt x="23432" y="23431"/>
                    </a:lnTo>
                  </a:path>
                </a:pathLst>
              </a:custGeom>
              <a:ln w="19050" cap="flat">
                <a:solidFill>
                  <a:schemeClr val="accent3"/>
                </a:solid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25A9176B-F55F-B1D4-7802-2FCD67C3A3A0}"/>
                  </a:ext>
                </a:extLst>
              </p:cNvPr>
              <p:cNvSpPr/>
              <p:nvPr/>
            </p:nvSpPr>
            <p:spPr>
              <a:xfrm>
                <a:off x="3871917" y="1399684"/>
                <a:ext cx="33146" cy="9525"/>
              </a:xfrm>
              <a:custGeom>
                <a:avLst/>
                <a:gdLst>
                  <a:gd name="connsiteX0" fmla="*/ 0 w 33146"/>
                  <a:gd name="connsiteY0" fmla="*/ 0 h 9525"/>
                  <a:gd name="connsiteX1" fmla="*/ 33147 w 33146"/>
                  <a:gd name="connsiteY1" fmla="*/ 0 h 9525"/>
                </a:gdLst>
                <a:ahLst/>
                <a:cxnLst>
                  <a:cxn ang="0">
                    <a:pos x="connsiteX0" y="connsiteY0"/>
                  </a:cxn>
                  <a:cxn ang="0">
                    <a:pos x="connsiteX1" y="connsiteY1"/>
                  </a:cxn>
                </a:cxnLst>
                <a:rect l="l" t="t" r="r" b="b"/>
                <a:pathLst>
                  <a:path w="33146" h="9525">
                    <a:moveTo>
                      <a:pt x="0" y="0"/>
                    </a:moveTo>
                    <a:lnTo>
                      <a:pt x="33147" y="0"/>
                    </a:lnTo>
                  </a:path>
                </a:pathLst>
              </a:custGeom>
              <a:ln w="19050" cap="flat">
                <a:solidFill>
                  <a:schemeClr val="accent3"/>
                </a:solid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419F1F43-CF6F-7390-5F41-C3C08AF1DE2F}"/>
                  </a:ext>
                </a:extLst>
              </p:cNvPr>
              <p:cNvSpPr/>
              <p:nvPr/>
            </p:nvSpPr>
            <p:spPr>
              <a:xfrm>
                <a:off x="4083658" y="1394826"/>
                <a:ext cx="33147" cy="9525"/>
              </a:xfrm>
              <a:custGeom>
                <a:avLst/>
                <a:gdLst>
                  <a:gd name="connsiteX0" fmla="*/ 33147 w 33147"/>
                  <a:gd name="connsiteY0" fmla="*/ 0 h 9525"/>
                  <a:gd name="connsiteX1" fmla="*/ 0 w 33147"/>
                  <a:gd name="connsiteY1" fmla="*/ 0 h 9525"/>
                </a:gdLst>
                <a:ahLst/>
                <a:cxnLst>
                  <a:cxn ang="0">
                    <a:pos x="connsiteX0" y="connsiteY0"/>
                  </a:cxn>
                  <a:cxn ang="0">
                    <a:pos x="connsiteX1" y="connsiteY1"/>
                  </a:cxn>
                </a:cxnLst>
                <a:rect l="l" t="t" r="r" b="b"/>
                <a:pathLst>
                  <a:path w="33147" h="9525">
                    <a:moveTo>
                      <a:pt x="33147" y="0"/>
                    </a:moveTo>
                    <a:lnTo>
                      <a:pt x="0" y="0"/>
                    </a:lnTo>
                  </a:path>
                </a:pathLst>
              </a:custGeom>
              <a:ln w="19050" cap="flat">
                <a:solidFill>
                  <a:schemeClr val="accent3"/>
                </a:solid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6716CB07-6E64-3AE0-5B67-E903D92545F2}"/>
                  </a:ext>
                </a:extLst>
              </p:cNvPr>
              <p:cNvSpPr/>
              <p:nvPr/>
            </p:nvSpPr>
            <p:spPr>
              <a:xfrm>
                <a:off x="4055750" y="1309006"/>
                <a:ext cx="23431" cy="23431"/>
              </a:xfrm>
              <a:custGeom>
                <a:avLst/>
                <a:gdLst>
                  <a:gd name="connsiteX0" fmla="*/ 23432 w 23431"/>
                  <a:gd name="connsiteY0" fmla="*/ 0 h 23431"/>
                  <a:gd name="connsiteX1" fmla="*/ 0 w 23431"/>
                  <a:gd name="connsiteY1" fmla="*/ 23432 h 23431"/>
                </a:gdLst>
                <a:ahLst/>
                <a:cxnLst>
                  <a:cxn ang="0">
                    <a:pos x="connsiteX0" y="connsiteY0"/>
                  </a:cxn>
                  <a:cxn ang="0">
                    <a:pos x="connsiteX1" y="connsiteY1"/>
                  </a:cxn>
                </a:cxnLst>
                <a:rect l="l" t="t" r="r" b="b"/>
                <a:pathLst>
                  <a:path w="23431" h="23431">
                    <a:moveTo>
                      <a:pt x="23432" y="0"/>
                    </a:moveTo>
                    <a:lnTo>
                      <a:pt x="0" y="23432"/>
                    </a:lnTo>
                  </a:path>
                </a:pathLst>
              </a:custGeom>
              <a:ln w="19050" cap="flat">
                <a:solidFill>
                  <a:schemeClr val="accent3"/>
                </a:solid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0C20CE5E-FF50-FE39-1134-8E3A4581B53C}"/>
                  </a:ext>
                </a:extLst>
              </p:cNvPr>
              <p:cNvSpPr/>
              <p:nvPr/>
            </p:nvSpPr>
            <p:spPr>
              <a:xfrm>
                <a:off x="3951927" y="1451214"/>
                <a:ext cx="86677" cy="38671"/>
              </a:xfrm>
              <a:custGeom>
                <a:avLst/>
                <a:gdLst>
                  <a:gd name="connsiteX0" fmla="*/ 86678 w 86677"/>
                  <a:gd name="connsiteY0" fmla="*/ 0 h 38671"/>
                  <a:gd name="connsiteX1" fmla="*/ 86678 w 86677"/>
                  <a:gd name="connsiteY1" fmla="*/ 23717 h 38671"/>
                  <a:gd name="connsiteX2" fmla="*/ 71723 w 86677"/>
                  <a:gd name="connsiteY2" fmla="*/ 38671 h 38671"/>
                  <a:gd name="connsiteX3" fmla="*/ 14954 w 86677"/>
                  <a:gd name="connsiteY3" fmla="*/ 38671 h 38671"/>
                  <a:gd name="connsiteX4" fmla="*/ 0 w 86677"/>
                  <a:gd name="connsiteY4" fmla="*/ 23717 h 38671"/>
                  <a:gd name="connsiteX5" fmla="*/ 0 w 86677"/>
                  <a:gd name="connsiteY5" fmla="*/ 0 h 38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677" h="38671">
                    <a:moveTo>
                      <a:pt x="86678" y="0"/>
                    </a:moveTo>
                    <a:lnTo>
                      <a:pt x="86678" y="23717"/>
                    </a:lnTo>
                    <a:cubicBezTo>
                      <a:pt x="86678" y="32004"/>
                      <a:pt x="79915" y="38671"/>
                      <a:pt x="71723" y="38671"/>
                    </a:cubicBezTo>
                    <a:lnTo>
                      <a:pt x="14954" y="38671"/>
                    </a:lnTo>
                    <a:cubicBezTo>
                      <a:pt x="6668" y="38671"/>
                      <a:pt x="0" y="31909"/>
                      <a:pt x="0" y="23717"/>
                    </a:cubicBezTo>
                    <a:lnTo>
                      <a:pt x="0" y="0"/>
                    </a:lnTo>
                  </a:path>
                </a:pathLst>
              </a:custGeom>
              <a:noFill/>
              <a:ln w="19050" cap="flat">
                <a:solidFill>
                  <a:schemeClr val="accent3"/>
                </a:solid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751BEBC4-FA7C-EDA9-AF6C-5F86C86CFD9B}"/>
                  </a:ext>
                </a:extLst>
              </p:cNvPr>
              <p:cNvSpPr/>
              <p:nvPr/>
            </p:nvSpPr>
            <p:spPr>
              <a:xfrm>
                <a:off x="3959547" y="1489599"/>
                <a:ext cx="71342" cy="32861"/>
              </a:xfrm>
              <a:custGeom>
                <a:avLst/>
                <a:gdLst>
                  <a:gd name="connsiteX0" fmla="*/ 71342 w 71342"/>
                  <a:gd name="connsiteY0" fmla="*/ 0 h 32861"/>
                  <a:gd name="connsiteX1" fmla="*/ 71342 w 71342"/>
                  <a:gd name="connsiteY1" fmla="*/ 22670 h 32861"/>
                  <a:gd name="connsiteX2" fmla="*/ 61150 w 71342"/>
                  <a:gd name="connsiteY2" fmla="*/ 32861 h 32861"/>
                  <a:gd name="connsiteX3" fmla="*/ 10192 w 71342"/>
                  <a:gd name="connsiteY3" fmla="*/ 32861 h 32861"/>
                  <a:gd name="connsiteX4" fmla="*/ 0 w 71342"/>
                  <a:gd name="connsiteY4" fmla="*/ 22670 h 32861"/>
                  <a:gd name="connsiteX5" fmla="*/ 0 w 71342"/>
                  <a:gd name="connsiteY5" fmla="*/ 0 h 32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342" h="32861">
                    <a:moveTo>
                      <a:pt x="71342" y="0"/>
                    </a:moveTo>
                    <a:lnTo>
                      <a:pt x="71342" y="22670"/>
                    </a:lnTo>
                    <a:cubicBezTo>
                      <a:pt x="71342" y="28289"/>
                      <a:pt x="66770" y="32861"/>
                      <a:pt x="61150" y="32861"/>
                    </a:cubicBezTo>
                    <a:lnTo>
                      <a:pt x="10192" y="32861"/>
                    </a:lnTo>
                    <a:cubicBezTo>
                      <a:pt x="4572" y="32861"/>
                      <a:pt x="0" y="28289"/>
                      <a:pt x="0" y="22670"/>
                    </a:cubicBezTo>
                    <a:lnTo>
                      <a:pt x="0" y="0"/>
                    </a:lnTo>
                  </a:path>
                </a:pathLst>
              </a:custGeom>
              <a:noFill/>
              <a:ln w="19050" cap="flat">
                <a:solidFill>
                  <a:schemeClr val="accent3"/>
                </a:solid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42F3F11C-52CB-6856-E618-925A41773B4C}"/>
                  </a:ext>
                </a:extLst>
              </p:cNvPr>
              <p:cNvSpPr/>
              <p:nvPr/>
            </p:nvSpPr>
            <p:spPr>
              <a:xfrm>
                <a:off x="3975454" y="1522747"/>
                <a:ext cx="39433" cy="16478"/>
              </a:xfrm>
              <a:custGeom>
                <a:avLst/>
                <a:gdLst>
                  <a:gd name="connsiteX0" fmla="*/ 0 w 39433"/>
                  <a:gd name="connsiteY0" fmla="*/ 0 h 16478"/>
                  <a:gd name="connsiteX1" fmla="*/ 0 w 39433"/>
                  <a:gd name="connsiteY1" fmla="*/ 16478 h 16478"/>
                  <a:gd name="connsiteX2" fmla="*/ 39433 w 39433"/>
                  <a:gd name="connsiteY2" fmla="*/ 16478 h 16478"/>
                  <a:gd name="connsiteX3" fmla="*/ 39433 w 39433"/>
                  <a:gd name="connsiteY3" fmla="*/ 0 h 16478"/>
                </a:gdLst>
                <a:ahLst/>
                <a:cxnLst>
                  <a:cxn ang="0">
                    <a:pos x="connsiteX0" y="connsiteY0"/>
                  </a:cxn>
                  <a:cxn ang="0">
                    <a:pos x="connsiteX1" y="connsiteY1"/>
                  </a:cxn>
                  <a:cxn ang="0">
                    <a:pos x="connsiteX2" y="connsiteY2"/>
                  </a:cxn>
                  <a:cxn ang="0">
                    <a:pos x="connsiteX3" y="connsiteY3"/>
                  </a:cxn>
                </a:cxnLst>
                <a:rect l="l" t="t" r="r" b="b"/>
                <a:pathLst>
                  <a:path w="39433" h="16478">
                    <a:moveTo>
                      <a:pt x="0" y="0"/>
                    </a:moveTo>
                    <a:lnTo>
                      <a:pt x="0" y="16478"/>
                    </a:lnTo>
                    <a:lnTo>
                      <a:pt x="39433" y="16478"/>
                    </a:lnTo>
                    <a:lnTo>
                      <a:pt x="39433" y="0"/>
                    </a:lnTo>
                  </a:path>
                </a:pathLst>
              </a:custGeom>
              <a:noFill/>
              <a:ln w="19050" cap="flat">
                <a:solidFill>
                  <a:schemeClr val="accent3"/>
                </a:solid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BAE135EC-134E-CEB7-F2E9-3596E7E00B02}"/>
                  </a:ext>
                </a:extLst>
              </p:cNvPr>
              <p:cNvSpPr/>
              <p:nvPr/>
            </p:nvSpPr>
            <p:spPr>
              <a:xfrm>
                <a:off x="3975454" y="1402446"/>
                <a:ext cx="39433" cy="16478"/>
              </a:xfrm>
              <a:custGeom>
                <a:avLst/>
                <a:gdLst>
                  <a:gd name="connsiteX0" fmla="*/ 0 w 39433"/>
                  <a:gd name="connsiteY0" fmla="*/ 0 h 16478"/>
                  <a:gd name="connsiteX1" fmla="*/ 0 w 39433"/>
                  <a:gd name="connsiteY1" fmla="*/ 16478 h 16478"/>
                  <a:gd name="connsiteX2" fmla="*/ 39433 w 39433"/>
                  <a:gd name="connsiteY2" fmla="*/ 16478 h 16478"/>
                  <a:gd name="connsiteX3" fmla="*/ 39433 w 39433"/>
                  <a:gd name="connsiteY3" fmla="*/ 0 h 16478"/>
                </a:gdLst>
                <a:ahLst/>
                <a:cxnLst>
                  <a:cxn ang="0">
                    <a:pos x="connsiteX0" y="connsiteY0"/>
                  </a:cxn>
                  <a:cxn ang="0">
                    <a:pos x="connsiteX1" y="connsiteY1"/>
                  </a:cxn>
                  <a:cxn ang="0">
                    <a:pos x="connsiteX2" y="connsiteY2"/>
                  </a:cxn>
                  <a:cxn ang="0">
                    <a:pos x="connsiteX3" y="connsiteY3"/>
                  </a:cxn>
                </a:cxnLst>
                <a:rect l="l" t="t" r="r" b="b"/>
                <a:pathLst>
                  <a:path w="39433" h="16478">
                    <a:moveTo>
                      <a:pt x="0" y="0"/>
                    </a:moveTo>
                    <a:lnTo>
                      <a:pt x="0" y="16478"/>
                    </a:lnTo>
                    <a:lnTo>
                      <a:pt x="39433" y="16478"/>
                    </a:lnTo>
                    <a:lnTo>
                      <a:pt x="39433" y="0"/>
                    </a:lnTo>
                  </a:path>
                </a:pathLst>
              </a:custGeom>
              <a:noFill/>
              <a:ln w="19050" cap="flat">
                <a:solidFill>
                  <a:schemeClr val="accent3"/>
                </a:solid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DC4756F7-055E-F3B1-5A34-05F8A2A5B6B2}"/>
                  </a:ext>
                </a:extLst>
              </p:cNvPr>
              <p:cNvSpPr/>
              <p:nvPr/>
            </p:nvSpPr>
            <p:spPr>
              <a:xfrm>
                <a:off x="3995171" y="1401874"/>
                <a:ext cx="9525" cy="119348"/>
              </a:xfrm>
              <a:custGeom>
                <a:avLst/>
                <a:gdLst>
                  <a:gd name="connsiteX0" fmla="*/ 0 w 9525"/>
                  <a:gd name="connsiteY0" fmla="*/ 0 h 119348"/>
                  <a:gd name="connsiteX1" fmla="*/ 0 w 9525"/>
                  <a:gd name="connsiteY1" fmla="*/ 119348 h 119348"/>
                </a:gdLst>
                <a:ahLst/>
                <a:cxnLst>
                  <a:cxn ang="0">
                    <a:pos x="connsiteX0" y="connsiteY0"/>
                  </a:cxn>
                  <a:cxn ang="0">
                    <a:pos x="connsiteX1" y="connsiteY1"/>
                  </a:cxn>
                </a:cxnLst>
                <a:rect l="l" t="t" r="r" b="b"/>
                <a:pathLst>
                  <a:path w="9525" h="119348">
                    <a:moveTo>
                      <a:pt x="0" y="0"/>
                    </a:moveTo>
                    <a:lnTo>
                      <a:pt x="0" y="119348"/>
                    </a:lnTo>
                  </a:path>
                </a:pathLst>
              </a:custGeom>
              <a:ln w="19050" cap="flat">
                <a:solidFill>
                  <a:schemeClr val="accent3"/>
                </a:solid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962416FD-19F8-29BB-30A6-35F8A1127092}"/>
                  </a:ext>
                </a:extLst>
              </p:cNvPr>
              <p:cNvSpPr/>
              <p:nvPr/>
            </p:nvSpPr>
            <p:spPr>
              <a:xfrm>
                <a:off x="3927734" y="1332056"/>
                <a:ext cx="134873" cy="121919"/>
              </a:xfrm>
              <a:custGeom>
                <a:avLst/>
                <a:gdLst>
                  <a:gd name="connsiteX0" fmla="*/ 24098 w 134873"/>
                  <a:gd name="connsiteY0" fmla="*/ 121920 h 121919"/>
                  <a:gd name="connsiteX1" fmla="*/ 24098 w 134873"/>
                  <a:gd name="connsiteY1" fmla="*/ 119063 h 121919"/>
                  <a:gd name="connsiteX2" fmla="*/ 0 w 134873"/>
                  <a:gd name="connsiteY2" fmla="*/ 67437 h 121919"/>
                  <a:gd name="connsiteX3" fmla="*/ 67437 w 134873"/>
                  <a:gd name="connsiteY3" fmla="*/ 0 h 121919"/>
                  <a:gd name="connsiteX4" fmla="*/ 134874 w 134873"/>
                  <a:gd name="connsiteY4" fmla="*/ 67437 h 121919"/>
                  <a:gd name="connsiteX5" fmla="*/ 110776 w 134873"/>
                  <a:gd name="connsiteY5" fmla="*/ 119063 h 121919"/>
                  <a:gd name="connsiteX6" fmla="*/ 110776 w 134873"/>
                  <a:gd name="connsiteY6" fmla="*/ 121920 h 121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4873" h="121919">
                    <a:moveTo>
                      <a:pt x="24098" y="121920"/>
                    </a:moveTo>
                    <a:lnTo>
                      <a:pt x="24098" y="119063"/>
                    </a:lnTo>
                    <a:cubicBezTo>
                      <a:pt x="9430" y="106680"/>
                      <a:pt x="0" y="88106"/>
                      <a:pt x="0" y="67437"/>
                    </a:cubicBezTo>
                    <a:cubicBezTo>
                      <a:pt x="0" y="30194"/>
                      <a:pt x="30194" y="0"/>
                      <a:pt x="67437" y="0"/>
                    </a:cubicBezTo>
                    <a:cubicBezTo>
                      <a:pt x="104680" y="0"/>
                      <a:pt x="134874" y="30194"/>
                      <a:pt x="134874" y="67437"/>
                    </a:cubicBezTo>
                    <a:cubicBezTo>
                      <a:pt x="134874" y="88202"/>
                      <a:pt x="125540" y="106680"/>
                      <a:pt x="110776" y="119063"/>
                    </a:cubicBezTo>
                    <a:lnTo>
                      <a:pt x="110776" y="121920"/>
                    </a:lnTo>
                  </a:path>
                </a:pathLst>
              </a:custGeom>
              <a:noFill/>
              <a:ln w="19050" cap="flat">
                <a:solidFill>
                  <a:schemeClr val="accent3"/>
                </a:solidFill>
                <a:prstDash val="solid"/>
                <a:miter/>
              </a:ln>
            </p:spPr>
            <p:txBody>
              <a:bodyPr rtlCol="0" anchor="ctr"/>
              <a:lstStyle/>
              <a:p>
                <a:endParaRPr lang="en-IN" dirty="0"/>
              </a:p>
            </p:txBody>
          </p:sp>
        </p:grpSp>
        <p:sp>
          <p:nvSpPr>
            <p:cNvPr id="64" name="Freeform: Shape 63">
              <a:extLst>
                <a:ext uri="{FF2B5EF4-FFF2-40B4-BE49-F238E27FC236}">
                  <a16:creationId xmlns:a16="http://schemas.microsoft.com/office/drawing/2014/main" id="{3FF4BE0F-28E9-222F-33A9-B4E2B6ADEC64}"/>
                </a:ext>
              </a:extLst>
            </p:cNvPr>
            <p:cNvSpPr/>
            <p:nvPr/>
          </p:nvSpPr>
          <p:spPr>
            <a:xfrm>
              <a:off x="3743836" y="1350076"/>
              <a:ext cx="355185" cy="473470"/>
            </a:xfrm>
            <a:custGeom>
              <a:avLst/>
              <a:gdLst>
                <a:gd name="connsiteX0" fmla="*/ 306675 w 355185"/>
                <a:gd name="connsiteY0" fmla="*/ 87898 h 473470"/>
                <a:gd name="connsiteX1" fmla="*/ 317438 w 355185"/>
                <a:gd name="connsiteY1" fmla="*/ 131523 h 473470"/>
                <a:gd name="connsiteX2" fmla="*/ 282767 w 355185"/>
                <a:gd name="connsiteY2" fmla="*/ 237155 h 473470"/>
                <a:gd name="connsiteX3" fmla="*/ 282767 w 355185"/>
                <a:gd name="connsiteY3" fmla="*/ 321928 h 473470"/>
                <a:gd name="connsiteX4" fmla="*/ 300579 w 355185"/>
                <a:gd name="connsiteY4" fmla="*/ 374411 h 473470"/>
                <a:gd name="connsiteX5" fmla="*/ 351156 w 355185"/>
                <a:gd name="connsiteY5" fmla="*/ 441276 h 473470"/>
                <a:gd name="connsiteX6" fmla="*/ 335250 w 355185"/>
                <a:gd name="connsiteY6" fmla="*/ 473470 h 473470"/>
                <a:gd name="connsiteX7" fmla="*/ 61977 w 355185"/>
                <a:gd name="connsiteY7" fmla="*/ 473470 h 473470"/>
                <a:gd name="connsiteX8" fmla="*/ 49119 w 355185"/>
                <a:gd name="connsiteY8" fmla="*/ 441752 h 473470"/>
                <a:gd name="connsiteX9" fmla="*/ 88838 w 355185"/>
                <a:gd name="connsiteY9" fmla="*/ 401652 h 473470"/>
                <a:gd name="connsiteX10" fmla="*/ 108650 w 355185"/>
                <a:gd name="connsiteY10" fmla="*/ 354027 h 473470"/>
                <a:gd name="connsiteX11" fmla="*/ 108650 w 355185"/>
                <a:gd name="connsiteY11" fmla="*/ 327738 h 473470"/>
                <a:gd name="connsiteX12" fmla="*/ 41880 w 355185"/>
                <a:gd name="connsiteY12" fmla="*/ 327738 h 473470"/>
                <a:gd name="connsiteX13" fmla="*/ 31307 w 355185"/>
                <a:gd name="connsiteY13" fmla="*/ 317165 h 473470"/>
                <a:gd name="connsiteX14" fmla="*/ 31307 w 355185"/>
                <a:gd name="connsiteY14" fmla="*/ 233536 h 473470"/>
                <a:gd name="connsiteX15" fmla="*/ 12447 w 355185"/>
                <a:gd name="connsiteY15" fmla="*/ 233536 h 473470"/>
                <a:gd name="connsiteX16" fmla="*/ 2065 w 355185"/>
                <a:gd name="connsiteY16" fmla="*/ 214105 h 473470"/>
                <a:gd name="connsiteX17" fmla="*/ 20448 w 355185"/>
                <a:gd name="connsiteY17" fmla="*/ 181910 h 473470"/>
                <a:gd name="connsiteX18" fmla="*/ 31402 w 355185"/>
                <a:gd name="connsiteY18" fmla="*/ 137333 h 473470"/>
                <a:gd name="connsiteX19" fmla="*/ 31402 w 355185"/>
                <a:gd name="connsiteY19" fmla="*/ 133904 h 473470"/>
                <a:gd name="connsiteX20" fmla="*/ 186088 w 355185"/>
                <a:gd name="connsiteY20" fmla="*/ 459 h 473470"/>
                <a:gd name="connsiteX21" fmla="*/ 202662 w 355185"/>
                <a:gd name="connsiteY21" fmla="*/ 2745 h 47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55185" h="473470">
                  <a:moveTo>
                    <a:pt x="306675" y="87898"/>
                  </a:moveTo>
                  <a:cubicBezTo>
                    <a:pt x="312485" y="101519"/>
                    <a:pt x="316200" y="116188"/>
                    <a:pt x="317438" y="131523"/>
                  </a:cubicBezTo>
                  <a:cubicBezTo>
                    <a:pt x="320391" y="172195"/>
                    <a:pt x="307056" y="209342"/>
                    <a:pt x="282767" y="237155"/>
                  </a:cubicBezTo>
                  <a:lnTo>
                    <a:pt x="282767" y="321928"/>
                  </a:lnTo>
                  <a:cubicBezTo>
                    <a:pt x="282767" y="340787"/>
                    <a:pt x="289149" y="359551"/>
                    <a:pt x="300579" y="374411"/>
                  </a:cubicBezTo>
                  <a:lnTo>
                    <a:pt x="351156" y="441276"/>
                  </a:lnTo>
                  <a:cubicBezTo>
                    <a:pt x="361062" y="454801"/>
                    <a:pt x="351537" y="473470"/>
                    <a:pt x="335250" y="473470"/>
                  </a:cubicBezTo>
                  <a:lnTo>
                    <a:pt x="61977" y="473470"/>
                  </a:lnTo>
                  <a:cubicBezTo>
                    <a:pt x="45690" y="473470"/>
                    <a:pt x="37689" y="453659"/>
                    <a:pt x="49119" y="441752"/>
                  </a:cubicBezTo>
                  <a:lnTo>
                    <a:pt x="88838" y="401652"/>
                  </a:lnTo>
                  <a:cubicBezTo>
                    <a:pt x="101697" y="389174"/>
                    <a:pt x="108650" y="371839"/>
                    <a:pt x="108650" y="354027"/>
                  </a:cubicBezTo>
                  <a:lnTo>
                    <a:pt x="108650" y="327738"/>
                  </a:lnTo>
                  <a:lnTo>
                    <a:pt x="41880" y="327738"/>
                  </a:lnTo>
                  <a:cubicBezTo>
                    <a:pt x="36069" y="327738"/>
                    <a:pt x="31307" y="322975"/>
                    <a:pt x="31307" y="317165"/>
                  </a:cubicBezTo>
                  <a:lnTo>
                    <a:pt x="31307" y="233536"/>
                  </a:lnTo>
                  <a:lnTo>
                    <a:pt x="12447" y="233536"/>
                  </a:lnTo>
                  <a:cubicBezTo>
                    <a:pt x="2541" y="233536"/>
                    <a:pt x="-3364" y="222582"/>
                    <a:pt x="2065" y="214105"/>
                  </a:cubicBezTo>
                  <a:cubicBezTo>
                    <a:pt x="7590" y="205627"/>
                    <a:pt x="13971" y="193817"/>
                    <a:pt x="20448" y="181910"/>
                  </a:cubicBezTo>
                  <a:cubicBezTo>
                    <a:pt x="26354" y="170480"/>
                    <a:pt x="31402" y="150192"/>
                    <a:pt x="31402" y="137333"/>
                  </a:cubicBezTo>
                  <a:lnTo>
                    <a:pt x="31402" y="133904"/>
                  </a:lnTo>
                  <a:cubicBezTo>
                    <a:pt x="36927" y="55037"/>
                    <a:pt x="104745" y="-5923"/>
                    <a:pt x="186088" y="459"/>
                  </a:cubicBezTo>
                  <a:cubicBezTo>
                    <a:pt x="191708" y="840"/>
                    <a:pt x="197232" y="1602"/>
                    <a:pt x="202662" y="2745"/>
                  </a:cubicBezTo>
                </a:path>
              </a:pathLst>
            </a:custGeom>
            <a:noFill/>
            <a:ln w="19050" cap="flat">
              <a:solidFill>
                <a:schemeClr val="accent3"/>
              </a:solidFill>
              <a:prstDash val="solid"/>
              <a:miter/>
            </a:ln>
          </p:spPr>
          <p:txBody>
            <a:bodyPr rtlCol="0" anchor="ctr"/>
            <a:lstStyle/>
            <a:p>
              <a:endParaRPr lang="en-IN"/>
            </a:p>
          </p:txBody>
        </p:sp>
      </p:grpSp>
      <p:grpSp>
        <p:nvGrpSpPr>
          <p:cNvPr id="65" name="Graphic 6">
            <a:extLst>
              <a:ext uri="{FF2B5EF4-FFF2-40B4-BE49-F238E27FC236}">
                <a16:creationId xmlns:a16="http://schemas.microsoft.com/office/drawing/2014/main" id="{1FE91000-E4F0-FAD9-11D5-33E80AD89915}"/>
              </a:ext>
            </a:extLst>
          </p:cNvPr>
          <p:cNvGrpSpPr/>
          <p:nvPr/>
        </p:nvGrpSpPr>
        <p:grpSpPr>
          <a:xfrm>
            <a:off x="7252543" y="1234489"/>
            <a:ext cx="664218" cy="511168"/>
            <a:chOff x="5871405" y="1247474"/>
            <a:chExt cx="435387" cy="335065"/>
          </a:xfrm>
          <a:noFill/>
        </p:grpSpPr>
        <p:sp>
          <p:nvSpPr>
            <p:cNvPr id="66" name="Freeform: Shape 65">
              <a:extLst>
                <a:ext uri="{FF2B5EF4-FFF2-40B4-BE49-F238E27FC236}">
                  <a16:creationId xmlns:a16="http://schemas.microsoft.com/office/drawing/2014/main" id="{B374BFB3-18F9-C6F9-2017-20C46E7DF4C0}"/>
                </a:ext>
              </a:extLst>
            </p:cNvPr>
            <p:cNvSpPr/>
            <p:nvPr/>
          </p:nvSpPr>
          <p:spPr>
            <a:xfrm>
              <a:off x="5902647" y="1247474"/>
              <a:ext cx="364522" cy="335065"/>
            </a:xfrm>
            <a:custGeom>
              <a:avLst/>
              <a:gdLst>
                <a:gd name="connsiteX0" fmla="*/ 364522 w 364522"/>
                <a:gd name="connsiteY0" fmla="*/ 101346 h 335065"/>
                <a:gd name="connsiteX1" fmla="*/ 323945 w 364522"/>
                <a:gd name="connsiteY1" fmla="*/ 199263 h 335065"/>
                <a:gd name="connsiteX2" fmla="*/ 193072 w 364522"/>
                <a:gd name="connsiteY2" fmla="*/ 330994 h 335065"/>
                <a:gd name="connsiteX3" fmla="*/ 193072 w 364522"/>
                <a:gd name="connsiteY3" fmla="*/ 330994 h 335065"/>
                <a:gd name="connsiteX4" fmla="*/ 173260 w 364522"/>
                <a:gd name="connsiteY4" fmla="*/ 330994 h 335065"/>
                <a:gd name="connsiteX5" fmla="*/ 42386 w 364522"/>
                <a:gd name="connsiteY5" fmla="*/ 200120 h 335065"/>
                <a:gd name="connsiteX6" fmla="*/ 0 w 364522"/>
                <a:gd name="connsiteY6" fmla="*/ 101251 h 335065"/>
                <a:gd name="connsiteX7" fmla="*/ 29623 w 364522"/>
                <a:gd name="connsiteY7" fmla="*/ 29908 h 335065"/>
                <a:gd name="connsiteX8" fmla="*/ 100965 w 364522"/>
                <a:gd name="connsiteY8" fmla="*/ 286 h 335065"/>
                <a:gd name="connsiteX9" fmla="*/ 172402 w 364522"/>
                <a:gd name="connsiteY9" fmla="*/ 29623 h 335065"/>
                <a:gd name="connsiteX10" fmla="*/ 182308 w 364522"/>
                <a:gd name="connsiteY10" fmla="*/ 39529 h 335065"/>
                <a:gd name="connsiteX11" fmla="*/ 192214 w 364522"/>
                <a:gd name="connsiteY11" fmla="*/ 29623 h 335065"/>
                <a:gd name="connsiteX12" fmla="*/ 263652 w 364522"/>
                <a:gd name="connsiteY12" fmla="*/ 0 h 335065"/>
                <a:gd name="connsiteX13" fmla="*/ 335089 w 364522"/>
                <a:gd name="connsiteY13" fmla="*/ 29623 h 335065"/>
                <a:gd name="connsiteX14" fmla="*/ 364522 w 364522"/>
                <a:gd name="connsiteY14" fmla="*/ 101156 h 335065"/>
                <a:gd name="connsiteX15" fmla="*/ 364522 w 364522"/>
                <a:gd name="connsiteY15" fmla="*/ 101156 h 335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64522" h="335065">
                  <a:moveTo>
                    <a:pt x="364522" y="101346"/>
                  </a:moveTo>
                  <a:cubicBezTo>
                    <a:pt x="364617" y="138112"/>
                    <a:pt x="350044" y="173355"/>
                    <a:pt x="323945" y="199263"/>
                  </a:cubicBezTo>
                  <a:lnTo>
                    <a:pt x="193072" y="330994"/>
                  </a:lnTo>
                  <a:lnTo>
                    <a:pt x="193072" y="330994"/>
                  </a:lnTo>
                  <a:cubicBezTo>
                    <a:pt x="187547" y="336423"/>
                    <a:pt x="178689" y="336423"/>
                    <a:pt x="173260" y="330994"/>
                  </a:cubicBezTo>
                  <a:lnTo>
                    <a:pt x="42386" y="200120"/>
                  </a:lnTo>
                  <a:cubicBezTo>
                    <a:pt x="15621" y="174212"/>
                    <a:pt x="286" y="138494"/>
                    <a:pt x="0" y="101251"/>
                  </a:cubicBezTo>
                  <a:cubicBezTo>
                    <a:pt x="0" y="74486"/>
                    <a:pt x="10668" y="48863"/>
                    <a:pt x="29623" y="29908"/>
                  </a:cubicBezTo>
                  <a:cubicBezTo>
                    <a:pt x="48577" y="10954"/>
                    <a:pt x="74200" y="381"/>
                    <a:pt x="100965" y="286"/>
                  </a:cubicBezTo>
                  <a:cubicBezTo>
                    <a:pt x="127730" y="286"/>
                    <a:pt x="153352" y="10763"/>
                    <a:pt x="172402" y="29623"/>
                  </a:cubicBezTo>
                  <a:lnTo>
                    <a:pt x="182308" y="39529"/>
                  </a:lnTo>
                  <a:lnTo>
                    <a:pt x="192214" y="29623"/>
                  </a:lnTo>
                  <a:cubicBezTo>
                    <a:pt x="211169" y="10668"/>
                    <a:pt x="236887" y="0"/>
                    <a:pt x="263652" y="0"/>
                  </a:cubicBezTo>
                  <a:cubicBezTo>
                    <a:pt x="290417" y="0"/>
                    <a:pt x="316135" y="10668"/>
                    <a:pt x="335089" y="29623"/>
                  </a:cubicBezTo>
                  <a:cubicBezTo>
                    <a:pt x="354044" y="48578"/>
                    <a:pt x="364617" y="74390"/>
                    <a:pt x="364522" y="101156"/>
                  </a:cubicBezTo>
                  <a:lnTo>
                    <a:pt x="364522" y="101156"/>
                  </a:lnTo>
                  <a:close/>
                </a:path>
              </a:pathLst>
            </a:custGeom>
            <a:noFill/>
            <a:ln w="19050" cap="flat">
              <a:solidFill>
                <a:schemeClr val="accent3"/>
              </a:solidFill>
              <a:prstDash val="solid"/>
              <a:miter/>
            </a:ln>
          </p:spPr>
          <p:txBody>
            <a:bodyPr rtlCol="0" anchor="ctr"/>
            <a:lstStyle/>
            <a:p>
              <a:endParaRPr lang="en-IN"/>
            </a:p>
          </p:txBody>
        </p:sp>
        <p:sp>
          <p:nvSpPr>
            <p:cNvPr id="67" name="Freeform: Shape 66">
              <a:extLst>
                <a:ext uri="{FF2B5EF4-FFF2-40B4-BE49-F238E27FC236}">
                  <a16:creationId xmlns:a16="http://schemas.microsoft.com/office/drawing/2014/main" id="{E277A559-1B0E-BAA0-F6B0-4479A1C57135}"/>
                </a:ext>
              </a:extLst>
            </p:cNvPr>
            <p:cNvSpPr/>
            <p:nvPr/>
          </p:nvSpPr>
          <p:spPr>
            <a:xfrm>
              <a:off x="5871405" y="1346725"/>
              <a:ext cx="435387" cy="136874"/>
            </a:xfrm>
            <a:custGeom>
              <a:avLst/>
              <a:gdLst>
                <a:gd name="connsiteX0" fmla="*/ 0 w 435387"/>
                <a:gd name="connsiteY0" fmla="*/ 95822 h 136874"/>
                <a:gd name="connsiteX1" fmla="*/ 147733 w 435387"/>
                <a:gd name="connsiteY1" fmla="*/ 95822 h 136874"/>
                <a:gd name="connsiteX2" fmla="*/ 175165 w 435387"/>
                <a:gd name="connsiteY2" fmla="*/ 0 h 136874"/>
                <a:gd name="connsiteX3" fmla="*/ 254317 w 435387"/>
                <a:gd name="connsiteY3" fmla="*/ 136874 h 136874"/>
                <a:gd name="connsiteX4" fmla="*/ 278225 w 435387"/>
                <a:gd name="connsiteY4" fmla="*/ 46196 h 136874"/>
                <a:gd name="connsiteX5" fmla="*/ 435388 w 435387"/>
                <a:gd name="connsiteY5" fmla="*/ 46196 h 136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5387" h="136874">
                  <a:moveTo>
                    <a:pt x="0" y="95822"/>
                  </a:moveTo>
                  <a:lnTo>
                    <a:pt x="147733" y="95822"/>
                  </a:lnTo>
                  <a:lnTo>
                    <a:pt x="175165" y="0"/>
                  </a:lnTo>
                  <a:lnTo>
                    <a:pt x="254317" y="136874"/>
                  </a:lnTo>
                  <a:lnTo>
                    <a:pt x="278225" y="46196"/>
                  </a:lnTo>
                  <a:lnTo>
                    <a:pt x="435388" y="46196"/>
                  </a:lnTo>
                </a:path>
              </a:pathLst>
            </a:custGeom>
            <a:noFill/>
            <a:ln w="19050" cap="flat">
              <a:solidFill>
                <a:schemeClr val="accent3"/>
              </a:solidFill>
              <a:prstDash val="solid"/>
              <a:miter/>
            </a:ln>
          </p:spPr>
          <p:txBody>
            <a:bodyPr rtlCol="0" anchor="ctr"/>
            <a:lstStyle/>
            <a:p>
              <a:endParaRPr lang="en-IN"/>
            </a:p>
          </p:txBody>
        </p:sp>
      </p:grpSp>
      <p:grpSp>
        <p:nvGrpSpPr>
          <p:cNvPr id="68" name="Graphic 6">
            <a:extLst>
              <a:ext uri="{FF2B5EF4-FFF2-40B4-BE49-F238E27FC236}">
                <a16:creationId xmlns:a16="http://schemas.microsoft.com/office/drawing/2014/main" id="{E7709404-6B6F-5F76-DB1B-926FDE2DED50}"/>
              </a:ext>
            </a:extLst>
          </p:cNvPr>
          <p:cNvGrpSpPr/>
          <p:nvPr/>
        </p:nvGrpSpPr>
        <p:grpSpPr>
          <a:xfrm>
            <a:off x="10252432" y="1268229"/>
            <a:ext cx="622856" cy="443688"/>
            <a:chOff x="8151214" y="1254332"/>
            <a:chExt cx="408274" cy="290831"/>
          </a:xfrm>
          <a:noFill/>
        </p:grpSpPr>
        <p:grpSp>
          <p:nvGrpSpPr>
            <p:cNvPr id="69" name="Graphic 6">
              <a:extLst>
                <a:ext uri="{FF2B5EF4-FFF2-40B4-BE49-F238E27FC236}">
                  <a16:creationId xmlns:a16="http://schemas.microsoft.com/office/drawing/2014/main" id="{C6CC833F-C74A-F602-18A8-3E2BDA6106C2}"/>
                </a:ext>
              </a:extLst>
            </p:cNvPr>
            <p:cNvGrpSpPr/>
            <p:nvPr/>
          </p:nvGrpSpPr>
          <p:grpSpPr>
            <a:xfrm>
              <a:off x="8151214" y="1377814"/>
              <a:ext cx="408274" cy="167349"/>
              <a:chOff x="8151214" y="1377814"/>
              <a:chExt cx="408274" cy="167349"/>
            </a:xfrm>
            <a:noFill/>
          </p:grpSpPr>
          <p:sp>
            <p:nvSpPr>
              <p:cNvPr id="70" name="Freeform: Shape 69">
                <a:extLst>
                  <a:ext uri="{FF2B5EF4-FFF2-40B4-BE49-F238E27FC236}">
                    <a16:creationId xmlns:a16="http://schemas.microsoft.com/office/drawing/2014/main" id="{CEF23053-28FF-390C-D5D2-CDE7A945F956}"/>
                  </a:ext>
                </a:extLst>
              </p:cNvPr>
              <p:cNvSpPr/>
              <p:nvPr/>
            </p:nvSpPr>
            <p:spPr>
              <a:xfrm>
                <a:off x="8205697" y="1409515"/>
                <a:ext cx="353791" cy="135648"/>
              </a:xfrm>
              <a:custGeom>
                <a:avLst/>
                <a:gdLst>
                  <a:gd name="connsiteX0" fmla="*/ 0 w 353791"/>
                  <a:gd name="connsiteY0" fmla="*/ 114850 h 135648"/>
                  <a:gd name="connsiteX1" fmla="*/ 73533 w 353791"/>
                  <a:gd name="connsiteY1" fmla="*/ 71321 h 135648"/>
                  <a:gd name="connsiteX2" fmla="*/ 155924 w 353791"/>
                  <a:gd name="connsiteY2" fmla="*/ 123804 h 135648"/>
                  <a:gd name="connsiteX3" fmla="*/ 211931 w 353791"/>
                  <a:gd name="connsiteY3" fmla="*/ 131138 h 135648"/>
                  <a:gd name="connsiteX4" fmla="*/ 236982 w 353791"/>
                  <a:gd name="connsiteY4" fmla="*/ 115517 h 135648"/>
                  <a:gd name="connsiteX5" fmla="*/ 340233 w 353791"/>
                  <a:gd name="connsiteY5" fmla="*/ 42937 h 135648"/>
                  <a:gd name="connsiteX6" fmla="*/ 351377 w 353791"/>
                  <a:gd name="connsiteY6" fmla="*/ 11409 h 135648"/>
                  <a:gd name="connsiteX7" fmla="*/ 351377 w 353791"/>
                  <a:gd name="connsiteY7" fmla="*/ 11409 h 135648"/>
                  <a:gd name="connsiteX8" fmla="*/ 318992 w 353791"/>
                  <a:gd name="connsiteY8" fmla="*/ 3122 h 135648"/>
                  <a:gd name="connsiteX9" fmla="*/ 228409 w 353791"/>
                  <a:gd name="connsiteY9" fmla="*/ 43318 h 135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3791" h="135648">
                    <a:moveTo>
                      <a:pt x="0" y="114850"/>
                    </a:moveTo>
                    <a:lnTo>
                      <a:pt x="73533" y="71321"/>
                    </a:lnTo>
                    <a:cubicBezTo>
                      <a:pt x="73533" y="71321"/>
                      <a:pt x="126016" y="102468"/>
                      <a:pt x="155924" y="123804"/>
                    </a:cubicBezTo>
                    <a:cubicBezTo>
                      <a:pt x="185833" y="145140"/>
                      <a:pt x="211931" y="131138"/>
                      <a:pt x="211931" y="131138"/>
                    </a:cubicBezTo>
                    <a:lnTo>
                      <a:pt x="236982" y="115517"/>
                    </a:lnTo>
                    <a:lnTo>
                      <a:pt x="340233" y="42937"/>
                    </a:lnTo>
                    <a:cubicBezTo>
                      <a:pt x="352139" y="36555"/>
                      <a:pt x="357188" y="22363"/>
                      <a:pt x="351377" y="11409"/>
                    </a:cubicBezTo>
                    <a:lnTo>
                      <a:pt x="351377" y="11409"/>
                    </a:lnTo>
                    <a:cubicBezTo>
                      <a:pt x="345567" y="455"/>
                      <a:pt x="330994" y="-3260"/>
                      <a:pt x="318992" y="3122"/>
                    </a:cubicBezTo>
                    <a:lnTo>
                      <a:pt x="228409" y="43318"/>
                    </a:lnTo>
                  </a:path>
                </a:pathLst>
              </a:custGeom>
              <a:noFill/>
              <a:ln w="19050" cap="flat">
                <a:solidFill>
                  <a:schemeClr val="accent3"/>
                </a:solid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BD910557-D9FA-FAB1-1B1E-C1F4A0949E0B}"/>
                  </a:ext>
                </a:extLst>
              </p:cNvPr>
              <p:cNvSpPr/>
              <p:nvPr/>
            </p:nvSpPr>
            <p:spPr>
              <a:xfrm>
                <a:off x="8205316" y="1377814"/>
                <a:ext cx="227259" cy="101681"/>
              </a:xfrm>
              <a:custGeom>
                <a:avLst/>
                <a:gdLst>
                  <a:gd name="connsiteX0" fmla="*/ 143637 w 227259"/>
                  <a:gd name="connsiteY0" fmla="*/ 71209 h 101681"/>
                  <a:gd name="connsiteX1" fmla="*/ 186404 w 227259"/>
                  <a:gd name="connsiteY1" fmla="*/ 97593 h 101681"/>
                  <a:gd name="connsiteX2" fmla="*/ 223171 w 227259"/>
                  <a:gd name="connsiteY2" fmla="*/ 89306 h 101681"/>
                  <a:gd name="connsiteX3" fmla="*/ 223171 w 227259"/>
                  <a:gd name="connsiteY3" fmla="*/ 89306 h 101681"/>
                  <a:gd name="connsiteX4" fmla="*/ 214884 w 227259"/>
                  <a:gd name="connsiteY4" fmla="*/ 52540 h 101681"/>
                  <a:gd name="connsiteX5" fmla="*/ 146590 w 227259"/>
                  <a:gd name="connsiteY5" fmla="*/ 8820 h 101681"/>
                  <a:gd name="connsiteX6" fmla="*/ 56960 w 227259"/>
                  <a:gd name="connsiteY6" fmla="*/ 20726 h 101681"/>
                  <a:gd name="connsiteX7" fmla="*/ 0 w 227259"/>
                  <a:gd name="connsiteY7" fmla="*/ 56635 h 101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259" h="101681">
                    <a:moveTo>
                      <a:pt x="143637" y="71209"/>
                    </a:moveTo>
                    <a:lnTo>
                      <a:pt x="186404" y="97593"/>
                    </a:lnTo>
                    <a:cubicBezTo>
                      <a:pt x="198787" y="105403"/>
                      <a:pt x="215361" y="101689"/>
                      <a:pt x="223171" y="89306"/>
                    </a:cubicBezTo>
                    <a:lnTo>
                      <a:pt x="223171" y="89306"/>
                    </a:lnTo>
                    <a:cubicBezTo>
                      <a:pt x="230981" y="76924"/>
                      <a:pt x="227267" y="60350"/>
                      <a:pt x="214884" y="52540"/>
                    </a:cubicBezTo>
                    <a:lnTo>
                      <a:pt x="146590" y="8820"/>
                    </a:lnTo>
                    <a:cubicBezTo>
                      <a:pt x="146590" y="8820"/>
                      <a:pt x="117443" y="-17469"/>
                      <a:pt x="56960" y="20726"/>
                    </a:cubicBezTo>
                    <a:lnTo>
                      <a:pt x="0" y="56635"/>
                    </a:lnTo>
                  </a:path>
                </a:pathLst>
              </a:custGeom>
              <a:noFill/>
              <a:ln w="19050" cap="flat">
                <a:solidFill>
                  <a:schemeClr val="accent3"/>
                </a:solid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FBBC98C2-F4DC-4E09-CFD2-4DFE1FBA3269}"/>
                  </a:ext>
                </a:extLst>
              </p:cNvPr>
              <p:cNvSpPr/>
              <p:nvPr/>
            </p:nvSpPr>
            <p:spPr>
              <a:xfrm rot="-5400000">
                <a:off x="8116543" y="1448452"/>
                <a:ext cx="120395" cy="51053"/>
              </a:xfrm>
              <a:custGeom>
                <a:avLst/>
                <a:gdLst>
                  <a:gd name="connsiteX0" fmla="*/ 0 w 120395"/>
                  <a:gd name="connsiteY0" fmla="*/ 0 h 51053"/>
                  <a:gd name="connsiteX1" fmla="*/ 120396 w 120395"/>
                  <a:gd name="connsiteY1" fmla="*/ 0 h 51053"/>
                  <a:gd name="connsiteX2" fmla="*/ 120396 w 120395"/>
                  <a:gd name="connsiteY2" fmla="*/ 51054 h 51053"/>
                  <a:gd name="connsiteX3" fmla="*/ 0 w 120395"/>
                  <a:gd name="connsiteY3" fmla="*/ 51054 h 51053"/>
                </a:gdLst>
                <a:ahLst/>
                <a:cxnLst>
                  <a:cxn ang="0">
                    <a:pos x="connsiteX0" y="connsiteY0"/>
                  </a:cxn>
                  <a:cxn ang="0">
                    <a:pos x="connsiteX1" y="connsiteY1"/>
                  </a:cxn>
                  <a:cxn ang="0">
                    <a:pos x="connsiteX2" y="connsiteY2"/>
                  </a:cxn>
                  <a:cxn ang="0">
                    <a:pos x="connsiteX3" y="connsiteY3"/>
                  </a:cxn>
                </a:cxnLst>
                <a:rect l="l" t="t" r="r" b="b"/>
                <a:pathLst>
                  <a:path w="120395" h="51053">
                    <a:moveTo>
                      <a:pt x="0" y="0"/>
                    </a:moveTo>
                    <a:lnTo>
                      <a:pt x="120396" y="0"/>
                    </a:lnTo>
                    <a:lnTo>
                      <a:pt x="120396" y="51054"/>
                    </a:lnTo>
                    <a:lnTo>
                      <a:pt x="0" y="51054"/>
                    </a:lnTo>
                    <a:close/>
                  </a:path>
                </a:pathLst>
              </a:custGeom>
              <a:noFill/>
              <a:ln w="19050" cap="flat">
                <a:solidFill>
                  <a:schemeClr val="accent3"/>
                </a:solidFill>
                <a:prstDash val="solid"/>
                <a:miter/>
              </a:ln>
            </p:spPr>
            <p:txBody>
              <a:bodyPr rtlCol="0" anchor="ctr"/>
              <a:lstStyle/>
              <a:p>
                <a:endParaRPr lang="en-IN"/>
              </a:p>
            </p:txBody>
          </p:sp>
        </p:grpSp>
        <p:grpSp>
          <p:nvGrpSpPr>
            <p:cNvPr id="75" name="Graphic 6">
              <a:extLst>
                <a:ext uri="{FF2B5EF4-FFF2-40B4-BE49-F238E27FC236}">
                  <a16:creationId xmlns:a16="http://schemas.microsoft.com/office/drawing/2014/main" id="{A004A46B-BF06-3499-9C67-C7EDF77F95DA}"/>
                </a:ext>
              </a:extLst>
            </p:cNvPr>
            <p:cNvGrpSpPr/>
            <p:nvPr/>
          </p:nvGrpSpPr>
          <p:grpSpPr>
            <a:xfrm>
              <a:off x="8343428" y="1254332"/>
              <a:ext cx="203549" cy="134778"/>
              <a:chOff x="8343428" y="1254332"/>
              <a:chExt cx="203549" cy="134778"/>
            </a:xfrm>
            <a:noFill/>
          </p:grpSpPr>
          <p:sp>
            <p:nvSpPr>
              <p:cNvPr id="83" name="Freeform: Shape 82">
                <a:extLst>
                  <a:ext uri="{FF2B5EF4-FFF2-40B4-BE49-F238E27FC236}">
                    <a16:creationId xmlns:a16="http://schemas.microsoft.com/office/drawing/2014/main" id="{2922F048-06C5-42B9-3538-61161E3B04AE}"/>
                  </a:ext>
                </a:extLst>
              </p:cNvPr>
              <p:cNvSpPr/>
              <p:nvPr/>
            </p:nvSpPr>
            <p:spPr>
              <a:xfrm>
                <a:off x="8343428" y="1254332"/>
                <a:ext cx="67817" cy="35909"/>
              </a:xfrm>
              <a:custGeom>
                <a:avLst/>
                <a:gdLst>
                  <a:gd name="connsiteX0" fmla="*/ 34100 w 67817"/>
                  <a:gd name="connsiteY0" fmla="*/ 0 h 35909"/>
                  <a:gd name="connsiteX1" fmla="*/ 0 w 67817"/>
                  <a:gd name="connsiteY1" fmla="*/ 35719 h 35909"/>
                  <a:gd name="connsiteX2" fmla="*/ 33909 w 67817"/>
                  <a:gd name="connsiteY2" fmla="*/ 35814 h 35909"/>
                  <a:gd name="connsiteX3" fmla="*/ 67818 w 67817"/>
                  <a:gd name="connsiteY3" fmla="*/ 35909 h 35909"/>
                  <a:gd name="connsiteX4" fmla="*/ 34100 w 67817"/>
                  <a:gd name="connsiteY4" fmla="*/ 0 h 35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35909">
                    <a:moveTo>
                      <a:pt x="34100" y="0"/>
                    </a:moveTo>
                    <a:lnTo>
                      <a:pt x="0" y="35719"/>
                    </a:lnTo>
                    <a:lnTo>
                      <a:pt x="33909" y="35814"/>
                    </a:lnTo>
                    <a:lnTo>
                      <a:pt x="67818" y="35909"/>
                    </a:lnTo>
                    <a:lnTo>
                      <a:pt x="34100" y="0"/>
                    </a:lnTo>
                    <a:close/>
                  </a:path>
                </a:pathLst>
              </a:custGeom>
              <a:noFill/>
              <a:ln w="19050" cap="rnd">
                <a:solidFill>
                  <a:schemeClr val="accent3"/>
                </a:solidFill>
                <a:prstDash val="solid"/>
                <a:round/>
              </a:ln>
            </p:spPr>
            <p:txBody>
              <a:bodyPr rtlCol="0" anchor="ctr"/>
              <a:lstStyle/>
              <a:p>
                <a:endParaRPr lang="en-IN"/>
              </a:p>
            </p:txBody>
          </p:sp>
          <p:sp>
            <p:nvSpPr>
              <p:cNvPr id="84" name="Freeform: Shape 83">
                <a:extLst>
                  <a:ext uri="{FF2B5EF4-FFF2-40B4-BE49-F238E27FC236}">
                    <a16:creationId xmlns:a16="http://schemas.microsoft.com/office/drawing/2014/main" id="{DD176AF9-A34C-9B64-A782-AAB5DDEB499A}"/>
                  </a:ext>
                </a:extLst>
              </p:cNvPr>
              <p:cNvSpPr/>
              <p:nvPr/>
            </p:nvSpPr>
            <p:spPr>
              <a:xfrm>
                <a:off x="8479160" y="1254808"/>
                <a:ext cx="67817" cy="36004"/>
              </a:xfrm>
              <a:custGeom>
                <a:avLst/>
                <a:gdLst>
                  <a:gd name="connsiteX0" fmla="*/ 34004 w 67817"/>
                  <a:gd name="connsiteY0" fmla="*/ 0 h 36004"/>
                  <a:gd name="connsiteX1" fmla="*/ 67818 w 67817"/>
                  <a:gd name="connsiteY1" fmla="*/ 36005 h 36004"/>
                  <a:gd name="connsiteX2" fmla="*/ 33909 w 67817"/>
                  <a:gd name="connsiteY2" fmla="*/ 35814 h 36004"/>
                  <a:gd name="connsiteX3" fmla="*/ 0 w 67817"/>
                  <a:gd name="connsiteY3" fmla="*/ 35719 h 36004"/>
                  <a:gd name="connsiteX4" fmla="*/ 34004 w 67817"/>
                  <a:gd name="connsiteY4" fmla="*/ 0 h 36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17" h="36004">
                    <a:moveTo>
                      <a:pt x="34004" y="0"/>
                    </a:moveTo>
                    <a:lnTo>
                      <a:pt x="67818" y="36005"/>
                    </a:lnTo>
                    <a:lnTo>
                      <a:pt x="33909" y="35814"/>
                    </a:lnTo>
                    <a:lnTo>
                      <a:pt x="0" y="35719"/>
                    </a:lnTo>
                    <a:lnTo>
                      <a:pt x="34004" y="0"/>
                    </a:lnTo>
                    <a:close/>
                  </a:path>
                </a:pathLst>
              </a:custGeom>
              <a:noFill/>
              <a:ln w="19050" cap="rnd">
                <a:solidFill>
                  <a:schemeClr val="accent3"/>
                </a:solidFill>
                <a:prstDash val="solid"/>
                <a:round/>
              </a:ln>
            </p:spPr>
            <p:txBody>
              <a:bodyPr rtlCol="0" anchor="ctr"/>
              <a:lstStyle/>
              <a:p>
                <a:endParaRPr lang="en-IN"/>
              </a:p>
            </p:txBody>
          </p:sp>
          <p:sp>
            <p:nvSpPr>
              <p:cNvPr id="87" name="Freeform: Shape 86">
                <a:extLst>
                  <a:ext uri="{FF2B5EF4-FFF2-40B4-BE49-F238E27FC236}">
                    <a16:creationId xmlns:a16="http://schemas.microsoft.com/office/drawing/2014/main" id="{E990D038-B684-DD16-925F-FFFA6E487969}"/>
                  </a:ext>
                </a:extLst>
              </p:cNvPr>
              <p:cNvSpPr/>
              <p:nvPr/>
            </p:nvSpPr>
            <p:spPr>
              <a:xfrm>
                <a:off x="8411246" y="1254618"/>
                <a:ext cx="67913" cy="35909"/>
              </a:xfrm>
              <a:custGeom>
                <a:avLst/>
                <a:gdLst>
                  <a:gd name="connsiteX0" fmla="*/ 0 w 67913"/>
                  <a:gd name="connsiteY0" fmla="*/ 35623 h 35909"/>
                  <a:gd name="connsiteX1" fmla="*/ 34100 w 67913"/>
                  <a:gd name="connsiteY1" fmla="*/ 0 h 35909"/>
                  <a:gd name="connsiteX2" fmla="*/ 67913 w 67913"/>
                  <a:gd name="connsiteY2" fmla="*/ 35909 h 35909"/>
                  <a:gd name="connsiteX3" fmla="*/ 0 w 67913"/>
                  <a:gd name="connsiteY3" fmla="*/ 35623 h 35909"/>
                </a:gdLst>
                <a:ahLst/>
                <a:cxnLst>
                  <a:cxn ang="0">
                    <a:pos x="connsiteX0" y="connsiteY0"/>
                  </a:cxn>
                  <a:cxn ang="0">
                    <a:pos x="connsiteX1" y="connsiteY1"/>
                  </a:cxn>
                  <a:cxn ang="0">
                    <a:pos x="connsiteX2" y="connsiteY2"/>
                  </a:cxn>
                  <a:cxn ang="0">
                    <a:pos x="connsiteX3" y="connsiteY3"/>
                  </a:cxn>
                </a:cxnLst>
                <a:rect l="l" t="t" r="r" b="b"/>
                <a:pathLst>
                  <a:path w="67913" h="35909">
                    <a:moveTo>
                      <a:pt x="0" y="35623"/>
                    </a:moveTo>
                    <a:lnTo>
                      <a:pt x="34100" y="0"/>
                    </a:lnTo>
                    <a:lnTo>
                      <a:pt x="67913" y="35909"/>
                    </a:lnTo>
                    <a:lnTo>
                      <a:pt x="0" y="35623"/>
                    </a:lnTo>
                    <a:close/>
                  </a:path>
                </a:pathLst>
              </a:custGeom>
              <a:noFill/>
              <a:ln w="19050" cap="rnd">
                <a:solidFill>
                  <a:schemeClr val="accent3"/>
                </a:solidFill>
                <a:prstDash val="solid"/>
                <a:round/>
              </a:ln>
            </p:spPr>
            <p:txBody>
              <a:bodyPr rtlCol="0" anchor="ctr"/>
              <a:lstStyle/>
              <a:p>
                <a:endParaRPr lang="en-IN"/>
              </a:p>
            </p:txBody>
          </p:sp>
          <p:sp>
            <p:nvSpPr>
              <p:cNvPr id="88" name="Freeform: Shape 87">
                <a:extLst>
                  <a:ext uri="{FF2B5EF4-FFF2-40B4-BE49-F238E27FC236}">
                    <a16:creationId xmlns:a16="http://schemas.microsoft.com/office/drawing/2014/main" id="{089C781D-9EA6-FB03-C27A-80FA6C7E3A23}"/>
                  </a:ext>
                </a:extLst>
              </p:cNvPr>
              <p:cNvSpPr/>
              <p:nvPr/>
            </p:nvSpPr>
            <p:spPr>
              <a:xfrm>
                <a:off x="8411246" y="1290241"/>
                <a:ext cx="67913" cy="98869"/>
              </a:xfrm>
              <a:custGeom>
                <a:avLst/>
                <a:gdLst>
                  <a:gd name="connsiteX0" fmla="*/ 33624 w 67913"/>
                  <a:gd name="connsiteY0" fmla="*/ 98870 h 98869"/>
                  <a:gd name="connsiteX1" fmla="*/ 0 w 67913"/>
                  <a:gd name="connsiteY1" fmla="*/ 0 h 98869"/>
                  <a:gd name="connsiteX2" fmla="*/ 67913 w 67913"/>
                  <a:gd name="connsiteY2" fmla="*/ 286 h 98869"/>
                  <a:gd name="connsiteX3" fmla="*/ 33624 w 67913"/>
                  <a:gd name="connsiteY3" fmla="*/ 98870 h 98869"/>
                </a:gdLst>
                <a:ahLst/>
                <a:cxnLst>
                  <a:cxn ang="0">
                    <a:pos x="connsiteX0" y="connsiteY0"/>
                  </a:cxn>
                  <a:cxn ang="0">
                    <a:pos x="connsiteX1" y="connsiteY1"/>
                  </a:cxn>
                  <a:cxn ang="0">
                    <a:pos x="connsiteX2" y="connsiteY2"/>
                  </a:cxn>
                  <a:cxn ang="0">
                    <a:pos x="connsiteX3" y="connsiteY3"/>
                  </a:cxn>
                </a:cxnLst>
                <a:rect l="l" t="t" r="r" b="b"/>
                <a:pathLst>
                  <a:path w="67913" h="98869">
                    <a:moveTo>
                      <a:pt x="33624" y="98870"/>
                    </a:moveTo>
                    <a:lnTo>
                      <a:pt x="0" y="0"/>
                    </a:lnTo>
                    <a:lnTo>
                      <a:pt x="67913" y="286"/>
                    </a:lnTo>
                    <a:lnTo>
                      <a:pt x="33624" y="98870"/>
                    </a:lnTo>
                    <a:close/>
                  </a:path>
                </a:pathLst>
              </a:custGeom>
              <a:noFill/>
              <a:ln w="19050" cap="rnd">
                <a:solidFill>
                  <a:schemeClr val="accent3"/>
                </a:solidFill>
                <a:prstDash val="solid"/>
                <a:round/>
              </a:ln>
            </p:spPr>
            <p:txBody>
              <a:bodyPr rtlCol="0" anchor="ctr"/>
              <a:lstStyle/>
              <a:p>
                <a:endParaRPr lang="en-IN"/>
              </a:p>
            </p:txBody>
          </p:sp>
          <p:sp>
            <p:nvSpPr>
              <p:cNvPr id="89" name="Freeform: Shape 88">
                <a:extLst>
                  <a:ext uri="{FF2B5EF4-FFF2-40B4-BE49-F238E27FC236}">
                    <a16:creationId xmlns:a16="http://schemas.microsoft.com/office/drawing/2014/main" id="{EFCB415C-19FD-DA00-FFE4-5D7C7369DD22}"/>
                  </a:ext>
                </a:extLst>
              </p:cNvPr>
              <p:cNvSpPr/>
              <p:nvPr/>
            </p:nvSpPr>
            <p:spPr>
              <a:xfrm>
                <a:off x="8377528" y="1254332"/>
                <a:ext cx="67817" cy="35909"/>
              </a:xfrm>
              <a:custGeom>
                <a:avLst/>
                <a:gdLst>
                  <a:gd name="connsiteX0" fmla="*/ 0 w 67817"/>
                  <a:gd name="connsiteY0" fmla="*/ 0 h 35909"/>
                  <a:gd name="connsiteX1" fmla="*/ 33718 w 67817"/>
                  <a:gd name="connsiteY1" fmla="*/ 35909 h 35909"/>
                  <a:gd name="connsiteX2" fmla="*/ 67818 w 67817"/>
                  <a:gd name="connsiteY2" fmla="*/ 286 h 35909"/>
                  <a:gd name="connsiteX3" fmla="*/ 0 w 67817"/>
                  <a:gd name="connsiteY3" fmla="*/ 0 h 35909"/>
                </a:gdLst>
                <a:ahLst/>
                <a:cxnLst>
                  <a:cxn ang="0">
                    <a:pos x="connsiteX0" y="connsiteY0"/>
                  </a:cxn>
                  <a:cxn ang="0">
                    <a:pos x="connsiteX1" y="connsiteY1"/>
                  </a:cxn>
                  <a:cxn ang="0">
                    <a:pos x="connsiteX2" y="connsiteY2"/>
                  </a:cxn>
                  <a:cxn ang="0">
                    <a:pos x="connsiteX3" y="connsiteY3"/>
                  </a:cxn>
                </a:cxnLst>
                <a:rect l="l" t="t" r="r" b="b"/>
                <a:pathLst>
                  <a:path w="67817" h="35909">
                    <a:moveTo>
                      <a:pt x="0" y="0"/>
                    </a:moveTo>
                    <a:lnTo>
                      <a:pt x="33718" y="35909"/>
                    </a:lnTo>
                    <a:lnTo>
                      <a:pt x="67818" y="286"/>
                    </a:lnTo>
                    <a:lnTo>
                      <a:pt x="0" y="0"/>
                    </a:lnTo>
                    <a:close/>
                  </a:path>
                </a:pathLst>
              </a:custGeom>
              <a:noFill/>
              <a:ln w="19050" cap="rnd">
                <a:solidFill>
                  <a:schemeClr val="accent3"/>
                </a:solidFill>
                <a:prstDash val="solid"/>
                <a:round/>
              </a:ln>
            </p:spPr>
            <p:txBody>
              <a:bodyPr rtlCol="0" anchor="ctr"/>
              <a:lstStyle/>
              <a:p>
                <a:endParaRPr lang="en-IN"/>
              </a:p>
            </p:txBody>
          </p:sp>
          <p:sp>
            <p:nvSpPr>
              <p:cNvPr id="90" name="Freeform: Shape 89">
                <a:extLst>
                  <a:ext uri="{FF2B5EF4-FFF2-40B4-BE49-F238E27FC236}">
                    <a16:creationId xmlns:a16="http://schemas.microsoft.com/office/drawing/2014/main" id="{89AEB3CC-7A3D-A3DB-1161-5963204B41C5}"/>
                  </a:ext>
                </a:extLst>
              </p:cNvPr>
              <p:cNvSpPr/>
              <p:nvPr/>
            </p:nvSpPr>
            <p:spPr>
              <a:xfrm>
                <a:off x="8445346" y="1254618"/>
                <a:ext cx="67817" cy="35909"/>
              </a:xfrm>
              <a:custGeom>
                <a:avLst/>
                <a:gdLst>
                  <a:gd name="connsiteX0" fmla="*/ 67818 w 67817"/>
                  <a:gd name="connsiteY0" fmla="*/ 190 h 35909"/>
                  <a:gd name="connsiteX1" fmla="*/ 33814 w 67817"/>
                  <a:gd name="connsiteY1" fmla="*/ 35909 h 35909"/>
                  <a:gd name="connsiteX2" fmla="*/ 0 w 67817"/>
                  <a:gd name="connsiteY2" fmla="*/ 0 h 35909"/>
                  <a:gd name="connsiteX3" fmla="*/ 67818 w 67817"/>
                  <a:gd name="connsiteY3" fmla="*/ 190 h 35909"/>
                </a:gdLst>
                <a:ahLst/>
                <a:cxnLst>
                  <a:cxn ang="0">
                    <a:pos x="connsiteX0" y="connsiteY0"/>
                  </a:cxn>
                  <a:cxn ang="0">
                    <a:pos x="connsiteX1" y="connsiteY1"/>
                  </a:cxn>
                  <a:cxn ang="0">
                    <a:pos x="connsiteX2" y="connsiteY2"/>
                  </a:cxn>
                  <a:cxn ang="0">
                    <a:pos x="connsiteX3" y="connsiteY3"/>
                  </a:cxn>
                </a:cxnLst>
                <a:rect l="l" t="t" r="r" b="b"/>
                <a:pathLst>
                  <a:path w="67817" h="35909">
                    <a:moveTo>
                      <a:pt x="67818" y="190"/>
                    </a:moveTo>
                    <a:lnTo>
                      <a:pt x="33814" y="35909"/>
                    </a:lnTo>
                    <a:lnTo>
                      <a:pt x="0" y="0"/>
                    </a:lnTo>
                    <a:lnTo>
                      <a:pt x="67818" y="190"/>
                    </a:lnTo>
                    <a:close/>
                  </a:path>
                </a:pathLst>
              </a:custGeom>
              <a:noFill/>
              <a:ln w="19050" cap="rnd">
                <a:solidFill>
                  <a:schemeClr val="accent3"/>
                </a:solidFill>
                <a:prstDash val="solid"/>
                <a:round/>
              </a:ln>
            </p:spPr>
            <p:txBody>
              <a:bodyPr rtlCol="0" anchor="ctr"/>
              <a:lstStyle/>
              <a:p>
                <a:endParaRPr lang="en-IN"/>
              </a:p>
            </p:txBody>
          </p:sp>
          <p:sp>
            <p:nvSpPr>
              <p:cNvPr id="91" name="Freeform: Shape 90">
                <a:extLst>
                  <a:ext uri="{FF2B5EF4-FFF2-40B4-BE49-F238E27FC236}">
                    <a16:creationId xmlns:a16="http://schemas.microsoft.com/office/drawing/2014/main" id="{BE8AF761-30E7-8E24-148F-C4BE427D32F6}"/>
                  </a:ext>
                </a:extLst>
              </p:cNvPr>
              <p:cNvSpPr/>
              <p:nvPr/>
            </p:nvSpPr>
            <p:spPr>
              <a:xfrm>
                <a:off x="8343428" y="1290051"/>
                <a:ext cx="101441" cy="99060"/>
              </a:xfrm>
              <a:custGeom>
                <a:avLst/>
                <a:gdLst>
                  <a:gd name="connsiteX0" fmla="*/ 101441 w 101441"/>
                  <a:gd name="connsiteY0" fmla="*/ 99060 h 99060"/>
                  <a:gd name="connsiteX1" fmla="*/ 0 w 101441"/>
                  <a:gd name="connsiteY1" fmla="*/ 0 h 99060"/>
                  <a:gd name="connsiteX2" fmla="*/ 67818 w 101441"/>
                  <a:gd name="connsiteY2" fmla="*/ 190 h 99060"/>
                  <a:gd name="connsiteX3" fmla="*/ 101441 w 101441"/>
                  <a:gd name="connsiteY3" fmla="*/ 99060 h 99060"/>
                </a:gdLst>
                <a:ahLst/>
                <a:cxnLst>
                  <a:cxn ang="0">
                    <a:pos x="connsiteX0" y="connsiteY0"/>
                  </a:cxn>
                  <a:cxn ang="0">
                    <a:pos x="connsiteX1" y="connsiteY1"/>
                  </a:cxn>
                  <a:cxn ang="0">
                    <a:pos x="connsiteX2" y="connsiteY2"/>
                  </a:cxn>
                  <a:cxn ang="0">
                    <a:pos x="connsiteX3" y="connsiteY3"/>
                  </a:cxn>
                </a:cxnLst>
                <a:rect l="l" t="t" r="r" b="b"/>
                <a:pathLst>
                  <a:path w="101441" h="99060">
                    <a:moveTo>
                      <a:pt x="101441" y="99060"/>
                    </a:moveTo>
                    <a:lnTo>
                      <a:pt x="0" y="0"/>
                    </a:lnTo>
                    <a:lnTo>
                      <a:pt x="67818" y="190"/>
                    </a:lnTo>
                    <a:lnTo>
                      <a:pt x="101441" y="99060"/>
                    </a:lnTo>
                    <a:close/>
                  </a:path>
                </a:pathLst>
              </a:custGeom>
              <a:noFill/>
              <a:ln w="19050" cap="rnd">
                <a:solidFill>
                  <a:schemeClr val="accent3"/>
                </a:solidFill>
                <a:prstDash val="solid"/>
                <a:round/>
              </a:ln>
            </p:spPr>
            <p:txBody>
              <a:bodyPr rtlCol="0" anchor="ctr"/>
              <a:lstStyle/>
              <a:p>
                <a:endParaRPr lang="en-IN"/>
              </a:p>
            </p:txBody>
          </p:sp>
          <p:sp>
            <p:nvSpPr>
              <p:cNvPr id="92" name="Freeform: Shape 91">
                <a:extLst>
                  <a:ext uri="{FF2B5EF4-FFF2-40B4-BE49-F238E27FC236}">
                    <a16:creationId xmlns:a16="http://schemas.microsoft.com/office/drawing/2014/main" id="{BD20FB25-527C-D7E1-B71A-6262B33BC110}"/>
                  </a:ext>
                </a:extLst>
              </p:cNvPr>
              <p:cNvSpPr/>
              <p:nvPr/>
            </p:nvSpPr>
            <p:spPr>
              <a:xfrm>
                <a:off x="8444870" y="1290527"/>
                <a:ext cx="102107" cy="98583"/>
              </a:xfrm>
              <a:custGeom>
                <a:avLst/>
                <a:gdLst>
                  <a:gd name="connsiteX0" fmla="*/ 0 w 102107"/>
                  <a:gd name="connsiteY0" fmla="*/ 98584 h 98583"/>
                  <a:gd name="connsiteX1" fmla="*/ 34290 w 102107"/>
                  <a:gd name="connsiteY1" fmla="*/ 0 h 98583"/>
                  <a:gd name="connsiteX2" fmla="*/ 102108 w 102107"/>
                  <a:gd name="connsiteY2" fmla="*/ 286 h 98583"/>
                  <a:gd name="connsiteX3" fmla="*/ 74390 w 102107"/>
                  <a:gd name="connsiteY3" fmla="*/ 26956 h 98583"/>
                  <a:gd name="connsiteX4" fmla="*/ 13430 w 102107"/>
                  <a:gd name="connsiteY4" fmla="*/ 85630 h 98583"/>
                  <a:gd name="connsiteX5" fmla="*/ 0 w 102107"/>
                  <a:gd name="connsiteY5" fmla="*/ 98584 h 98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107" h="98583">
                    <a:moveTo>
                      <a:pt x="0" y="98584"/>
                    </a:moveTo>
                    <a:lnTo>
                      <a:pt x="34290" y="0"/>
                    </a:lnTo>
                    <a:lnTo>
                      <a:pt x="102108" y="286"/>
                    </a:lnTo>
                    <a:lnTo>
                      <a:pt x="74390" y="26956"/>
                    </a:lnTo>
                    <a:lnTo>
                      <a:pt x="13430" y="85630"/>
                    </a:lnTo>
                    <a:lnTo>
                      <a:pt x="0" y="98584"/>
                    </a:lnTo>
                    <a:close/>
                  </a:path>
                </a:pathLst>
              </a:custGeom>
              <a:noFill/>
              <a:ln w="19050" cap="rnd">
                <a:solidFill>
                  <a:schemeClr val="accent3"/>
                </a:solidFill>
                <a:prstDash val="solid"/>
                <a:round/>
              </a:ln>
            </p:spPr>
            <p:txBody>
              <a:bodyPr rtlCol="0" anchor="ctr"/>
              <a:lstStyle/>
              <a:p>
                <a:endParaRPr lang="en-IN"/>
              </a:p>
            </p:txBody>
          </p:sp>
        </p:grpSp>
      </p:grpSp>
      <p:grpSp>
        <p:nvGrpSpPr>
          <p:cNvPr id="117" name="Group 116">
            <a:extLst>
              <a:ext uri="{FF2B5EF4-FFF2-40B4-BE49-F238E27FC236}">
                <a16:creationId xmlns:a16="http://schemas.microsoft.com/office/drawing/2014/main" id="{109A1025-23A4-281F-E7F3-42038876F964}"/>
              </a:ext>
            </a:extLst>
          </p:cNvPr>
          <p:cNvGrpSpPr/>
          <p:nvPr/>
        </p:nvGrpSpPr>
        <p:grpSpPr>
          <a:xfrm>
            <a:off x="377317" y="4539801"/>
            <a:ext cx="562644" cy="341034"/>
            <a:chOff x="393984" y="4357927"/>
            <a:chExt cx="803728" cy="487162"/>
          </a:xfrm>
        </p:grpSpPr>
        <p:sp>
          <p:nvSpPr>
            <p:cNvPr id="112" name="Freeform: Shape 111">
              <a:extLst>
                <a:ext uri="{FF2B5EF4-FFF2-40B4-BE49-F238E27FC236}">
                  <a16:creationId xmlns:a16="http://schemas.microsoft.com/office/drawing/2014/main" id="{3F5BEFC3-9054-2393-EE1F-0977BF7132A6}"/>
                </a:ext>
              </a:extLst>
            </p:cNvPr>
            <p:cNvSpPr/>
            <p:nvPr/>
          </p:nvSpPr>
          <p:spPr>
            <a:xfrm>
              <a:off x="804988" y="4357927"/>
              <a:ext cx="324326" cy="126491"/>
            </a:xfrm>
            <a:custGeom>
              <a:avLst/>
              <a:gdLst>
                <a:gd name="connsiteX0" fmla="*/ 122968 w 324326"/>
                <a:gd name="connsiteY0" fmla="*/ 42577 h 126491"/>
                <a:gd name="connsiteX1" fmla="*/ 63246 w 324326"/>
                <a:gd name="connsiteY1" fmla="*/ 0 h 126491"/>
                <a:gd name="connsiteX2" fmla="*/ 0 w 324326"/>
                <a:gd name="connsiteY2" fmla="*/ 63246 h 126491"/>
                <a:gd name="connsiteX3" fmla="*/ 63246 w 324326"/>
                <a:gd name="connsiteY3" fmla="*/ 126492 h 126491"/>
                <a:gd name="connsiteX4" fmla="*/ 122968 w 324326"/>
                <a:gd name="connsiteY4" fmla="*/ 83915 h 126491"/>
                <a:gd name="connsiteX5" fmla="*/ 257175 w 324326"/>
                <a:gd name="connsiteY5" fmla="*/ 83915 h 126491"/>
                <a:gd name="connsiteX6" fmla="*/ 257175 w 324326"/>
                <a:gd name="connsiteY6" fmla="*/ 112490 h 126491"/>
                <a:gd name="connsiteX7" fmla="*/ 309277 w 324326"/>
                <a:gd name="connsiteY7" fmla="*/ 112490 h 126491"/>
                <a:gd name="connsiteX8" fmla="*/ 309277 w 324326"/>
                <a:gd name="connsiteY8" fmla="*/ 83915 h 126491"/>
                <a:gd name="connsiteX9" fmla="*/ 324326 w 324326"/>
                <a:gd name="connsiteY9" fmla="*/ 83915 h 126491"/>
                <a:gd name="connsiteX10" fmla="*/ 324326 w 324326"/>
                <a:gd name="connsiteY10" fmla="*/ 42767 h 126491"/>
                <a:gd name="connsiteX11" fmla="*/ 122968 w 324326"/>
                <a:gd name="connsiteY11" fmla="*/ 42767 h 126491"/>
                <a:gd name="connsiteX12" fmla="*/ 63246 w 324326"/>
                <a:gd name="connsiteY12" fmla="*/ 93726 h 126491"/>
                <a:gd name="connsiteX13" fmla="*/ 32766 w 324326"/>
                <a:gd name="connsiteY13" fmla="*/ 63246 h 126491"/>
                <a:gd name="connsiteX14" fmla="*/ 63246 w 324326"/>
                <a:gd name="connsiteY14" fmla="*/ 32766 h 126491"/>
                <a:gd name="connsiteX15" fmla="*/ 93726 w 324326"/>
                <a:gd name="connsiteY15" fmla="*/ 63246 h 126491"/>
                <a:gd name="connsiteX16" fmla="*/ 63246 w 324326"/>
                <a:gd name="connsiteY16" fmla="*/ 93726 h 126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4326" h="126491">
                  <a:moveTo>
                    <a:pt x="122968" y="42577"/>
                  </a:moveTo>
                  <a:cubicBezTo>
                    <a:pt x="114395" y="17812"/>
                    <a:pt x="90964" y="0"/>
                    <a:pt x="63246" y="0"/>
                  </a:cubicBezTo>
                  <a:cubicBezTo>
                    <a:pt x="28289" y="0"/>
                    <a:pt x="0" y="28289"/>
                    <a:pt x="0" y="63246"/>
                  </a:cubicBezTo>
                  <a:cubicBezTo>
                    <a:pt x="0" y="98203"/>
                    <a:pt x="28289" y="126492"/>
                    <a:pt x="63246" y="126492"/>
                  </a:cubicBezTo>
                  <a:cubicBezTo>
                    <a:pt x="90964" y="126492"/>
                    <a:pt x="114395" y="108680"/>
                    <a:pt x="122968" y="83915"/>
                  </a:cubicBezTo>
                  <a:lnTo>
                    <a:pt x="257175" y="83915"/>
                  </a:lnTo>
                  <a:cubicBezTo>
                    <a:pt x="257175" y="83915"/>
                    <a:pt x="257175" y="112490"/>
                    <a:pt x="257175" y="112490"/>
                  </a:cubicBezTo>
                  <a:lnTo>
                    <a:pt x="309277" y="112490"/>
                  </a:lnTo>
                  <a:lnTo>
                    <a:pt x="309277" y="83915"/>
                  </a:lnTo>
                  <a:cubicBezTo>
                    <a:pt x="309277" y="83915"/>
                    <a:pt x="324326" y="83915"/>
                    <a:pt x="324326" y="83915"/>
                  </a:cubicBezTo>
                  <a:lnTo>
                    <a:pt x="324326" y="42767"/>
                  </a:lnTo>
                  <a:lnTo>
                    <a:pt x="122968" y="42767"/>
                  </a:lnTo>
                  <a:close/>
                  <a:moveTo>
                    <a:pt x="63246" y="93726"/>
                  </a:moveTo>
                  <a:cubicBezTo>
                    <a:pt x="46387" y="93726"/>
                    <a:pt x="32766" y="80105"/>
                    <a:pt x="32766" y="63246"/>
                  </a:cubicBezTo>
                  <a:cubicBezTo>
                    <a:pt x="32766" y="46387"/>
                    <a:pt x="46387" y="32766"/>
                    <a:pt x="63246" y="32766"/>
                  </a:cubicBezTo>
                  <a:cubicBezTo>
                    <a:pt x="80105" y="32766"/>
                    <a:pt x="93726" y="46387"/>
                    <a:pt x="93726" y="63246"/>
                  </a:cubicBezTo>
                  <a:cubicBezTo>
                    <a:pt x="93726" y="80105"/>
                    <a:pt x="80105" y="93726"/>
                    <a:pt x="63246" y="93726"/>
                  </a:cubicBezTo>
                  <a:close/>
                </a:path>
              </a:pathLst>
            </a:custGeom>
            <a:noFill/>
            <a:ln w="12700" cap="flat">
              <a:solidFill>
                <a:schemeClr val="accent1"/>
              </a:solidFill>
              <a:prstDash val="solid"/>
              <a:miter/>
            </a:ln>
          </p:spPr>
          <p:txBody>
            <a:bodyPr rtlCol="0" anchor="ctr"/>
            <a:lstStyle/>
            <a:p>
              <a:endParaRPr lang="en-IN"/>
            </a:p>
          </p:txBody>
        </p:sp>
        <p:grpSp>
          <p:nvGrpSpPr>
            <p:cNvPr id="113" name="Graphic 109">
              <a:extLst>
                <a:ext uri="{FF2B5EF4-FFF2-40B4-BE49-F238E27FC236}">
                  <a16:creationId xmlns:a16="http://schemas.microsoft.com/office/drawing/2014/main" id="{209F295C-0B71-A550-D5C2-F99803195615}"/>
                </a:ext>
              </a:extLst>
            </p:cNvPr>
            <p:cNvGrpSpPr/>
            <p:nvPr/>
          </p:nvGrpSpPr>
          <p:grpSpPr>
            <a:xfrm>
              <a:off x="393984" y="4515741"/>
              <a:ext cx="803728" cy="329348"/>
              <a:chOff x="393984" y="4515741"/>
              <a:chExt cx="803728" cy="329348"/>
            </a:xfrm>
            <a:noFill/>
          </p:grpSpPr>
          <p:sp>
            <p:nvSpPr>
              <p:cNvPr id="114" name="Freeform: Shape 113">
                <a:extLst>
                  <a:ext uri="{FF2B5EF4-FFF2-40B4-BE49-F238E27FC236}">
                    <a16:creationId xmlns:a16="http://schemas.microsoft.com/office/drawing/2014/main" id="{6F30C4B5-689C-6661-43C1-0494C1FC33A1}"/>
                  </a:ext>
                </a:extLst>
              </p:cNvPr>
              <p:cNvSpPr/>
              <p:nvPr/>
            </p:nvSpPr>
            <p:spPr>
              <a:xfrm>
                <a:off x="501140" y="4578116"/>
                <a:ext cx="696571" cy="266973"/>
              </a:xfrm>
              <a:custGeom>
                <a:avLst/>
                <a:gdLst>
                  <a:gd name="connsiteX0" fmla="*/ 0 w 696571"/>
                  <a:gd name="connsiteY0" fmla="*/ 226152 h 266973"/>
                  <a:gd name="connsiteX1" fmla="*/ 144780 w 696571"/>
                  <a:gd name="connsiteY1" fmla="*/ 140332 h 266973"/>
                  <a:gd name="connsiteX2" fmla="*/ 306896 w 696571"/>
                  <a:gd name="connsiteY2" fmla="*/ 243678 h 266973"/>
                  <a:gd name="connsiteX3" fmla="*/ 417195 w 696571"/>
                  <a:gd name="connsiteY3" fmla="*/ 258156 h 266973"/>
                  <a:gd name="connsiteX4" fmla="*/ 466630 w 696571"/>
                  <a:gd name="connsiteY4" fmla="*/ 227486 h 266973"/>
                  <a:gd name="connsiteX5" fmla="*/ 669893 w 696571"/>
                  <a:gd name="connsiteY5" fmla="*/ 84515 h 266973"/>
                  <a:gd name="connsiteX6" fmla="*/ 691801 w 696571"/>
                  <a:gd name="connsiteY6" fmla="*/ 22508 h 266973"/>
                  <a:gd name="connsiteX7" fmla="*/ 691801 w 696571"/>
                  <a:gd name="connsiteY7" fmla="*/ 22508 h 266973"/>
                  <a:gd name="connsiteX8" fmla="*/ 628079 w 696571"/>
                  <a:gd name="connsiteY8" fmla="*/ 6125 h 266973"/>
                  <a:gd name="connsiteX9" fmla="*/ 449675 w 696571"/>
                  <a:gd name="connsiteY9" fmla="*/ 85277 h 266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6571" h="266973">
                    <a:moveTo>
                      <a:pt x="0" y="226152"/>
                    </a:moveTo>
                    <a:lnTo>
                      <a:pt x="144780" y="140332"/>
                    </a:lnTo>
                    <a:cubicBezTo>
                      <a:pt x="144780" y="140332"/>
                      <a:pt x="248126" y="201768"/>
                      <a:pt x="306896" y="243678"/>
                    </a:cubicBezTo>
                    <a:cubicBezTo>
                      <a:pt x="365760" y="285588"/>
                      <a:pt x="417195" y="258156"/>
                      <a:pt x="417195" y="258156"/>
                    </a:cubicBezTo>
                    <a:lnTo>
                      <a:pt x="466630" y="227486"/>
                    </a:lnTo>
                    <a:lnTo>
                      <a:pt x="669893" y="84515"/>
                    </a:lnTo>
                    <a:cubicBezTo>
                      <a:pt x="693420" y="71942"/>
                      <a:pt x="703231" y="44034"/>
                      <a:pt x="691801" y="22508"/>
                    </a:cubicBezTo>
                    <a:lnTo>
                      <a:pt x="691801" y="22508"/>
                    </a:lnTo>
                    <a:cubicBezTo>
                      <a:pt x="680276" y="981"/>
                      <a:pt x="651605" y="-6448"/>
                      <a:pt x="628079" y="6125"/>
                    </a:cubicBezTo>
                    <a:lnTo>
                      <a:pt x="449675" y="85277"/>
                    </a:lnTo>
                  </a:path>
                </a:pathLst>
              </a:custGeom>
              <a:noFill/>
              <a:ln w="12700" cap="flat">
                <a:solidFill>
                  <a:schemeClr val="accent1"/>
                </a:solid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CF4A91C7-1F8D-77F5-478D-BF259CF86487}"/>
                  </a:ext>
                </a:extLst>
              </p:cNvPr>
              <p:cNvSpPr/>
              <p:nvPr/>
            </p:nvSpPr>
            <p:spPr>
              <a:xfrm>
                <a:off x="500474" y="4515741"/>
                <a:ext cx="447470" cy="200407"/>
              </a:xfrm>
              <a:custGeom>
                <a:avLst/>
                <a:gdLst>
                  <a:gd name="connsiteX0" fmla="*/ 282797 w 447470"/>
                  <a:gd name="connsiteY0" fmla="*/ 140319 h 200407"/>
                  <a:gd name="connsiteX1" fmla="*/ 366903 w 447470"/>
                  <a:gd name="connsiteY1" fmla="*/ 192325 h 200407"/>
                  <a:gd name="connsiteX2" fmla="*/ 439388 w 447470"/>
                  <a:gd name="connsiteY2" fmla="*/ 176037 h 200407"/>
                  <a:gd name="connsiteX3" fmla="*/ 439388 w 447470"/>
                  <a:gd name="connsiteY3" fmla="*/ 176037 h 200407"/>
                  <a:gd name="connsiteX4" fmla="*/ 423100 w 447470"/>
                  <a:gd name="connsiteY4" fmla="*/ 103552 h 200407"/>
                  <a:gd name="connsiteX5" fmla="*/ 288703 w 447470"/>
                  <a:gd name="connsiteY5" fmla="*/ 17351 h 200407"/>
                  <a:gd name="connsiteX6" fmla="*/ 112204 w 447470"/>
                  <a:gd name="connsiteY6" fmla="*/ 40782 h 200407"/>
                  <a:gd name="connsiteX7" fmla="*/ 0 w 447470"/>
                  <a:gd name="connsiteY7" fmla="*/ 111458 h 200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7470" h="200407">
                    <a:moveTo>
                      <a:pt x="282797" y="140319"/>
                    </a:moveTo>
                    <a:lnTo>
                      <a:pt x="366903" y="192325"/>
                    </a:lnTo>
                    <a:cubicBezTo>
                      <a:pt x="391287" y="207756"/>
                      <a:pt x="423958" y="200421"/>
                      <a:pt x="439388" y="176037"/>
                    </a:cubicBezTo>
                    <a:lnTo>
                      <a:pt x="439388" y="176037"/>
                    </a:lnTo>
                    <a:cubicBezTo>
                      <a:pt x="454819" y="151653"/>
                      <a:pt x="447485" y="118983"/>
                      <a:pt x="423100" y="103552"/>
                    </a:cubicBezTo>
                    <a:lnTo>
                      <a:pt x="288703" y="17351"/>
                    </a:lnTo>
                    <a:cubicBezTo>
                      <a:pt x="288703" y="17351"/>
                      <a:pt x="231362" y="-34370"/>
                      <a:pt x="112204" y="40782"/>
                    </a:cubicBezTo>
                    <a:lnTo>
                      <a:pt x="0" y="111458"/>
                    </a:lnTo>
                  </a:path>
                </a:pathLst>
              </a:custGeom>
              <a:noFill/>
              <a:ln w="12700" cap="flat">
                <a:solidFill>
                  <a:schemeClr val="accent1"/>
                </a:solidFill>
                <a:prstDash val="solid"/>
                <a:miter/>
              </a:ln>
            </p:spPr>
            <p:txBody>
              <a:bodyPr rtlCol="0" anchor="ctr"/>
              <a:lstStyle/>
              <a:p>
                <a:endParaRPr lang="en-IN"/>
              </a:p>
            </p:txBody>
          </p:sp>
          <p:sp>
            <p:nvSpPr>
              <p:cNvPr id="116" name="Freeform: Shape 115">
                <a:extLst>
                  <a:ext uri="{FF2B5EF4-FFF2-40B4-BE49-F238E27FC236}">
                    <a16:creationId xmlns:a16="http://schemas.microsoft.com/office/drawing/2014/main" id="{59A1B1FF-ABA6-8D0A-592C-549AEE4BCE73}"/>
                  </a:ext>
                </a:extLst>
              </p:cNvPr>
              <p:cNvSpPr/>
              <p:nvPr/>
            </p:nvSpPr>
            <p:spPr>
              <a:xfrm rot="-5400000">
                <a:off x="325785" y="4654821"/>
                <a:ext cx="236981" cy="100584"/>
              </a:xfrm>
              <a:custGeom>
                <a:avLst/>
                <a:gdLst>
                  <a:gd name="connsiteX0" fmla="*/ 0 w 236981"/>
                  <a:gd name="connsiteY0" fmla="*/ 0 h 100584"/>
                  <a:gd name="connsiteX1" fmla="*/ 236982 w 236981"/>
                  <a:gd name="connsiteY1" fmla="*/ 0 h 100584"/>
                  <a:gd name="connsiteX2" fmla="*/ 236982 w 236981"/>
                  <a:gd name="connsiteY2" fmla="*/ 100584 h 100584"/>
                  <a:gd name="connsiteX3" fmla="*/ 0 w 236981"/>
                  <a:gd name="connsiteY3" fmla="*/ 100584 h 100584"/>
                </a:gdLst>
                <a:ahLst/>
                <a:cxnLst>
                  <a:cxn ang="0">
                    <a:pos x="connsiteX0" y="connsiteY0"/>
                  </a:cxn>
                  <a:cxn ang="0">
                    <a:pos x="connsiteX1" y="connsiteY1"/>
                  </a:cxn>
                  <a:cxn ang="0">
                    <a:pos x="connsiteX2" y="connsiteY2"/>
                  </a:cxn>
                  <a:cxn ang="0">
                    <a:pos x="connsiteX3" y="connsiteY3"/>
                  </a:cxn>
                </a:cxnLst>
                <a:rect l="l" t="t" r="r" b="b"/>
                <a:pathLst>
                  <a:path w="236981" h="100584">
                    <a:moveTo>
                      <a:pt x="0" y="0"/>
                    </a:moveTo>
                    <a:lnTo>
                      <a:pt x="236982" y="0"/>
                    </a:lnTo>
                    <a:lnTo>
                      <a:pt x="236982" y="100584"/>
                    </a:lnTo>
                    <a:lnTo>
                      <a:pt x="0" y="100584"/>
                    </a:lnTo>
                    <a:close/>
                  </a:path>
                </a:pathLst>
              </a:custGeom>
              <a:noFill/>
              <a:ln w="12700" cap="flat">
                <a:solidFill>
                  <a:schemeClr val="accent1"/>
                </a:solidFill>
                <a:prstDash val="solid"/>
                <a:miter/>
              </a:ln>
            </p:spPr>
            <p:txBody>
              <a:bodyPr rtlCol="0" anchor="ctr"/>
              <a:lstStyle/>
              <a:p>
                <a:endParaRPr lang="en-IN"/>
              </a:p>
            </p:txBody>
          </p:sp>
        </p:grpSp>
      </p:grpSp>
      <p:grpSp>
        <p:nvGrpSpPr>
          <p:cNvPr id="127" name="Group 126">
            <a:extLst>
              <a:ext uri="{FF2B5EF4-FFF2-40B4-BE49-F238E27FC236}">
                <a16:creationId xmlns:a16="http://schemas.microsoft.com/office/drawing/2014/main" id="{3F7937FC-EA2F-ACF4-E91E-99A15028BCBE}"/>
              </a:ext>
            </a:extLst>
          </p:cNvPr>
          <p:cNvGrpSpPr/>
          <p:nvPr/>
        </p:nvGrpSpPr>
        <p:grpSpPr>
          <a:xfrm>
            <a:off x="-1" y="6181725"/>
            <a:ext cx="12192002" cy="676275"/>
            <a:chOff x="-2" y="6080760"/>
            <a:chExt cx="12217867" cy="777240"/>
          </a:xfrm>
        </p:grpSpPr>
        <p:grpSp>
          <p:nvGrpSpPr>
            <p:cNvPr id="128" name="Group 127">
              <a:extLst>
                <a:ext uri="{FF2B5EF4-FFF2-40B4-BE49-F238E27FC236}">
                  <a16:creationId xmlns:a16="http://schemas.microsoft.com/office/drawing/2014/main" id="{1F00B532-2C0C-0B30-3CD9-8300828975A3}"/>
                </a:ext>
              </a:extLst>
            </p:cNvPr>
            <p:cNvGrpSpPr/>
            <p:nvPr userDrawn="1"/>
          </p:nvGrpSpPr>
          <p:grpSpPr>
            <a:xfrm>
              <a:off x="-1" y="6080760"/>
              <a:ext cx="12217865" cy="722969"/>
              <a:chOff x="-1" y="6104238"/>
              <a:chExt cx="12217865" cy="699491"/>
            </a:xfrm>
          </p:grpSpPr>
          <p:sp>
            <p:nvSpPr>
              <p:cNvPr id="131" name="Freeform: Shape 130">
                <a:extLst>
                  <a:ext uri="{FF2B5EF4-FFF2-40B4-BE49-F238E27FC236}">
                    <a16:creationId xmlns:a16="http://schemas.microsoft.com/office/drawing/2014/main" id="{5E75837A-7DE4-BA93-43CC-E8BA014E44E7}"/>
                  </a:ext>
                </a:extLst>
              </p:cNvPr>
              <p:cNvSpPr/>
              <p:nvPr/>
            </p:nvSpPr>
            <p:spPr>
              <a:xfrm>
                <a:off x="-1" y="6121467"/>
                <a:ext cx="12192000" cy="682262"/>
              </a:xfrm>
              <a:custGeom>
                <a:avLst/>
                <a:gdLst>
                  <a:gd name="connsiteX0" fmla="*/ 0 w 12192000"/>
                  <a:gd name="connsiteY0" fmla="*/ 0 h 718457"/>
                  <a:gd name="connsiteX1" fmla="*/ 12192000 w 12192000"/>
                  <a:gd name="connsiteY1" fmla="*/ 546096 h 718457"/>
                  <a:gd name="connsiteX2" fmla="*/ 12192000 w 12192000"/>
                  <a:gd name="connsiteY2" fmla="*/ 718457 h 718457"/>
                  <a:gd name="connsiteX3" fmla="*/ 0 w 12192000"/>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0" h="718457">
                    <a:moveTo>
                      <a:pt x="0" y="0"/>
                    </a:moveTo>
                    <a:lnTo>
                      <a:pt x="12192000" y="546096"/>
                    </a:lnTo>
                    <a:lnTo>
                      <a:pt x="12192000" y="718457"/>
                    </a:lnTo>
                    <a:lnTo>
                      <a:pt x="0" y="718457"/>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2" name="Right Triangle 131">
                <a:extLst>
                  <a:ext uri="{FF2B5EF4-FFF2-40B4-BE49-F238E27FC236}">
                    <a16:creationId xmlns:a16="http://schemas.microsoft.com/office/drawing/2014/main" id="{27401618-2E52-4014-F534-120FF0570BCA}"/>
                  </a:ext>
                </a:extLst>
              </p:cNvPr>
              <p:cNvSpPr/>
              <p:nvPr/>
            </p:nvSpPr>
            <p:spPr>
              <a:xfrm flipH="1">
                <a:off x="6788150" y="6104238"/>
                <a:ext cx="5429714" cy="699491"/>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29" name="Freeform: Shape 128">
              <a:extLst>
                <a:ext uri="{FF2B5EF4-FFF2-40B4-BE49-F238E27FC236}">
                  <a16:creationId xmlns:a16="http://schemas.microsoft.com/office/drawing/2014/main" id="{4CDA8572-E187-4092-E2BD-BBFEB00B7D6C}"/>
                </a:ext>
              </a:extLst>
            </p:cNvPr>
            <p:cNvSpPr/>
            <p:nvPr userDrawn="1"/>
          </p:nvSpPr>
          <p:spPr>
            <a:xfrm>
              <a:off x="-2" y="6175738"/>
              <a:ext cx="12192001" cy="682262"/>
            </a:xfrm>
            <a:custGeom>
              <a:avLst/>
              <a:gdLst>
                <a:gd name="connsiteX0" fmla="*/ 0 w 12192001"/>
                <a:gd name="connsiteY0" fmla="*/ 0 h 718457"/>
                <a:gd name="connsiteX1" fmla="*/ 12192001 w 12192001"/>
                <a:gd name="connsiteY1" fmla="*/ 474381 h 718457"/>
                <a:gd name="connsiteX2" fmla="*/ 12192001 w 12192001"/>
                <a:gd name="connsiteY2" fmla="*/ 718457 h 718457"/>
                <a:gd name="connsiteX3" fmla="*/ 0 w 12192001"/>
                <a:gd name="connsiteY3" fmla="*/ 718457 h 718457"/>
              </a:gdLst>
              <a:ahLst/>
              <a:cxnLst>
                <a:cxn ang="0">
                  <a:pos x="connsiteX0" y="connsiteY0"/>
                </a:cxn>
                <a:cxn ang="0">
                  <a:pos x="connsiteX1" y="connsiteY1"/>
                </a:cxn>
                <a:cxn ang="0">
                  <a:pos x="connsiteX2" y="connsiteY2"/>
                </a:cxn>
                <a:cxn ang="0">
                  <a:pos x="connsiteX3" y="connsiteY3"/>
                </a:cxn>
              </a:cxnLst>
              <a:rect l="l" t="t" r="r" b="b"/>
              <a:pathLst>
                <a:path w="12192001" h="718457">
                  <a:moveTo>
                    <a:pt x="0" y="0"/>
                  </a:moveTo>
                  <a:lnTo>
                    <a:pt x="12192001" y="474381"/>
                  </a:lnTo>
                  <a:lnTo>
                    <a:pt x="12192001" y="718457"/>
                  </a:lnTo>
                  <a:lnTo>
                    <a:pt x="0" y="71845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130" name="Right Triangle 129">
              <a:extLst>
                <a:ext uri="{FF2B5EF4-FFF2-40B4-BE49-F238E27FC236}">
                  <a16:creationId xmlns:a16="http://schemas.microsoft.com/office/drawing/2014/main" id="{ADE90BA8-6E9F-8FC7-47DC-FE797BA9C2C6}"/>
                </a:ext>
              </a:extLst>
            </p:cNvPr>
            <p:cNvSpPr/>
            <p:nvPr userDrawn="1"/>
          </p:nvSpPr>
          <p:spPr>
            <a:xfrm flipH="1">
              <a:off x="6007100" y="6158509"/>
              <a:ext cx="6210765" cy="699491"/>
            </a:xfrm>
            <a:prstGeom prst="r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8" name="Slide Number Placeholder 2">
            <a:extLst>
              <a:ext uri="{FF2B5EF4-FFF2-40B4-BE49-F238E27FC236}">
                <a16:creationId xmlns:a16="http://schemas.microsoft.com/office/drawing/2014/main" id="{344D7D78-BF2D-1ACC-6DC2-F91E0B55AC24}"/>
              </a:ext>
            </a:extLst>
          </p:cNvPr>
          <p:cNvSpPr>
            <a:spLocks noGrp="1"/>
          </p:cNvSpPr>
          <p:nvPr>
            <p:ph type="sldNum" sz="quarter" idx="4"/>
          </p:nvPr>
        </p:nvSpPr>
        <p:spPr>
          <a:xfrm>
            <a:off x="11602792" y="6483657"/>
            <a:ext cx="217732" cy="164592"/>
          </a:xfrm>
        </p:spPr>
        <p:txBody>
          <a:bodyPr/>
          <a:lstStyle/>
          <a:p>
            <a:fld id="{9A131BC9-40DA-43B6-B58E-D925B527BF77}" type="slidenum">
              <a:rPr lang="en-IN" smtClean="0"/>
              <a:pPr/>
              <a:t>12</a:t>
            </a:fld>
            <a:endParaRPr lang="en-IN"/>
          </a:p>
        </p:txBody>
      </p:sp>
    </p:spTree>
    <p:extLst>
      <p:ext uri="{BB962C8B-B14F-4D97-AF65-F5344CB8AC3E}">
        <p14:creationId xmlns:p14="http://schemas.microsoft.com/office/powerpoint/2010/main" val="23232740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KgXgmsee"/>
  <p:tag name="ARTICULATE_SLIDE_COUNT" val="1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08">
      <a:dk1>
        <a:srgbClr val="646464"/>
      </a:dk1>
      <a:lt1>
        <a:sysClr val="window" lastClr="FFFFFF"/>
      </a:lt1>
      <a:dk2>
        <a:srgbClr val="000000"/>
      </a:dk2>
      <a:lt2>
        <a:srgbClr val="E7E6E6"/>
      </a:lt2>
      <a:accent1>
        <a:srgbClr val="221551"/>
      </a:accent1>
      <a:accent2>
        <a:srgbClr val="410099"/>
      </a:accent2>
      <a:accent3>
        <a:srgbClr val="FFC700"/>
      </a:accent3>
      <a:accent4>
        <a:srgbClr val="F0F0F0"/>
      </a:accent4>
      <a:accent5>
        <a:srgbClr val="C8C8C8"/>
      </a:accent5>
      <a:accent6>
        <a:srgbClr val="646464"/>
      </a:accent6>
      <a:hlink>
        <a:srgbClr val="E98300"/>
      </a:hlink>
      <a:folHlink>
        <a:srgbClr val="71C5E8"/>
      </a:folHlink>
    </a:clrScheme>
    <a:fontScheme name="Custom 13">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6FE055041E8254B8A6D76B64478F329" ma:contentTypeVersion="19" ma:contentTypeDescription="Create a new document." ma:contentTypeScope="" ma:versionID="69de1714633f7a1996e439cc25923900">
  <xsd:schema xmlns:xsd="http://www.w3.org/2001/XMLSchema" xmlns:xs="http://www.w3.org/2001/XMLSchema" xmlns:p="http://schemas.microsoft.com/office/2006/metadata/properties" xmlns:ns2="5cd17271-0186-4a94-a8e5-2a85c0fb5d22" xmlns:ns3="bc82aed4-c161-4654-bb9f-d351edfac1aa" targetNamespace="http://schemas.microsoft.com/office/2006/metadata/properties" ma:root="true" ma:fieldsID="faf34715ed9596f2d632a667f609d60d" ns2:_="" ns3:_="">
    <xsd:import namespace="5cd17271-0186-4a94-a8e5-2a85c0fb5d22"/>
    <xsd:import namespace="bc82aed4-c161-4654-bb9f-d351edfac1aa"/>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3:SharedWithUsers" minOccurs="0"/>
                <xsd:element ref="ns3:SharedWithDetails" minOccurs="0"/>
                <xsd:element ref="ns2:MediaServiceOCR"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d17271-0186-4a94-a8e5-2a85c0fb5d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befa96b-bd20-4642-aeb5-bb74a145ad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82aed4-c161-4654-bb9f-d351edfac1a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7d71542-4c3e-4ec6-a2b3-d174b35c905c}" ma:internalName="TaxCatchAll" ma:showField="CatchAllData" ma:web="bc82aed4-c161-4654-bb9f-d351edfac1a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cd17271-0186-4a94-a8e5-2a85c0fb5d22">
      <Terms xmlns="http://schemas.microsoft.com/office/infopath/2007/PartnerControls"/>
    </lcf76f155ced4ddcb4097134ff3c332f>
    <TaxCatchAll xmlns="bc82aed4-c161-4654-bb9f-d351edfac1aa" xsi:nil="true"/>
  </documentManagement>
</p:properties>
</file>

<file path=customXml/itemProps1.xml><?xml version="1.0" encoding="utf-8"?>
<ds:datastoreItem xmlns:ds="http://schemas.openxmlformats.org/officeDocument/2006/customXml" ds:itemID="{9F43223C-3D67-4581-8FA2-64D95D21EF29}">
  <ds:schemaRefs>
    <ds:schemaRef ds:uri="5cd17271-0186-4a94-a8e5-2a85c0fb5d22"/>
    <ds:schemaRef ds:uri="bc82aed4-c161-4654-bb9f-d351edfac1a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DE9728-BFD4-44DC-B264-6D99A1FF24F0}">
  <ds:schemaRefs>
    <ds:schemaRef ds:uri="http://schemas.microsoft.com/sharepoint/v3/contenttype/forms"/>
  </ds:schemaRefs>
</ds:datastoreItem>
</file>

<file path=customXml/itemProps3.xml><?xml version="1.0" encoding="utf-8"?>
<ds:datastoreItem xmlns:ds="http://schemas.openxmlformats.org/officeDocument/2006/customXml" ds:itemID="{7DBAC41B-596A-419B-AE58-C85BD5BB2482}">
  <ds:schemaRefs>
    <ds:schemaRef ds:uri="http://www.w3.org/XML/1998/namespace"/>
    <ds:schemaRef ds:uri="http://purl.org/dc/dcmitype/"/>
    <ds:schemaRef ds:uri="5cd17271-0186-4a94-a8e5-2a85c0fb5d22"/>
    <ds:schemaRef ds:uri="http://purl.org/dc/terms/"/>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bc82aed4-c161-4654-bb9f-d351edfac1aa"/>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
  <TotalTime>1517</TotalTime>
  <Words>2805</Words>
  <Application>Microsoft Macintosh PowerPoint</Application>
  <PresentationFormat>Widescreen</PresentationFormat>
  <Paragraphs>127</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Century Gothic</vt:lpstr>
      <vt:lpstr>Office Theme</vt:lpstr>
      <vt:lpstr>PowerPoint Presentation</vt:lpstr>
      <vt:lpstr>What is Lorem Ipsum?</vt:lpstr>
      <vt:lpstr>What is Lorem Ipsum?</vt:lpstr>
      <vt:lpstr>What is Lorem Ipsum?</vt:lpstr>
      <vt:lpstr>What is Lorem Ipsum?</vt:lpstr>
      <vt:lpstr>What is Lorem Ipsum?</vt:lpstr>
      <vt:lpstr>What is Lorem Ipsum?</vt:lpstr>
      <vt:lpstr>What is Lorem Ipsum? Lorem Ipsum is simply dummy text of the printing and typesetting industry.</vt:lpstr>
      <vt:lpstr>What is Lorem Ipsum? Lorem Ipsum is simply dummy text of the printing and typesetting industry..</vt:lpstr>
      <vt:lpstr>What is Lorem Ipsum?</vt:lpstr>
      <vt:lpstr>What is Lorem Ipsum?</vt:lpstr>
      <vt:lpstr>What is Lorem Ipsum?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Sathish Elumalai</dc:creator>
  <cp:lastModifiedBy>Siddharth M</cp:lastModifiedBy>
  <cp:revision>168</cp:revision>
  <dcterms:created xsi:type="dcterms:W3CDTF">2024-12-04T07:56:32Z</dcterms:created>
  <dcterms:modified xsi:type="dcterms:W3CDTF">2026-05-16T18:35:10Z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0x01010096FE055041E8254B8A6D76B64478F329</vt:lpwstr>
  </property>
  <property fmtid="{D5CDD505-2E9C-101B-9397-08002B2CF9AE}" pid="3" name="MediaServiceImageTags">
    <vt:lpwstr/>
  </property>
  <property fmtid="{D5CDD505-2E9C-101B-9397-08002B2CF9AE}" pid="4" name="ArticulateGUID">
    <vt:lpwstr>4A052198-62B5-43C3-96AB-C01BF4A6A50E</vt:lpwstr>
  </property>
  <property fmtid="{D5CDD505-2E9C-101B-9397-08002B2CF9AE}" pid="5" name="ArticulatePath">
    <vt:lpwstr>241206_EFAB Candidate Brief_IG</vt:lpwstr>
  </property>
</Properties>
</file>